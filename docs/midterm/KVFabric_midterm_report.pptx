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18" autoAdjust="0"/>
    <p:restoredTop sz="94680" autoAdjust="0"/>
  </p:normalViewPr>
  <p:slideViewPr>
    <p:cSldViewPr snapToGrid="0">
      <p:cViewPr varScale="1">
        <p:scale>
          <a:sx n="78" d="100"/>
          <a:sy n="78" d="100"/>
        </p:scale>
        <p:origin x="68" y="17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notesMaster" Target="notesMasters/notesMaster1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44433-9894-4477-9B1E-61BBF47033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15BC43-7485-4F6C-86B9-BF93B86F3CB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_right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11"/>
          <a:stretch>
            <a:fillRect/>
          </a:stretch>
        </p:blipFill>
        <p:spPr>
          <a:xfrm>
            <a:off x="8128000" y="-2621"/>
            <a:ext cx="4064000" cy="6858000"/>
          </a:xfrm>
          <a:prstGeom prst="rect">
            <a:avLst/>
          </a:prstGeom>
        </p:spPr>
      </p:pic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bg_main_theme"/>
          <p:cNvSpPr/>
          <p:nvPr userDrawn="1"/>
        </p:nvSpPr>
        <p:spPr>
          <a:xfrm>
            <a:off x="312912" y="0"/>
            <a:ext cx="859740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pattern"/>
          <p:cNvSpPr/>
          <p:nvPr userDrawn="1"/>
        </p:nvSpPr>
        <p:spPr>
          <a:xfrm>
            <a:off x="312912" y="2951480"/>
            <a:ext cx="8597407" cy="3903899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16369" t="-11784" r="-7157" b="-994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main_board"/>
          <p:cNvGrpSpPr/>
          <p:nvPr userDrawn="1"/>
        </p:nvGrpSpPr>
        <p:grpSpPr>
          <a:xfrm>
            <a:off x="726440" y="1400452"/>
            <a:ext cx="8600440" cy="2709268"/>
            <a:chOff x="685800" y="1400452"/>
            <a:chExt cx="8600440" cy="2709268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4" name="矩形 13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513840"/>
              <a:ext cx="8600440" cy="2595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46089" y="2004459"/>
            <a:ext cx="7934411" cy="833633"/>
          </a:xfrm>
        </p:spPr>
        <p:txBody>
          <a:bodyPr anchor="ctr">
            <a:noAutofit/>
          </a:bodyPr>
          <a:lstStyle>
            <a:lvl1pPr algn="l">
              <a:defRPr sz="60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46089" y="2838092"/>
            <a:ext cx="7934411" cy="49061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单击以编辑副标题</a:t>
            </a:r>
            <a:endParaRPr lang="zh-CN" altLang="en-US" dirty="0"/>
          </a:p>
        </p:txBody>
      </p:sp>
      <p:sp>
        <p:nvSpPr>
          <p:cNvPr id="16" name="矩形 15"/>
          <p:cNvSpPr/>
          <p:nvPr userDrawn="1"/>
        </p:nvSpPr>
        <p:spPr>
          <a:xfrm>
            <a:off x="722384" y="2004459"/>
            <a:ext cx="233680" cy="74382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7" name="jwc_logo"/>
          <p:cNvGrpSpPr/>
          <p:nvPr userDrawn="1"/>
        </p:nvGrpSpPr>
        <p:grpSpPr>
          <a:xfrm>
            <a:off x="1146090" y="6242962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18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bg_right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805" r="22916"/>
          <a:stretch>
            <a:fillRect/>
          </a:stretch>
        </p:blipFill>
        <p:spPr>
          <a:xfrm>
            <a:off x="8128000" y="-2621"/>
            <a:ext cx="4064000" cy="6858000"/>
          </a:xfrm>
          <a:prstGeom prst="rect">
            <a:avLst/>
          </a:prstGeom>
        </p:spPr>
      </p:pic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abg_main_theme"/>
          <p:cNvSpPr/>
          <p:nvPr userDrawn="1"/>
        </p:nvSpPr>
        <p:spPr>
          <a:xfrm>
            <a:off x="312912" y="0"/>
            <a:ext cx="95433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pattern"/>
          <p:cNvSpPr/>
          <p:nvPr userDrawn="1"/>
        </p:nvSpPr>
        <p:spPr>
          <a:xfrm>
            <a:off x="312912" y="2951480"/>
            <a:ext cx="9540000" cy="3903899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10944" t="-11784" r="-378" b="-994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main_board"/>
          <p:cNvGrpSpPr/>
          <p:nvPr userDrawn="1"/>
        </p:nvGrpSpPr>
        <p:grpSpPr>
          <a:xfrm>
            <a:off x="726439" y="825500"/>
            <a:ext cx="9539301" cy="4781549"/>
            <a:chOff x="685800" y="1400452"/>
            <a:chExt cx="8600440" cy="2709268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4" name="矩形 13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458019"/>
              <a:ext cx="8600440" cy="265170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" name="文本占位符 5"/>
          <p:cNvSpPr>
            <a:spLocks noGrp="1"/>
          </p:cNvSpPr>
          <p:nvPr>
            <p:ph type="body" sz="quarter" idx="11"/>
          </p:nvPr>
        </p:nvSpPr>
        <p:spPr>
          <a:xfrm>
            <a:off x="1066007" y="2432050"/>
            <a:ext cx="8909844" cy="2471738"/>
          </a:xfrm>
        </p:spPr>
        <p:txBody>
          <a:bodyPr/>
          <a:lstStyle>
            <a:lvl1pPr marL="266700" indent="-266700">
              <a:buFont typeface="Arial" panose="020B0604020202020204" pitchFamily="34" charset="0"/>
              <a:buChar char="•"/>
              <a:defRPr/>
            </a:lvl1pPr>
          </a:lstStyle>
          <a:p>
            <a:pPr lvl="0"/>
            <a:endParaRPr lang="zh-CN" altLang="en-US" dirty="0"/>
          </a:p>
        </p:txBody>
      </p:sp>
      <p:sp>
        <p:nvSpPr>
          <p:cNvPr id="40" name="矩形 39"/>
          <p:cNvSpPr/>
          <p:nvPr userDrawn="1"/>
        </p:nvSpPr>
        <p:spPr>
          <a:xfrm>
            <a:off x="722384" y="1332206"/>
            <a:ext cx="233680" cy="74382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 hasCustomPrompt="1"/>
          </p:nvPr>
        </p:nvSpPr>
        <p:spPr>
          <a:xfrm>
            <a:off x="1066006" y="1216332"/>
            <a:ext cx="8909844" cy="1021080"/>
          </a:xfrm>
        </p:spPr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目录</a:t>
            </a:r>
            <a:endParaRPr lang="zh-CN" altLang="en-US" dirty="0"/>
          </a:p>
        </p:txBody>
      </p:sp>
      <p:grpSp>
        <p:nvGrpSpPr>
          <p:cNvPr id="42" name="jwc_logo"/>
          <p:cNvGrpSpPr/>
          <p:nvPr userDrawn="1"/>
        </p:nvGrpSpPr>
        <p:grpSpPr>
          <a:xfrm>
            <a:off x="1146090" y="6242962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43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1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bg_right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805" r="22916"/>
          <a:stretch>
            <a:fillRect/>
          </a:stretch>
        </p:blipFill>
        <p:spPr>
          <a:xfrm>
            <a:off x="8128000" y="-2621"/>
            <a:ext cx="4064000" cy="6858000"/>
          </a:xfrm>
          <a:prstGeom prst="rect">
            <a:avLst/>
          </a:prstGeom>
        </p:spPr>
      </p:pic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abg_main_theme"/>
          <p:cNvSpPr/>
          <p:nvPr userDrawn="1"/>
        </p:nvSpPr>
        <p:spPr>
          <a:xfrm>
            <a:off x="312912" y="0"/>
            <a:ext cx="954335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pattern"/>
          <p:cNvSpPr/>
          <p:nvPr userDrawn="1"/>
        </p:nvSpPr>
        <p:spPr>
          <a:xfrm>
            <a:off x="312912" y="2951480"/>
            <a:ext cx="9540000" cy="3903899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10944" t="-11784" r="-378" b="-994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main_board"/>
          <p:cNvGrpSpPr/>
          <p:nvPr userDrawn="1"/>
        </p:nvGrpSpPr>
        <p:grpSpPr>
          <a:xfrm>
            <a:off x="726439" y="2305227"/>
            <a:ext cx="9539301" cy="1928259"/>
            <a:chOff x="685800" y="1400452"/>
            <a:chExt cx="8600440" cy="2709268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4" name="矩形 13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542955"/>
              <a:ext cx="8600440" cy="25667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8158" y="2774484"/>
            <a:ext cx="7726680" cy="833633"/>
          </a:xfrm>
        </p:spPr>
        <p:txBody>
          <a:bodyPr anchor="ctr">
            <a:normAutofit/>
          </a:bodyPr>
          <a:lstStyle>
            <a:lvl1pPr algn="l">
              <a:defRPr sz="40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单击编辑小节标题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8158" y="3617738"/>
            <a:ext cx="7726680" cy="409918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单击以编辑副标题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0" hasCustomPrompt="1"/>
          </p:nvPr>
        </p:nvSpPr>
        <p:spPr>
          <a:xfrm>
            <a:off x="727075" y="2800739"/>
            <a:ext cx="898525" cy="883066"/>
          </a:xfrm>
          <a:solidFill>
            <a:schemeClr val="accent3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dirty="0" smtClean="0"/>
              <a:t>01</a:t>
            </a:r>
            <a:endParaRPr lang="zh-CN" altLang="en-US" dirty="0"/>
          </a:p>
        </p:txBody>
      </p:sp>
      <p:grpSp>
        <p:nvGrpSpPr>
          <p:cNvPr id="41" name="jwc_logo"/>
          <p:cNvGrpSpPr/>
          <p:nvPr userDrawn="1"/>
        </p:nvGrpSpPr>
        <p:grpSpPr>
          <a:xfrm>
            <a:off x="1146090" y="6242962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42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8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9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0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abg_main_theme"/>
          <p:cNvSpPr/>
          <p:nvPr userDrawn="1"/>
        </p:nvSpPr>
        <p:spPr>
          <a:xfrm>
            <a:off x="312912" y="0"/>
            <a:ext cx="1187908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pattern"/>
          <p:cNvSpPr/>
          <p:nvPr userDrawn="1"/>
        </p:nvSpPr>
        <p:spPr>
          <a:xfrm>
            <a:off x="312912" y="1476000"/>
            <a:ext cx="11880000" cy="5382000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3788" t="-3537" r="-3788" b="-38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" name="main_board"/>
          <p:cNvGrpSpPr/>
          <p:nvPr userDrawn="1"/>
        </p:nvGrpSpPr>
        <p:grpSpPr>
          <a:xfrm>
            <a:off x="726439" y="365125"/>
            <a:ext cx="11016382" cy="5812879"/>
            <a:chOff x="685800" y="1400452"/>
            <a:chExt cx="8600440" cy="2709269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2" name="矩形 11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443366"/>
              <a:ext cx="8600440" cy="26663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solidFill>
            <a:srgbClr val="000000">
              <a:alpha val="20000"/>
            </a:srgbClr>
          </a:solidFill>
        </p:spPr>
        <p:txBody>
          <a:bodyPr/>
          <a:lstStyle/>
          <a:p>
            <a:fld id="{5B74D221-F78E-4CE2-B90E-39C483F4591B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1034" y="606265"/>
            <a:ext cx="10555326" cy="656061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970168" y="1283641"/>
            <a:ext cx="10546192" cy="4651081"/>
          </a:xfrm>
        </p:spPr>
        <p:txBody>
          <a:bodyPr/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38" name="矩形 37"/>
          <p:cNvSpPr/>
          <p:nvPr userDrawn="1"/>
        </p:nvSpPr>
        <p:spPr>
          <a:xfrm>
            <a:off x="722384" y="704310"/>
            <a:ext cx="144255" cy="4439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7" name="jwc_logo"/>
          <p:cNvGrpSpPr/>
          <p:nvPr userDrawn="1"/>
        </p:nvGrpSpPr>
        <p:grpSpPr>
          <a:xfrm>
            <a:off x="810813" y="6370363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39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7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abg_main_theme"/>
          <p:cNvSpPr/>
          <p:nvPr userDrawn="1"/>
        </p:nvSpPr>
        <p:spPr>
          <a:xfrm>
            <a:off x="312912" y="0"/>
            <a:ext cx="1187908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pattern"/>
          <p:cNvSpPr/>
          <p:nvPr userDrawn="1"/>
        </p:nvSpPr>
        <p:spPr>
          <a:xfrm>
            <a:off x="312912" y="1476000"/>
            <a:ext cx="11880000" cy="5382000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3788" t="-3537" r="-3788" b="-38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" name="main_board"/>
          <p:cNvGrpSpPr/>
          <p:nvPr userDrawn="1"/>
        </p:nvGrpSpPr>
        <p:grpSpPr>
          <a:xfrm>
            <a:off x="726439" y="365125"/>
            <a:ext cx="11016382" cy="5812881"/>
            <a:chOff x="685800" y="1400452"/>
            <a:chExt cx="8600440" cy="2709270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2" name="矩形 11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443367"/>
              <a:ext cx="8600440" cy="26663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solidFill>
            <a:srgbClr val="000000">
              <a:alpha val="20000"/>
            </a:srgbClr>
          </a:solidFill>
        </p:spPr>
        <p:txBody>
          <a:bodyPr/>
          <a:lstStyle/>
          <a:p>
            <a:fld id="{5B74D221-F78E-4CE2-B90E-39C483F4591B}" type="slidenum">
              <a:rPr lang="zh-CN" altLang="en-US" smtClean="0"/>
            </a:fld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970168" y="711201"/>
            <a:ext cx="10546192" cy="5223522"/>
          </a:xfrm>
        </p:spPr>
        <p:txBody>
          <a:bodyPr/>
          <a:lstStyle/>
          <a:p>
            <a:pPr lvl="0"/>
            <a:r>
              <a:rPr lang="zh-CN" altLang="en-US" dirty="0" smtClean="0"/>
              <a:t>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grpSp>
        <p:nvGrpSpPr>
          <p:cNvPr id="37" name="jwc_logo"/>
          <p:cNvGrpSpPr/>
          <p:nvPr userDrawn="1"/>
        </p:nvGrpSpPr>
        <p:grpSpPr>
          <a:xfrm>
            <a:off x="810813" y="6370363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38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abg_main_theme"/>
          <p:cNvSpPr/>
          <p:nvPr userDrawn="1"/>
        </p:nvSpPr>
        <p:spPr>
          <a:xfrm>
            <a:off x="312912" y="0"/>
            <a:ext cx="1187908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pattern"/>
          <p:cNvSpPr/>
          <p:nvPr userDrawn="1"/>
        </p:nvSpPr>
        <p:spPr>
          <a:xfrm>
            <a:off x="312912" y="1476000"/>
            <a:ext cx="11880000" cy="5382000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 l="-3788" t="-3537" r="-3788" b="-380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solidFill>
            <a:srgbClr val="000000">
              <a:alpha val="20000"/>
            </a:srgbClr>
          </a:solidFill>
        </p:spPr>
        <p:txBody>
          <a:bodyPr/>
          <a:lstStyle/>
          <a:p>
            <a:fld id="{5B74D221-F78E-4CE2-B90E-39C483F4591B}" type="slidenum">
              <a:rPr lang="zh-CN" altLang="en-US" smtClean="0"/>
            </a:fld>
            <a:endParaRPr lang="zh-CN" altLang="en-US"/>
          </a:p>
        </p:txBody>
      </p:sp>
      <p:grpSp>
        <p:nvGrpSpPr>
          <p:cNvPr id="37" name="jwc_logo"/>
          <p:cNvGrpSpPr/>
          <p:nvPr userDrawn="1"/>
        </p:nvGrpSpPr>
        <p:grpSpPr>
          <a:xfrm>
            <a:off x="810813" y="6370363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38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3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4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5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6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7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8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9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0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1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2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3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4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5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56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致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g_right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3" r="277"/>
          <a:stretch>
            <a:fillRect/>
          </a:stretch>
        </p:blipFill>
        <p:spPr>
          <a:xfrm>
            <a:off x="7677150" y="-2621"/>
            <a:ext cx="4514850" cy="6858000"/>
          </a:xfrm>
          <a:prstGeom prst="rect">
            <a:avLst/>
          </a:prstGeom>
        </p:spPr>
      </p:pic>
      <p:pic>
        <p:nvPicPr>
          <p:cNvPr id="8" name="bg_left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9" name="bg_main_theme"/>
          <p:cNvSpPr/>
          <p:nvPr userDrawn="1"/>
        </p:nvSpPr>
        <p:spPr>
          <a:xfrm>
            <a:off x="956064" y="0"/>
            <a:ext cx="677823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pattern"/>
          <p:cNvSpPr/>
          <p:nvPr userDrawn="1"/>
        </p:nvSpPr>
        <p:spPr>
          <a:xfrm>
            <a:off x="504000" y="2951480"/>
            <a:ext cx="8597407" cy="3903899"/>
          </a:xfrm>
          <a:prstGeom prst="rect">
            <a:avLst/>
          </a:prstGeom>
          <a:blipFill dpi="0" rotWithShape="1">
            <a:blip r:embed="rId3">
              <a:alphaModFix amt="20000"/>
            </a:blip>
            <a:srcRect/>
            <a:stretch>
              <a:fillRect l="-12182" t="-11784" r="-11344" b="-9940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5" name="main_board"/>
          <p:cNvGrpSpPr/>
          <p:nvPr userDrawn="1"/>
        </p:nvGrpSpPr>
        <p:grpSpPr>
          <a:xfrm>
            <a:off x="1443990" y="1400452"/>
            <a:ext cx="6774180" cy="2709268"/>
            <a:chOff x="685800" y="1400452"/>
            <a:chExt cx="8600440" cy="2709268"/>
          </a:xfrm>
          <a:effectLst>
            <a:outerShdw blurRad="203200" dist="38100" dir="2700000" algn="tl" rotWithShape="0">
              <a:prstClr val="black">
                <a:alpha val="19000"/>
              </a:prstClr>
            </a:outerShdw>
          </a:effectLst>
        </p:grpSpPr>
        <p:sp>
          <p:nvSpPr>
            <p:cNvPr id="14" name="矩形 13"/>
            <p:cNvSpPr/>
            <p:nvPr userDrawn="1"/>
          </p:nvSpPr>
          <p:spPr>
            <a:xfrm>
              <a:off x="685800" y="1400452"/>
              <a:ext cx="8600440" cy="259588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/>
            <p:cNvSpPr/>
            <p:nvPr userDrawn="1"/>
          </p:nvSpPr>
          <p:spPr>
            <a:xfrm>
              <a:off x="685800" y="1513840"/>
              <a:ext cx="8600440" cy="2595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63639" y="2004459"/>
            <a:ext cx="5972261" cy="833633"/>
          </a:xfrm>
        </p:spPr>
        <p:txBody>
          <a:bodyPr anchor="ctr">
            <a:noAutofit/>
          </a:bodyPr>
          <a:lstStyle>
            <a:lvl1pPr algn="l">
              <a:defRPr sz="6000" b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谢谢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63639" y="2838092"/>
            <a:ext cx="5972261" cy="49061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单击以编辑副标题</a:t>
            </a:r>
            <a:endParaRPr lang="zh-CN" altLang="en-US" dirty="0"/>
          </a:p>
        </p:txBody>
      </p:sp>
      <p:sp>
        <p:nvSpPr>
          <p:cNvPr id="16" name="矩形 15"/>
          <p:cNvSpPr/>
          <p:nvPr userDrawn="1"/>
        </p:nvSpPr>
        <p:spPr>
          <a:xfrm>
            <a:off x="1439934" y="2004459"/>
            <a:ext cx="233680" cy="74382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0" name="jwc_logo"/>
          <p:cNvGrpSpPr/>
          <p:nvPr userDrawn="1"/>
        </p:nvGrpSpPr>
        <p:grpSpPr>
          <a:xfrm>
            <a:off x="1529041" y="6238395"/>
            <a:ext cx="1809740" cy="305514"/>
            <a:chOff x="8729725" y="4570716"/>
            <a:chExt cx="2830513" cy="477838"/>
          </a:xfrm>
          <a:solidFill>
            <a:schemeClr val="bg1">
              <a:alpha val="50000"/>
            </a:schemeClr>
          </a:solidFill>
        </p:grpSpPr>
        <p:sp>
          <p:nvSpPr>
            <p:cNvPr id="61" name="Freeform 34"/>
            <p:cNvSpPr>
              <a:spLocks noEditPoints="1"/>
            </p:cNvSpPr>
            <p:nvPr userDrawn="1"/>
          </p:nvSpPr>
          <p:spPr bwMode="auto">
            <a:xfrm>
              <a:off x="9304400" y="4945366"/>
              <a:ext cx="1363663" cy="101600"/>
            </a:xfrm>
            <a:custGeom>
              <a:avLst/>
              <a:gdLst>
                <a:gd name="T0" fmla="*/ 15 w 915"/>
                <a:gd name="T1" fmla="*/ 51 h 68"/>
                <a:gd name="T2" fmla="*/ 14 w 915"/>
                <a:gd name="T3" fmla="*/ 11 h 68"/>
                <a:gd name="T4" fmla="*/ 35 w 915"/>
                <a:gd name="T5" fmla="*/ 4 h 68"/>
                <a:gd name="T6" fmla="*/ 77 w 915"/>
                <a:gd name="T7" fmla="*/ 51 h 68"/>
                <a:gd name="T8" fmla="*/ 74 w 915"/>
                <a:gd name="T9" fmla="*/ 51 h 68"/>
                <a:gd name="T10" fmla="*/ 57 w 915"/>
                <a:gd name="T11" fmla="*/ 21 h 68"/>
                <a:gd name="T12" fmla="*/ 108 w 915"/>
                <a:gd name="T13" fmla="*/ 0 h 68"/>
                <a:gd name="T14" fmla="*/ 104 w 915"/>
                <a:gd name="T15" fmla="*/ 32 h 68"/>
                <a:gd name="T16" fmla="*/ 134 w 915"/>
                <a:gd name="T17" fmla="*/ 21 h 68"/>
                <a:gd name="T18" fmla="*/ 155 w 915"/>
                <a:gd name="T19" fmla="*/ 21 h 68"/>
                <a:gd name="T20" fmla="*/ 187 w 915"/>
                <a:gd name="T21" fmla="*/ 46 h 68"/>
                <a:gd name="T22" fmla="*/ 169 w 915"/>
                <a:gd name="T23" fmla="*/ 29 h 68"/>
                <a:gd name="T24" fmla="*/ 221 w 915"/>
                <a:gd name="T25" fmla="*/ 24 h 68"/>
                <a:gd name="T26" fmla="*/ 198 w 915"/>
                <a:gd name="T27" fmla="*/ 52 h 68"/>
                <a:gd name="T28" fmla="*/ 209 w 915"/>
                <a:gd name="T29" fmla="*/ 18 h 68"/>
                <a:gd name="T30" fmla="*/ 247 w 915"/>
                <a:gd name="T31" fmla="*/ 51 h 68"/>
                <a:gd name="T32" fmla="*/ 244 w 915"/>
                <a:gd name="T33" fmla="*/ 42 h 68"/>
                <a:gd name="T34" fmla="*/ 271 w 915"/>
                <a:gd name="T35" fmla="*/ 1 h 68"/>
                <a:gd name="T36" fmla="*/ 276 w 915"/>
                <a:gd name="T37" fmla="*/ 51 h 68"/>
                <a:gd name="T38" fmla="*/ 259 w 915"/>
                <a:gd name="T39" fmla="*/ 22 h 68"/>
                <a:gd name="T40" fmla="*/ 301 w 915"/>
                <a:gd name="T41" fmla="*/ 46 h 68"/>
                <a:gd name="T42" fmla="*/ 292 w 915"/>
                <a:gd name="T43" fmla="*/ 7 h 68"/>
                <a:gd name="T44" fmla="*/ 333 w 915"/>
                <a:gd name="T45" fmla="*/ 20 h 68"/>
                <a:gd name="T46" fmla="*/ 309 w 915"/>
                <a:gd name="T47" fmla="*/ 67 h 68"/>
                <a:gd name="T48" fmla="*/ 305 w 915"/>
                <a:gd name="T49" fmla="*/ 19 h 68"/>
                <a:gd name="T50" fmla="*/ 379 w 915"/>
                <a:gd name="T51" fmla="*/ 18 h 68"/>
                <a:gd name="T52" fmla="*/ 415 w 915"/>
                <a:gd name="T53" fmla="*/ 44 h 68"/>
                <a:gd name="T54" fmla="*/ 403 w 915"/>
                <a:gd name="T55" fmla="*/ 21 h 68"/>
                <a:gd name="T56" fmla="*/ 425 w 915"/>
                <a:gd name="T57" fmla="*/ 5 h 68"/>
                <a:gd name="T58" fmla="*/ 475 w 915"/>
                <a:gd name="T59" fmla="*/ 19 h 68"/>
                <a:gd name="T60" fmla="*/ 465 w 915"/>
                <a:gd name="T61" fmla="*/ 54 h 68"/>
                <a:gd name="T62" fmla="*/ 471 w 915"/>
                <a:gd name="T63" fmla="*/ 48 h 68"/>
                <a:gd name="T64" fmla="*/ 474 w 915"/>
                <a:gd name="T65" fmla="*/ 4 h 68"/>
                <a:gd name="T66" fmla="*/ 516 w 915"/>
                <a:gd name="T67" fmla="*/ 28 h 68"/>
                <a:gd name="T68" fmla="*/ 517 w 915"/>
                <a:gd name="T69" fmla="*/ 40 h 68"/>
                <a:gd name="T70" fmla="*/ 537 w 915"/>
                <a:gd name="T71" fmla="*/ 49 h 68"/>
                <a:gd name="T72" fmla="*/ 528 w 915"/>
                <a:gd name="T73" fmla="*/ 23 h 68"/>
                <a:gd name="T74" fmla="*/ 565 w 915"/>
                <a:gd name="T75" fmla="*/ 53 h 68"/>
                <a:gd name="T76" fmla="*/ 563 w 915"/>
                <a:gd name="T77" fmla="*/ 21 h 68"/>
                <a:gd name="T78" fmla="*/ 620 w 915"/>
                <a:gd name="T79" fmla="*/ 52 h 68"/>
                <a:gd name="T80" fmla="*/ 596 w 915"/>
                <a:gd name="T81" fmla="*/ 49 h 68"/>
                <a:gd name="T82" fmla="*/ 587 w 915"/>
                <a:gd name="T83" fmla="*/ 22 h 68"/>
                <a:gd name="T84" fmla="*/ 642 w 915"/>
                <a:gd name="T85" fmla="*/ 17 h 68"/>
                <a:gd name="T86" fmla="*/ 643 w 915"/>
                <a:gd name="T87" fmla="*/ 48 h 68"/>
                <a:gd name="T88" fmla="*/ 667 w 915"/>
                <a:gd name="T89" fmla="*/ 49 h 68"/>
                <a:gd name="T90" fmla="*/ 671 w 915"/>
                <a:gd name="T91" fmla="*/ 23 h 68"/>
                <a:gd name="T92" fmla="*/ 726 w 915"/>
                <a:gd name="T93" fmla="*/ 20 h 68"/>
                <a:gd name="T94" fmla="*/ 739 w 915"/>
                <a:gd name="T95" fmla="*/ 29 h 68"/>
                <a:gd name="T96" fmla="*/ 731 w 915"/>
                <a:gd name="T97" fmla="*/ 33 h 68"/>
                <a:gd name="T98" fmla="*/ 778 w 915"/>
                <a:gd name="T99" fmla="*/ 45 h 68"/>
                <a:gd name="T100" fmla="*/ 771 w 915"/>
                <a:gd name="T101" fmla="*/ 24 h 68"/>
                <a:gd name="T102" fmla="*/ 753 w 915"/>
                <a:gd name="T103" fmla="*/ 45 h 68"/>
                <a:gd name="T104" fmla="*/ 803 w 915"/>
                <a:gd name="T105" fmla="*/ 54 h 68"/>
                <a:gd name="T106" fmla="*/ 816 w 915"/>
                <a:gd name="T107" fmla="*/ 0 h 68"/>
                <a:gd name="T108" fmla="*/ 812 w 915"/>
                <a:gd name="T109" fmla="*/ 29 h 68"/>
                <a:gd name="T110" fmla="*/ 881 w 915"/>
                <a:gd name="T111" fmla="*/ 10 h 68"/>
                <a:gd name="T112" fmla="*/ 859 w 915"/>
                <a:gd name="T113" fmla="*/ 49 h 68"/>
                <a:gd name="T114" fmla="*/ 903 w 915"/>
                <a:gd name="T115" fmla="*/ 48 h 68"/>
                <a:gd name="T116" fmla="*/ 891 w 915"/>
                <a:gd name="T117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915" h="68">
                  <a:moveTo>
                    <a:pt x="35" y="4"/>
                  </a:moveTo>
                  <a:cubicBezTo>
                    <a:pt x="35" y="3"/>
                    <a:pt x="35" y="3"/>
                    <a:pt x="35" y="3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3" y="4"/>
                    <a:pt x="53" y="4"/>
                    <a:pt x="53" y="4"/>
                  </a:cubicBezTo>
                  <a:cubicBezTo>
                    <a:pt x="51" y="4"/>
                    <a:pt x="51" y="4"/>
                    <a:pt x="51" y="4"/>
                  </a:cubicBezTo>
                  <a:cubicBezTo>
                    <a:pt x="49" y="4"/>
                    <a:pt x="47" y="5"/>
                    <a:pt x="46" y="6"/>
                  </a:cubicBezTo>
                  <a:cubicBezTo>
                    <a:pt x="46" y="7"/>
                    <a:pt x="45" y="9"/>
                    <a:pt x="45" y="11"/>
                  </a:cubicBezTo>
                  <a:cubicBezTo>
                    <a:pt x="45" y="32"/>
                    <a:pt x="45" y="32"/>
                    <a:pt x="45" y="32"/>
                  </a:cubicBezTo>
                  <a:cubicBezTo>
                    <a:pt x="45" y="37"/>
                    <a:pt x="45" y="41"/>
                    <a:pt x="44" y="43"/>
                  </a:cubicBezTo>
                  <a:cubicBezTo>
                    <a:pt x="43" y="46"/>
                    <a:pt x="41" y="49"/>
                    <a:pt x="38" y="51"/>
                  </a:cubicBezTo>
                  <a:cubicBezTo>
                    <a:pt x="35" y="53"/>
                    <a:pt x="31" y="53"/>
                    <a:pt x="27" y="53"/>
                  </a:cubicBezTo>
                  <a:cubicBezTo>
                    <a:pt x="21" y="53"/>
                    <a:pt x="17" y="53"/>
                    <a:pt x="15" y="51"/>
                  </a:cubicBezTo>
                  <a:cubicBezTo>
                    <a:pt x="12" y="49"/>
                    <a:pt x="10" y="46"/>
                    <a:pt x="9" y="43"/>
                  </a:cubicBezTo>
                  <a:cubicBezTo>
                    <a:pt x="8" y="41"/>
                    <a:pt x="7" y="37"/>
                    <a:pt x="7" y="31"/>
                  </a:cubicBezTo>
                  <a:cubicBezTo>
                    <a:pt x="7" y="11"/>
                    <a:pt x="7" y="11"/>
                    <a:pt x="7" y="11"/>
                  </a:cubicBezTo>
                  <a:cubicBezTo>
                    <a:pt x="7" y="8"/>
                    <a:pt x="7" y="6"/>
                    <a:pt x="6" y="5"/>
                  </a:cubicBezTo>
                  <a:cubicBezTo>
                    <a:pt x="5" y="4"/>
                    <a:pt x="4" y="3"/>
                    <a:pt x="2" y="3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21" y="2"/>
                    <a:pt x="21" y="2"/>
                    <a:pt x="21" y="2"/>
                  </a:cubicBezTo>
                  <a:cubicBezTo>
                    <a:pt x="21" y="3"/>
                    <a:pt x="21" y="3"/>
                    <a:pt x="21" y="3"/>
                  </a:cubicBezTo>
                  <a:cubicBezTo>
                    <a:pt x="19" y="3"/>
                    <a:pt x="19" y="3"/>
                    <a:pt x="19" y="3"/>
                  </a:cubicBezTo>
                  <a:cubicBezTo>
                    <a:pt x="17" y="3"/>
                    <a:pt x="15" y="4"/>
                    <a:pt x="15" y="5"/>
                  </a:cubicBezTo>
                  <a:cubicBezTo>
                    <a:pt x="14" y="6"/>
                    <a:pt x="14" y="8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5"/>
                    <a:pt x="14" y="37"/>
                    <a:pt x="14" y="40"/>
                  </a:cubicBezTo>
                  <a:cubicBezTo>
                    <a:pt x="15" y="43"/>
                    <a:pt x="15" y="45"/>
                    <a:pt x="16" y="46"/>
                  </a:cubicBezTo>
                  <a:cubicBezTo>
                    <a:pt x="17" y="48"/>
                    <a:pt x="19" y="49"/>
                    <a:pt x="20" y="50"/>
                  </a:cubicBezTo>
                  <a:cubicBezTo>
                    <a:pt x="22" y="51"/>
                    <a:pt x="24" y="51"/>
                    <a:pt x="27" y="51"/>
                  </a:cubicBezTo>
                  <a:cubicBezTo>
                    <a:pt x="30" y="51"/>
                    <a:pt x="33" y="50"/>
                    <a:pt x="35" y="49"/>
                  </a:cubicBezTo>
                  <a:cubicBezTo>
                    <a:pt x="37" y="47"/>
                    <a:pt x="39" y="46"/>
                    <a:pt x="40" y="43"/>
                  </a:cubicBezTo>
                  <a:cubicBezTo>
                    <a:pt x="41" y="41"/>
                    <a:pt x="41" y="37"/>
                    <a:pt x="41" y="32"/>
                  </a:cubicBezTo>
                  <a:cubicBezTo>
                    <a:pt x="41" y="12"/>
                    <a:pt x="41" y="12"/>
                    <a:pt x="41" y="12"/>
                  </a:cubicBezTo>
                  <a:cubicBezTo>
                    <a:pt x="41" y="9"/>
                    <a:pt x="41" y="7"/>
                    <a:pt x="40" y="6"/>
                  </a:cubicBezTo>
                  <a:cubicBezTo>
                    <a:pt x="39" y="5"/>
                    <a:pt x="38" y="4"/>
                    <a:pt x="36" y="4"/>
                  </a:cubicBezTo>
                  <a:cubicBezTo>
                    <a:pt x="35" y="4"/>
                    <a:pt x="35" y="4"/>
                    <a:pt x="35" y="4"/>
                  </a:cubicBezTo>
                  <a:close/>
                  <a:moveTo>
                    <a:pt x="69" y="25"/>
                  </a:moveTo>
                  <a:cubicBezTo>
                    <a:pt x="73" y="20"/>
                    <a:pt x="76" y="18"/>
                    <a:pt x="79" y="18"/>
                  </a:cubicBezTo>
                  <a:cubicBezTo>
                    <a:pt x="81" y="18"/>
                    <a:pt x="83" y="18"/>
                    <a:pt x="84" y="19"/>
                  </a:cubicBezTo>
                  <a:cubicBezTo>
                    <a:pt x="85" y="20"/>
                    <a:pt x="87" y="21"/>
                    <a:pt x="87" y="23"/>
                  </a:cubicBezTo>
                  <a:cubicBezTo>
                    <a:pt x="88" y="25"/>
                    <a:pt x="88" y="27"/>
                    <a:pt x="88" y="3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8"/>
                    <a:pt x="89" y="49"/>
                  </a:cubicBezTo>
                  <a:cubicBezTo>
                    <a:pt x="89" y="50"/>
                    <a:pt x="89" y="50"/>
                    <a:pt x="90" y="51"/>
                  </a:cubicBezTo>
                  <a:cubicBezTo>
                    <a:pt x="90" y="51"/>
                    <a:pt x="91" y="51"/>
                    <a:pt x="93" y="51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77" y="51"/>
                    <a:pt x="77" y="51"/>
                    <a:pt x="77" y="51"/>
                  </a:cubicBezTo>
                  <a:cubicBezTo>
                    <a:pt x="78" y="51"/>
                    <a:pt x="78" y="51"/>
                    <a:pt x="78" y="51"/>
                  </a:cubicBezTo>
                  <a:cubicBezTo>
                    <a:pt x="79" y="51"/>
                    <a:pt x="80" y="51"/>
                    <a:pt x="81" y="50"/>
                  </a:cubicBezTo>
                  <a:cubicBezTo>
                    <a:pt x="82" y="50"/>
                    <a:pt x="82" y="49"/>
                    <a:pt x="82" y="48"/>
                  </a:cubicBezTo>
                  <a:cubicBezTo>
                    <a:pt x="82" y="48"/>
                    <a:pt x="82" y="47"/>
                    <a:pt x="82" y="45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27"/>
                    <a:pt x="82" y="25"/>
                    <a:pt x="81" y="24"/>
                  </a:cubicBezTo>
                  <a:cubicBezTo>
                    <a:pt x="80" y="23"/>
                    <a:pt x="79" y="22"/>
                    <a:pt x="77" y="22"/>
                  </a:cubicBezTo>
                  <a:cubicBezTo>
                    <a:pt x="74" y="22"/>
                    <a:pt x="71" y="23"/>
                    <a:pt x="69" y="27"/>
                  </a:cubicBezTo>
                  <a:cubicBezTo>
                    <a:pt x="69" y="45"/>
                    <a:pt x="69" y="45"/>
                    <a:pt x="69" y="45"/>
                  </a:cubicBezTo>
                  <a:cubicBezTo>
                    <a:pt x="69" y="47"/>
                    <a:pt x="69" y="48"/>
                    <a:pt x="69" y="49"/>
                  </a:cubicBezTo>
                  <a:cubicBezTo>
                    <a:pt x="69" y="50"/>
                    <a:pt x="70" y="50"/>
                    <a:pt x="70" y="51"/>
                  </a:cubicBezTo>
                  <a:cubicBezTo>
                    <a:pt x="71" y="51"/>
                    <a:pt x="72" y="51"/>
                    <a:pt x="74" y="51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58" y="52"/>
                    <a:pt x="58" y="52"/>
                    <a:pt x="58" y="52"/>
                  </a:cubicBezTo>
                  <a:cubicBezTo>
                    <a:pt x="58" y="51"/>
                    <a:pt x="58" y="51"/>
                    <a:pt x="58" y="51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60" y="51"/>
                    <a:pt x="61" y="51"/>
                    <a:pt x="62" y="50"/>
                  </a:cubicBezTo>
                  <a:cubicBezTo>
                    <a:pt x="62" y="49"/>
                    <a:pt x="63" y="47"/>
                    <a:pt x="63" y="45"/>
                  </a:cubicBezTo>
                  <a:cubicBezTo>
                    <a:pt x="63" y="32"/>
                    <a:pt x="63" y="32"/>
                    <a:pt x="63" y="32"/>
                  </a:cubicBezTo>
                  <a:cubicBezTo>
                    <a:pt x="63" y="28"/>
                    <a:pt x="63" y="25"/>
                    <a:pt x="62" y="24"/>
                  </a:cubicBezTo>
                  <a:cubicBezTo>
                    <a:pt x="62" y="23"/>
                    <a:pt x="62" y="23"/>
                    <a:pt x="61" y="22"/>
                  </a:cubicBezTo>
                  <a:cubicBezTo>
                    <a:pt x="61" y="22"/>
                    <a:pt x="61" y="22"/>
                    <a:pt x="60" y="22"/>
                  </a:cubicBezTo>
                  <a:cubicBezTo>
                    <a:pt x="59" y="22"/>
                    <a:pt x="58" y="22"/>
                    <a:pt x="57" y="22"/>
                  </a:cubicBezTo>
                  <a:cubicBezTo>
                    <a:pt x="57" y="21"/>
                    <a:pt x="57" y="21"/>
                    <a:pt x="57" y="21"/>
                  </a:cubicBezTo>
                  <a:cubicBezTo>
                    <a:pt x="67" y="17"/>
                    <a:pt x="67" y="17"/>
                    <a:pt x="67" y="17"/>
                  </a:cubicBezTo>
                  <a:cubicBezTo>
                    <a:pt x="69" y="17"/>
                    <a:pt x="69" y="17"/>
                    <a:pt x="69" y="17"/>
                  </a:cubicBezTo>
                  <a:cubicBezTo>
                    <a:pt x="69" y="25"/>
                    <a:pt x="69" y="25"/>
                    <a:pt x="69" y="25"/>
                  </a:cubicBezTo>
                  <a:close/>
                  <a:moveTo>
                    <a:pt x="108" y="0"/>
                  </a:moveTo>
                  <a:cubicBezTo>
                    <a:pt x="109" y="0"/>
                    <a:pt x="110" y="0"/>
                    <a:pt x="110" y="1"/>
                  </a:cubicBezTo>
                  <a:cubicBezTo>
                    <a:pt x="111" y="2"/>
                    <a:pt x="111" y="3"/>
                    <a:pt x="111" y="4"/>
                  </a:cubicBezTo>
                  <a:cubicBezTo>
                    <a:pt x="111" y="5"/>
                    <a:pt x="111" y="6"/>
                    <a:pt x="110" y="7"/>
                  </a:cubicBezTo>
                  <a:cubicBezTo>
                    <a:pt x="109" y="7"/>
                    <a:pt x="109" y="8"/>
                    <a:pt x="108" y="8"/>
                  </a:cubicBezTo>
                  <a:cubicBezTo>
                    <a:pt x="107" y="8"/>
                    <a:pt x="106" y="7"/>
                    <a:pt x="105" y="7"/>
                  </a:cubicBezTo>
                  <a:cubicBezTo>
                    <a:pt x="105" y="6"/>
                    <a:pt x="104" y="5"/>
                    <a:pt x="104" y="4"/>
                  </a:cubicBezTo>
                  <a:cubicBezTo>
                    <a:pt x="104" y="3"/>
                    <a:pt x="105" y="2"/>
                    <a:pt x="105" y="1"/>
                  </a:cubicBezTo>
                  <a:cubicBezTo>
                    <a:pt x="106" y="0"/>
                    <a:pt x="107" y="0"/>
                    <a:pt x="108" y="0"/>
                  </a:cubicBezTo>
                  <a:close/>
                  <a:moveTo>
                    <a:pt x="111" y="18"/>
                  </a:moveTo>
                  <a:cubicBezTo>
                    <a:pt x="111" y="45"/>
                    <a:pt x="111" y="45"/>
                    <a:pt x="111" y="45"/>
                  </a:cubicBezTo>
                  <a:cubicBezTo>
                    <a:pt x="111" y="47"/>
                    <a:pt x="111" y="49"/>
                    <a:pt x="111" y="49"/>
                  </a:cubicBezTo>
                  <a:cubicBezTo>
                    <a:pt x="111" y="50"/>
                    <a:pt x="112" y="51"/>
                    <a:pt x="112" y="51"/>
                  </a:cubicBezTo>
                  <a:cubicBezTo>
                    <a:pt x="113" y="51"/>
                    <a:pt x="114" y="51"/>
                    <a:pt x="115" y="51"/>
                  </a:cubicBezTo>
                  <a:cubicBezTo>
                    <a:pt x="115" y="53"/>
                    <a:pt x="115" y="53"/>
                    <a:pt x="115" y="53"/>
                  </a:cubicBezTo>
                  <a:cubicBezTo>
                    <a:pt x="99" y="53"/>
                    <a:pt x="99" y="53"/>
                    <a:pt x="99" y="53"/>
                  </a:cubicBezTo>
                  <a:cubicBezTo>
                    <a:pt x="99" y="51"/>
                    <a:pt x="99" y="51"/>
                    <a:pt x="99" y="51"/>
                  </a:cubicBezTo>
                  <a:cubicBezTo>
                    <a:pt x="101" y="51"/>
                    <a:pt x="102" y="51"/>
                    <a:pt x="103" y="51"/>
                  </a:cubicBezTo>
                  <a:cubicBezTo>
                    <a:pt x="103" y="51"/>
                    <a:pt x="103" y="50"/>
                    <a:pt x="104" y="49"/>
                  </a:cubicBezTo>
                  <a:cubicBezTo>
                    <a:pt x="104" y="49"/>
                    <a:pt x="104" y="47"/>
                    <a:pt x="104" y="45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28"/>
                    <a:pt x="104" y="26"/>
                    <a:pt x="104" y="25"/>
                  </a:cubicBezTo>
                  <a:cubicBezTo>
                    <a:pt x="104" y="24"/>
                    <a:pt x="103" y="23"/>
                    <a:pt x="103" y="23"/>
                  </a:cubicBezTo>
                  <a:cubicBezTo>
                    <a:pt x="103" y="23"/>
                    <a:pt x="102" y="23"/>
                    <a:pt x="101" y="23"/>
                  </a:cubicBezTo>
                  <a:cubicBezTo>
                    <a:pt x="101" y="23"/>
                    <a:pt x="100" y="23"/>
                    <a:pt x="99" y="23"/>
                  </a:cubicBezTo>
                  <a:cubicBezTo>
                    <a:pt x="99" y="22"/>
                    <a:pt x="99" y="22"/>
                    <a:pt x="99" y="22"/>
                  </a:cubicBezTo>
                  <a:cubicBezTo>
                    <a:pt x="109" y="18"/>
                    <a:pt x="109" y="18"/>
                    <a:pt x="109" y="18"/>
                  </a:cubicBezTo>
                  <a:cubicBezTo>
                    <a:pt x="111" y="18"/>
                    <a:pt x="111" y="18"/>
                    <a:pt x="111" y="18"/>
                  </a:cubicBezTo>
                  <a:close/>
                  <a:moveTo>
                    <a:pt x="122" y="19"/>
                  </a:moveTo>
                  <a:cubicBezTo>
                    <a:pt x="137" y="19"/>
                    <a:pt x="137" y="19"/>
                    <a:pt x="137" y="19"/>
                  </a:cubicBezTo>
                  <a:cubicBezTo>
                    <a:pt x="137" y="20"/>
                    <a:pt x="137" y="20"/>
                    <a:pt x="137" y="20"/>
                  </a:cubicBezTo>
                  <a:cubicBezTo>
                    <a:pt x="136" y="20"/>
                    <a:pt x="136" y="20"/>
                    <a:pt x="136" y="20"/>
                  </a:cubicBezTo>
                  <a:cubicBezTo>
                    <a:pt x="135" y="20"/>
                    <a:pt x="134" y="20"/>
                    <a:pt x="134" y="21"/>
                  </a:cubicBezTo>
                  <a:cubicBezTo>
                    <a:pt x="133" y="21"/>
                    <a:pt x="133" y="22"/>
                    <a:pt x="133" y="23"/>
                  </a:cubicBezTo>
                  <a:cubicBezTo>
                    <a:pt x="133" y="23"/>
                    <a:pt x="133" y="25"/>
                    <a:pt x="134" y="26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49" y="24"/>
                    <a:pt x="150" y="23"/>
                    <a:pt x="150" y="22"/>
                  </a:cubicBezTo>
                  <a:cubicBezTo>
                    <a:pt x="150" y="21"/>
                    <a:pt x="150" y="21"/>
                    <a:pt x="149" y="21"/>
                  </a:cubicBezTo>
                  <a:cubicBezTo>
                    <a:pt x="149" y="21"/>
                    <a:pt x="149" y="20"/>
                    <a:pt x="149" y="20"/>
                  </a:cubicBezTo>
                  <a:cubicBezTo>
                    <a:pt x="148" y="20"/>
                    <a:pt x="147" y="20"/>
                    <a:pt x="146" y="20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57" y="19"/>
                    <a:pt x="157" y="19"/>
                    <a:pt x="157" y="19"/>
                  </a:cubicBezTo>
                  <a:cubicBezTo>
                    <a:pt x="157" y="20"/>
                    <a:pt x="157" y="20"/>
                    <a:pt x="157" y="20"/>
                  </a:cubicBezTo>
                  <a:cubicBezTo>
                    <a:pt x="156" y="20"/>
                    <a:pt x="155" y="20"/>
                    <a:pt x="155" y="21"/>
                  </a:cubicBezTo>
                  <a:cubicBezTo>
                    <a:pt x="154" y="21"/>
                    <a:pt x="153" y="23"/>
                    <a:pt x="152" y="24"/>
                  </a:cubicBezTo>
                  <a:cubicBezTo>
                    <a:pt x="141" y="53"/>
                    <a:pt x="141" y="53"/>
                    <a:pt x="141" y="53"/>
                  </a:cubicBezTo>
                  <a:cubicBezTo>
                    <a:pt x="139" y="53"/>
                    <a:pt x="139" y="53"/>
                    <a:pt x="139" y="53"/>
                  </a:cubicBezTo>
                  <a:cubicBezTo>
                    <a:pt x="127" y="25"/>
                    <a:pt x="127" y="25"/>
                    <a:pt x="127" y="25"/>
                  </a:cubicBezTo>
                  <a:cubicBezTo>
                    <a:pt x="127" y="23"/>
                    <a:pt x="126" y="22"/>
                    <a:pt x="126" y="22"/>
                  </a:cubicBezTo>
                  <a:cubicBezTo>
                    <a:pt x="125" y="21"/>
                    <a:pt x="125" y="21"/>
                    <a:pt x="124" y="20"/>
                  </a:cubicBezTo>
                  <a:cubicBezTo>
                    <a:pt x="123" y="20"/>
                    <a:pt x="123" y="20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lose/>
                  <a:moveTo>
                    <a:pt x="169" y="31"/>
                  </a:moveTo>
                  <a:cubicBezTo>
                    <a:pt x="169" y="37"/>
                    <a:pt x="170" y="40"/>
                    <a:pt x="173" y="43"/>
                  </a:cubicBezTo>
                  <a:cubicBezTo>
                    <a:pt x="175" y="46"/>
                    <a:pt x="178" y="48"/>
                    <a:pt x="181" y="48"/>
                  </a:cubicBezTo>
                  <a:cubicBezTo>
                    <a:pt x="183" y="48"/>
                    <a:pt x="185" y="47"/>
                    <a:pt x="187" y="46"/>
                  </a:cubicBezTo>
                  <a:cubicBezTo>
                    <a:pt x="188" y="45"/>
                    <a:pt x="189" y="43"/>
                    <a:pt x="191" y="39"/>
                  </a:cubicBezTo>
                  <a:cubicBezTo>
                    <a:pt x="192" y="40"/>
                    <a:pt x="192" y="40"/>
                    <a:pt x="192" y="40"/>
                  </a:cubicBezTo>
                  <a:cubicBezTo>
                    <a:pt x="191" y="43"/>
                    <a:pt x="190" y="47"/>
                    <a:pt x="187" y="49"/>
                  </a:cubicBezTo>
                  <a:cubicBezTo>
                    <a:pt x="185" y="52"/>
                    <a:pt x="182" y="53"/>
                    <a:pt x="178" y="53"/>
                  </a:cubicBezTo>
                  <a:cubicBezTo>
                    <a:pt x="174" y="53"/>
                    <a:pt x="171" y="52"/>
                    <a:pt x="168" y="49"/>
                  </a:cubicBezTo>
                  <a:cubicBezTo>
                    <a:pt x="165" y="45"/>
                    <a:pt x="164" y="41"/>
                    <a:pt x="164" y="36"/>
                  </a:cubicBezTo>
                  <a:cubicBezTo>
                    <a:pt x="164" y="30"/>
                    <a:pt x="166" y="25"/>
                    <a:pt x="169" y="22"/>
                  </a:cubicBezTo>
                  <a:cubicBezTo>
                    <a:pt x="171" y="19"/>
                    <a:pt x="175" y="17"/>
                    <a:pt x="179" y="17"/>
                  </a:cubicBezTo>
                  <a:cubicBezTo>
                    <a:pt x="183" y="17"/>
                    <a:pt x="186" y="19"/>
                    <a:pt x="189" y="21"/>
                  </a:cubicBezTo>
                  <a:cubicBezTo>
                    <a:pt x="191" y="23"/>
                    <a:pt x="192" y="27"/>
                    <a:pt x="192" y="31"/>
                  </a:cubicBezTo>
                  <a:cubicBezTo>
                    <a:pt x="169" y="31"/>
                    <a:pt x="169" y="31"/>
                    <a:pt x="169" y="31"/>
                  </a:cubicBezTo>
                  <a:close/>
                  <a:moveTo>
                    <a:pt x="169" y="29"/>
                  </a:moveTo>
                  <a:cubicBezTo>
                    <a:pt x="184" y="29"/>
                    <a:pt x="184" y="29"/>
                    <a:pt x="184" y="29"/>
                  </a:cubicBezTo>
                  <a:cubicBezTo>
                    <a:pt x="184" y="27"/>
                    <a:pt x="184" y="26"/>
                    <a:pt x="183" y="25"/>
                  </a:cubicBezTo>
                  <a:cubicBezTo>
                    <a:pt x="183" y="24"/>
                    <a:pt x="182" y="23"/>
                    <a:pt x="181" y="22"/>
                  </a:cubicBezTo>
                  <a:cubicBezTo>
                    <a:pt x="179" y="21"/>
                    <a:pt x="178" y="21"/>
                    <a:pt x="177" y="21"/>
                  </a:cubicBezTo>
                  <a:cubicBezTo>
                    <a:pt x="175" y="21"/>
                    <a:pt x="173" y="21"/>
                    <a:pt x="172" y="23"/>
                  </a:cubicBezTo>
                  <a:cubicBezTo>
                    <a:pt x="170" y="24"/>
                    <a:pt x="169" y="27"/>
                    <a:pt x="169" y="29"/>
                  </a:cubicBezTo>
                  <a:close/>
                  <a:moveTo>
                    <a:pt x="209" y="18"/>
                  </a:moveTo>
                  <a:cubicBezTo>
                    <a:pt x="209" y="25"/>
                    <a:pt x="209" y="25"/>
                    <a:pt x="209" y="25"/>
                  </a:cubicBezTo>
                  <a:cubicBezTo>
                    <a:pt x="212" y="20"/>
                    <a:pt x="215" y="18"/>
                    <a:pt x="218" y="18"/>
                  </a:cubicBezTo>
                  <a:cubicBezTo>
                    <a:pt x="219" y="18"/>
                    <a:pt x="220" y="18"/>
                    <a:pt x="221" y="19"/>
                  </a:cubicBezTo>
                  <a:cubicBezTo>
                    <a:pt x="222" y="20"/>
                    <a:pt x="222" y="21"/>
                    <a:pt x="222" y="22"/>
                  </a:cubicBezTo>
                  <a:cubicBezTo>
                    <a:pt x="222" y="23"/>
                    <a:pt x="222" y="23"/>
                    <a:pt x="221" y="24"/>
                  </a:cubicBezTo>
                  <a:cubicBezTo>
                    <a:pt x="221" y="25"/>
                    <a:pt x="220" y="25"/>
                    <a:pt x="219" y="25"/>
                  </a:cubicBezTo>
                  <a:cubicBezTo>
                    <a:pt x="218" y="25"/>
                    <a:pt x="217" y="25"/>
                    <a:pt x="216" y="24"/>
                  </a:cubicBezTo>
                  <a:cubicBezTo>
                    <a:pt x="215" y="23"/>
                    <a:pt x="214" y="23"/>
                    <a:pt x="214" y="23"/>
                  </a:cubicBezTo>
                  <a:cubicBezTo>
                    <a:pt x="213" y="23"/>
                    <a:pt x="213" y="23"/>
                    <a:pt x="213" y="24"/>
                  </a:cubicBezTo>
                  <a:cubicBezTo>
                    <a:pt x="211" y="25"/>
                    <a:pt x="211" y="27"/>
                    <a:pt x="209" y="29"/>
                  </a:cubicBezTo>
                  <a:cubicBezTo>
                    <a:pt x="209" y="45"/>
                    <a:pt x="209" y="45"/>
                    <a:pt x="209" y="45"/>
                  </a:cubicBezTo>
                  <a:cubicBezTo>
                    <a:pt x="209" y="47"/>
                    <a:pt x="210" y="49"/>
                    <a:pt x="210" y="50"/>
                  </a:cubicBezTo>
                  <a:cubicBezTo>
                    <a:pt x="211" y="51"/>
                    <a:pt x="211" y="51"/>
                    <a:pt x="212" y="51"/>
                  </a:cubicBezTo>
                  <a:cubicBezTo>
                    <a:pt x="213" y="52"/>
                    <a:pt x="214" y="52"/>
                    <a:pt x="215" y="52"/>
                  </a:cubicBezTo>
                  <a:cubicBezTo>
                    <a:pt x="215" y="53"/>
                    <a:pt x="215" y="53"/>
                    <a:pt x="215" y="53"/>
                  </a:cubicBezTo>
                  <a:cubicBezTo>
                    <a:pt x="198" y="53"/>
                    <a:pt x="198" y="53"/>
                    <a:pt x="198" y="53"/>
                  </a:cubicBezTo>
                  <a:cubicBezTo>
                    <a:pt x="198" y="52"/>
                    <a:pt x="198" y="52"/>
                    <a:pt x="198" y="52"/>
                  </a:cubicBezTo>
                  <a:cubicBezTo>
                    <a:pt x="200" y="52"/>
                    <a:pt x="201" y="52"/>
                    <a:pt x="202" y="51"/>
                  </a:cubicBezTo>
                  <a:cubicBezTo>
                    <a:pt x="202" y="51"/>
                    <a:pt x="203" y="50"/>
                    <a:pt x="203" y="49"/>
                  </a:cubicBezTo>
                  <a:cubicBezTo>
                    <a:pt x="203" y="49"/>
                    <a:pt x="203" y="48"/>
                    <a:pt x="203" y="46"/>
                  </a:cubicBezTo>
                  <a:cubicBezTo>
                    <a:pt x="203" y="33"/>
                    <a:pt x="203" y="33"/>
                    <a:pt x="203" y="33"/>
                  </a:cubicBezTo>
                  <a:cubicBezTo>
                    <a:pt x="203" y="29"/>
                    <a:pt x="203" y="26"/>
                    <a:pt x="203" y="25"/>
                  </a:cubicBezTo>
                  <a:cubicBezTo>
                    <a:pt x="203" y="25"/>
                    <a:pt x="202" y="24"/>
                    <a:pt x="202" y="24"/>
                  </a:cubicBezTo>
                  <a:cubicBezTo>
                    <a:pt x="201" y="23"/>
                    <a:pt x="201" y="23"/>
                    <a:pt x="200" y="23"/>
                  </a:cubicBezTo>
                  <a:cubicBezTo>
                    <a:pt x="199" y="23"/>
                    <a:pt x="199" y="23"/>
                    <a:pt x="198" y="24"/>
                  </a:cubicBezTo>
                  <a:cubicBezTo>
                    <a:pt x="197" y="23"/>
                    <a:pt x="197" y="23"/>
                    <a:pt x="197" y="23"/>
                  </a:cubicBezTo>
                  <a:cubicBezTo>
                    <a:pt x="207" y="19"/>
                    <a:pt x="207" y="19"/>
                    <a:pt x="207" y="19"/>
                  </a:cubicBezTo>
                  <a:cubicBezTo>
                    <a:pt x="209" y="19"/>
                    <a:pt x="209" y="19"/>
                    <a:pt x="209" y="19"/>
                  </a:cubicBezTo>
                  <a:cubicBezTo>
                    <a:pt x="209" y="18"/>
                    <a:pt x="209" y="18"/>
                    <a:pt x="209" y="18"/>
                  </a:cubicBezTo>
                  <a:close/>
                  <a:moveTo>
                    <a:pt x="249" y="18"/>
                  </a:moveTo>
                  <a:cubicBezTo>
                    <a:pt x="249" y="29"/>
                    <a:pt x="249" y="29"/>
                    <a:pt x="249" y="29"/>
                  </a:cubicBezTo>
                  <a:cubicBezTo>
                    <a:pt x="247" y="29"/>
                    <a:pt x="247" y="29"/>
                    <a:pt x="247" y="29"/>
                  </a:cubicBezTo>
                  <a:cubicBezTo>
                    <a:pt x="247" y="26"/>
                    <a:pt x="245" y="23"/>
                    <a:pt x="244" y="22"/>
                  </a:cubicBezTo>
                  <a:cubicBezTo>
                    <a:pt x="242" y="21"/>
                    <a:pt x="241" y="20"/>
                    <a:pt x="238" y="20"/>
                  </a:cubicBezTo>
                  <a:cubicBezTo>
                    <a:pt x="237" y="20"/>
                    <a:pt x="235" y="20"/>
                    <a:pt x="234" y="21"/>
                  </a:cubicBezTo>
                  <a:cubicBezTo>
                    <a:pt x="233" y="22"/>
                    <a:pt x="233" y="23"/>
                    <a:pt x="233" y="24"/>
                  </a:cubicBezTo>
                  <a:cubicBezTo>
                    <a:pt x="233" y="25"/>
                    <a:pt x="233" y="27"/>
                    <a:pt x="234" y="28"/>
                  </a:cubicBezTo>
                  <a:cubicBezTo>
                    <a:pt x="235" y="29"/>
                    <a:pt x="236" y="30"/>
                    <a:pt x="238" y="31"/>
                  </a:cubicBezTo>
                  <a:cubicBezTo>
                    <a:pt x="243" y="34"/>
                    <a:pt x="243" y="34"/>
                    <a:pt x="243" y="34"/>
                  </a:cubicBezTo>
                  <a:cubicBezTo>
                    <a:pt x="248" y="36"/>
                    <a:pt x="251" y="39"/>
                    <a:pt x="251" y="43"/>
                  </a:cubicBezTo>
                  <a:cubicBezTo>
                    <a:pt x="251" y="47"/>
                    <a:pt x="249" y="49"/>
                    <a:pt x="247" y="51"/>
                  </a:cubicBezTo>
                  <a:cubicBezTo>
                    <a:pt x="245" y="53"/>
                    <a:pt x="243" y="54"/>
                    <a:pt x="240" y="54"/>
                  </a:cubicBezTo>
                  <a:cubicBezTo>
                    <a:pt x="238" y="54"/>
                    <a:pt x="235" y="53"/>
                    <a:pt x="233" y="53"/>
                  </a:cubicBezTo>
                  <a:cubicBezTo>
                    <a:pt x="232" y="52"/>
                    <a:pt x="231" y="52"/>
                    <a:pt x="231" y="52"/>
                  </a:cubicBezTo>
                  <a:cubicBezTo>
                    <a:pt x="231" y="52"/>
                    <a:pt x="230" y="53"/>
                    <a:pt x="230" y="53"/>
                  </a:cubicBezTo>
                  <a:cubicBezTo>
                    <a:pt x="229" y="53"/>
                    <a:pt x="229" y="53"/>
                    <a:pt x="229" y="53"/>
                  </a:cubicBezTo>
                  <a:cubicBezTo>
                    <a:pt x="229" y="41"/>
                    <a:pt x="229" y="41"/>
                    <a:pt x="229" y="41"/>
                  </a:cubicBezTo>
                  <a:cubicBezTo>
                    <a:pt x="230" y="41"/>
                    <a:pt x="230" y="41"/>
                    <a:pt x="230" y="41"/>
                  </a:cubicBezTo>
                  <a:cubicBezTo>
                    <a:pt x="231" y="45"/>
                    <a:pt x="232" y="47"/>
                    <a:pt x="234" y="49"/>
                  </a:cubicBezTo>
                  <a:cubicBezTo>
                    <a:pt x="236" y="51"/>
                    <a:pt x="238" y="52"/>
                    <a:pt x="240" y="52"/>
                  </a:cubicBezTo>
                  <a:cubicBezTo>
                    <a:pt x="242" y="52"/>
                    <a:pt x="243" y="51"/>
                    <a:pt x="244" y="50"/>
                  </a:cubicBezTo>
                  <a:cubicBezTo>
                    <a:pt x="245" y="49"/>
                    <a:pt x="246" y="48"/>
                    <a:pt x="246" y="47"/>
                  </a:cubicBezTo>
                  <a:cubicBezTo>
                    <a:pt x="246" y="45"/>
                    <a:pt x="245" y="43"/>
                    <a:pt x="244" y="42"/>
                  </a:cubicBezTo>
                  <a:cubicBezTo>
                    <a:pt x="243" y="41"/>
                    <a:pt x="241" y="39"/>
                    <a:pt x="237" y="38"/>
                  </a:cubicBezTo>
                  <a:cubicBezTo>
                    <a:pt x="234" y="36"/>
                    <a:pt x="232" y="35"/>
                    <a:pt x="231" y="33"/>
                  </a:cubicBezTo>
                  <a:cubicBezTo>
                    <a:pt x="229" y="31"/>
                    <a:pt x="229" y="30"/>
                    <a:pt x="229" y="28"/>
                  </a:cubicBezTo>
                  <a:cubicBezTo>
                    <a:pt x="229" y="25"/>
                    <a:pt x="230" y="23"/>
                    <a:pt x="232" y="21"/>
                  </a:cubicBezTo>
                  <a:cubicBezTo>
                    <a:pt x="234" y="19"/>
                    <a:pt x="236" y="18"/>
                    <a:pt x="239" y="18"/>
                  </a:cubicBezTo>
                  <a:cubicBezTo>
                    <a:pt x="240" y="18"/>
                    <a:pt x="242" y="18"/>
                    <a:pt x="244" y="19"/>
                  </a:cubicBezTo>
                  <a:cubicBezTo>
                    <a:pt x="245" y="19"/>
                    <a:pt x="246" y="19"/>
                    <a:pt x="246" y="19"/>
                  </a:cubicBezTo>
                  <a:cubicBezTo>
                    <a:pt x="247" y="19"/>
                    <a:pt x="247" y="19"/>
                    <a:pt x="247" y="19"/>
                  </a:cubicBezTo>
                  <a:cubicBezTo>
                    <a:pt x="247" y="19"/>
                    <a:pt x="247" y="18"/>
                    <a:pt x="248" y="17"/>
                  </a:cubicBezTo>
                  <a:cubicBezTo>
                    <a:pt x="249" y="18"/>
                    <a:pt x="249" y="18"/>
                    <a:pt x="249" y="18"/>
                  </a:cubicBezTo>
                  <a:close/>
                  <a:moveTo>
                    <a:pt x="268" y="0"/>
                  </a:moveTo>
                  <a:cubicBezTo>
                    <a:pt x="269" y="0"/>
                    <a:pt x="270" y="0"/>
                    <a:pt x="271" y="1"/>
                  </a:cubicBezTo>
                  <a:cubicBezTo>
                    <a:pt x="271" y="2"/>
                    <a:pt x="272" y="3"/>
                    <a:pt x="272" y="4"/>
                  </a:cubicBezTo>
                  <a:cubicBezTo>
                    <a:pt x="272" y="5"/>
                    <a:pt x="271" y="6"/>
                    <a:pt x="271" y="7"/>
                  </a:cubicBezTo>
                  <a:cubicBezTo>
                    <a:pt x="270" y="7"/>
                    <a:pt x="269" y="8"/>
                    <a:pt x="268" y="8"/>
                  </a:cubicBezTo>
                  <a:cubicBezTo>
                    <a:pt x="267" y="8"/>
                    <a:pt x="266" y="7"/>
                    <a:pt x="266" y="7"/>
                  </a:cubicBezTo>
                  <a:cubicBezTo>
                    <a:pt x="265" y="6"/>
                    <a:pt x="265" y="5"/>
                    <a:pt x="265" y="4"/>
                  </a:cubicBezTo>
                  <a:cubicBezTo>
                    <a:pt x="265" y="3"/>
                    <a:pt x="265" y="2"/>
                    <a:pt x="266" y="1"/>
                  </a:cubicBezTo>
                  <a:cubicBezTo>
                    <a:pt x="266" y="0"/>
                    <a:pt x="267" y="0"/>
                    <a:pt x="268" y="0"/>
                  </a:cubicBezTo>
                  <a:close/>
                  <a:moveTo>
                    <a:pt x="271" y="18"/>
                  </a:moveTo>
                  <a:cubicBezTo>
                    <a:pt x="271" y="45"/>
                    <a:pt x="271" y="45"/>
                    <a:pt x="271" y="45"/>
                  </a:cubicBezTo>
                  <a:cubicBezTo>
                    <a:pt x="271" y="47"/>
                    <a:pt x="271" y="49"/>
                    <a:pt x="271" y="49"/>
                  </a:cubicBezTo>
                  <a:cubicBezTo>
                    <a:pt x="272" y="50"/>
                    <a:pt x="272" y="51"/>
                    <a:pt x="273" y="51"/>
                  </a:cubicBezTo>
                  <a:cubicBezTo>
                    <a:pt x="273" y="51"/>
                    <a:pt x="274" y="51"/>
                    <a:pt x="276" y="51"/>
                  </a:cubicBezTo>
                  <a:cubicBezTo>
                    <a:pt x="276" y="53"/>
                    <a:pt x="276" y="53"/>
                    <a:pt x="276" y="53"/>
                  </a:cubicBezTo>
                  <a:cubicBezTo>
                    <a:pt x="260" y="53"/>
                    <a:pt x="260" y="53"/>
                    <a:pt x="260" y="53"/>
                  </a:cubicBezTo>
                  <a:cubicBezTo>
                    <a:pt x="260" y="51"/>
                    <a:pt x="260" y="51"/>
                    <a:pt x="260" y="51"/>
                  </a:cubicBezTo>
                  <a:cubicBezTo>
                    <a:pt x="261" y="51"/>
                    <a:pt x="263" y="51"/>
                    <a:pt x="263" y="51"/>
                  </a:cubicBezTo>
                  <a:cubicBezTo>
                    <a:pt x="263" y="51"/>
                    <a:pt x="264" y="50"/>
                    <a:pt x="264" y="49"/>
                  </a:cubicBezTo>
                  <a:cubicBezTo>
                    <a:pt x="265" y="49"/>
                    <a:pt x="265" y="47"/>
                    <a:pt x="265" y="45"/>
                  </a:cubicBezTo>
                  <a:cubicBezTo>
                    <a:pt x="265" y="32"/>
                    <a:pt x="265" y="32"/>
                    <a:pt x="265" y="32"/>
                  </a:cubicBezTo>
                  <a:cubicBezTo>
                    <a:pt x="265" y="28"/>
                    <a:pt x="265" y="26"/>
                    <a:pt x="264" y="25"/>
                  </a:cubicBezTo>
                  <a:cubicBezTo>
                    <a:pt x="264" y="24"/>
                    <a:pt x="264" y="23"/>
                    <a:pt x="263" y="23"/>
                  </a:cubicBezTo>
                  <a:cubicBezTo>
                    <a:pt x="263" y="23"/>
                    <a:pt x="263" y="23"/>
                    <a:pt x="262" y="23"/>
                  </a:cubicBezTo>
                  <a:cubicBezTo>
                    <a:pt x="261" y="23"/>
                    <a:pt x="260" y="23"/>
                    <a:pt x="259" y="23"/>
                  </a:cubicBezTo>
                  <a:cubicBezTo>
                    <a:pt x="259" y="22"/>
                    <a:pt x="259" y="22"/>
                    <a:pt x="259" y="22"/>
                  </a:cubicBezTo>
                  <a:cubicBezTo>
                    <a:pt x="269" y="18"/>
                    <a:pt x="269" y="18"/>
                    <a:pt x="269" y="18"/>
                  </a:cubicBezTo>
                  <a:cubicBezTo>
                    <a:pt x="271" y="18"/>
                    <a:pt x="271" y="18"/>
                    <a:pt x="271" y="18"/>
                  </a:cubicBezTo>
                  <a:close/>
                  <a:moveTo>
                    <a:pt x="293" y="7"/>
                  </a:moveTo>
                  <a:cubicBezTo>
                    <a:pt x="293" y="19"/>
                    <a:pt x="293" y="19"/>
                    <a:pt x="293" y="19"/>
                  </a:cubicBezTo>
                  <a:cubicBezTo>
                    <a:pt x="301" y="19"/>
                    <a:pt x="301" y="19"/>
                    <a:pt x="301" y="19"/>
                  </a:cubicBezTo>
                  <a:cubicBezTo>
                    <a:pt x="301" y="21"/>
                    <a:pt x="301" y="21"/>
                    <a:pt x="301" y="21"/>
                  </a:cubicBezTo>
                  <a:cubicBezTo>
                    <a:pt x="293" y="21"/>
                    <a:pt x="293" y="21"/>
                    <a:pt x="293" y="21"/>
                  </a:cubicBezTo>
                  <a:cubicBezTo>
                    <a:pt x="293" y="43"/>
                    <a:pt x="293" y="43"/>
                    <a:pt x="293" y="43"/>
                  </a:cubicBezTo>
                  <a:cubicBezTo>
                    <a:pt x="293" y="45"/>
                    <a:pt x="294" y="47"/>
                    <a:pt x="294" y="48"/>
                  </a:cubicBezTo>
                  <a:cubicBezTo>
                    <a:pt x="295" y="49"/>
                    <a:pt x="295" y="49"/>
                    <a:pt x="297" y="49"/>
                  </a:cubicBezTo>
                  <a:cubicBezTo>
                    <a:pt x="297" y="49"/>
                    <a:pt x="298" y="49"/>
                    <a:pt x="299" y="48"/>
                  </a:cubicBezTo>
                  <a:cubicBezTo>
                    <a:pt x="300" y="48"/>
                    <a:pt x="300" y="47"/>
                    <a:pt x="301" y="46"/>
                  </a:cubicBezTo>
                  <a:cubicBezTo>
                    <a:pt x="302" y="46"/>
                    <a:pt x="302" y="46"/>
                    <a:pt x="302" y="46"/>
                  </a:cubicBezTo>
                  <a:cubicBezTo>
                    <a:pt x="301" y="48"/>
                    <a:pt x="300" y="50"/>
                    <a:pt x="298" y="51"/>
                  </a:cubicBezTo>
                  <a:cubicBezTo>
                    <a:pt x="297" y="53"/>
                    <a:pt x="295" y="53"/>
                    <a:pt x="293" y="53"/>
                  </a:cubicBezTo>
                  <a:cubicBezTo>
                    <a:pt x="292" y="53"/>
                    <a:pt x="291" y="53"/>
                    <a:pt x="290" y="53"/>
                  </a:cubicBezTo>
                  <a:cubicBezTo>
                    <a:pt x="289" y="52"/>
                    <a:pt x="288" y="51"/>
                    <a:pt x="288" y="50"/>
                  </a:cubicBezTo>
                  <a:cubicBezTo>
                    <a:pt x="287" y="49"/>
                    <a:pt x="287" y="47"/>
                    <a:pt x="287" y="44"/>
                  </a:cubicBezTo>
                  <a:cubicBezTo>
                    <a:pt x="287" y="21"/>
                    <a:pt x="287" y="21"/>
                    <a:pt x="287" y="21"/>
                  </a:cubicBezTo>
                  <a:cubicBezTo>
                    <a:pt x="282" y="21"/>
                    <a:pt x="282" y="21"/>
                    <a:pt x="282" y="21"/>
                  </a:cubicBezTo>
                  <a:cubicBezTo>
                    <a:pt x="282" y="20"/>
                    <a:pt x="282" y="20"/>
                    <a:pt x="282" y="20"/>
                  </a:cubicBezTo>
                  <a:cubicBezTo>
                    <a:pt x="283" y="20"/>
                    <a:pt x="285" y="19"/>
                    <a:pt x="286" y="17"/>
                  </a:cubicBezTo>
                  <a:cubicBezTo>
                    <a:pt x="287" y="16"/>
                    <a:pt x="288" y="15"/>
                    <a:pt x="289" y="13"/>
                  </a:cubicBezTo>
                  <a:cubicBezTo>
                    <a:pt x="290" y="12"/>
                    <a:pt x="291" y="10"/>
                    <a:pt x="292" y="7"/>
                  </a:cubicBezTo>
                  <a:cubicBezTo>
                    <a:pt x="293" y="7"/>
                    <a:pt x="293" y="7"/>
                    <a:pt x="293" y="7"/>
                  </a:cubicBezTo>
                  <a:close/>
                  <a:moveTo>
                    <a:pt x="306" y="19"/>
                  </a:moveTo>
                  <a:cubicBezTo>
                    <a:pt x="321" y="19"/>
                    <a:pt x="321" y="19"/>
                    <a:pt x="321" y="19"/>
                  </a:cubicBezTo>
                  <a:cubicBezTo>
                    <a:pt x="321" y="20"/>
                    <a:pt x="321" y="20"/>
                    <a:pt x="321" y="20"/>
                  </a:cubicBezTo>
                  <a:cubicBezTo>
                    <a:pt x="320" y="20"/>
                    <a:pt x="320" y="20"/>
                    <a:pt x="320" y="20"/>
                  </a:cubicBezTo>
                  <a:cubicBezTo>
                    <a:pt x="319" y="20"/>
                    <a:pt x="318" y="20"/>
                    <a:pt x="318" y="21"/>
                  </a:cubicBezTo>
                  <a:cubicBezTo>
                    <a:pt x="317" y="21"/>
                    <a:pt x="317" y="22"/>
                    <a:pt x="317" y="22"/>
                  </a:cubicBezTo>
                  <a:cubicBezTo>
                    <a:pt x="317" y="23"/>
                    <a:pt x="317" y="25"/>
                    <a:pt x="318" y="26"/>
                  </a:cubicBezTo>
                  <a:cubicBezTo>
                    <a:pt x="326" y="43"/>
                    <a:pt x="326" y="43"/>
                    <a:pt x="326" y="43"/>
                  </a:cubicBezTo>
                  <a:cubicBezTo>
                    <a:pt x="333" y="25"/>
                    <a:pt x="333" y="25"/>
                    <a:pt x="333" y="25"/>
                  </a:cubicBezTo>
                  <a:cubicBezTo>
                    <a:pt x="334" y="23"/>
                    <a:pt x="334" y="23"/>
                    <a:pt x="334" y="21"/>
                  </a:cubicBezTo>
                  <a:cubicBezTo>
                    <a:pt x="334" y="21"/>
                    <a:pt x="334" y="21"/>
                    <a:pt x="333" y="20"/>
                  </a:cubicBezTo>
                  <a:cubicBezTo>
                    <a:pt x="333" y="20"/>
                    <a:pt x="333" y="20"/>
                    <a:pt x="333" y="19"/>
                  </a:cubicBezTo>
                  <a:cubicBezTo>
                    <a:pt x="332" y="19"/>
                    <a:pt x="331" y="19"/>
                    <a:pt x="331" y="19"/>
                  </a:cubicBezTo>
                  <a:cubicBezTo>
                    <a:pt x="331" y="18"/>
                    <a:pt x="331" y="18"/>
                    <a:pt x="331" y="18"/>
                  </a:cubicBezTo>
                  <a:cubicBezTo>
                    <a:pt x="341" y="18"/>
                    <a:pt x="341" y="18"/>
                    <a:pt x="341" y="18"/>
                  </a:cubicBezTo>
                  <a:cubicBezTo>
                    <a:pt x="341" y="19"/>
                    <a:pt x="341" y="19"/>
                    <a:pt x="341" y="19"/>
                  </a:cubicBezTo>
                  <a:cubicBezTo>
                    <a:pt x="341" y="19"/>
                    <a:pt x="340" y="19"/>
                    <a:pt x="339" y="19"/>
                  </a:cubicBezTo>
                  <a:cubicBezTo>
                    <a:pt x="339" y="20"/>
                    <a:pt x="338" y="20"/>
                    <a:pt x="338" y="21"/>
                  </a:cubicBezTo>
                  <a:cubicBezTo>
                    <a:pt x="337" y="21"/>
                    <a:pt x="337" y="22"/>
                    <a:pt x="337" y="24"/>
                  </a:cubicBezTo>
                  <a:cubicBezTo>
                    <a:pt x="323" y="58"/>
                    <a:pt x="323" y="58"/>
                    <a:pt x="323" y="58"/>
                  </a:cubicBezTo>
                  <a:cubicBezTo>
                    <a:pt x="322" y="61"/>
                    <a:pt x="321" y="63"/>
                    <a:pt x="318" y="65"/>
                  </a:cubicBezTo>
                  <a:cubicBezTo>
                    <a:pt x="316" y="67"/>
                    <a:pt x="314" y="68"/>
                    <a:pt x="312" y="68"/>
                  </a:cubicBezTo>
                  <a:cubicBezTo>
                    <a:pt x="311" y="68"/>
                    <a:pt x="310" y="67"/>
                    <a:pt x="309" y="67"/>
                  </a:cubicBezTo>
                  <a:cubicBezTo>
                    <a:pt x="308" y="66"/>
                    <a:pt x="307" y="65"/>
                    <a:pt x="307" y="64"/>
                  </a:cubicBezTo>
                  <a:cubicBezTo>
                    <a:pt x="307" y="63"/>
                    <a:pt x="308" y="62"/>
                    <a:pt x="308" y="61"/>
                  </a:cubicBezTo>
                  <a:cubicBezTo>
                    <a:pt x="309" y="61"/>
                    <a:pt x="310" y="61"/>
                    <a:pt x="311" y="61"/>
                  </a:cubicBezTo>
                  <a:cubicBezTo>
                    <a:pt x="312" y="61"/>
                    <a:pt x="313" y="61"/>
                    <a:pt x="314" y="61"/>
                  </a:cubicBezTo>
                  <a:cubicBezTo>
                    <a:pt x="315" y="62"/>
                    <a:pt x="316" y="62"/>
                    <a:pt x="316" y="62"/>
                  </a:cubicBezTo>
                  <a:cubicBezTo>
                    <a:pt x="317" y="62"/>
                    <a:pt x="317" y="61"/>
                    <a:pt x="318" y="61"/>
                  </a:cubicBezTo>
                  <a:cubicBezTo>
                    <a:pt x="319" y="60"/>
                    <a:pt x="320" y="58"/>
                    <a:pt x="321" y="56"/>
                  </a:cubicBezTo>
                  <a:cubicBezTo>
                    <a:pt x="323" y="50"/>
                    <a:pt x="323" y="50"/>
                    <a:pt x="323" y="50"/>
                  </a:cubicBezTo>
                  <a:cubicBezTo>
                    <a:pt x="311" y="25"/>
                    <a:pt x="311" y="25"/>
                    <a:pt x="311" y="25"/>
                  </a:cubicBezTo>
                  <a:cubicBezTo>
                    <a:pt x="311" y="24"/>
                    <a:pt x="311" y="23"/>
                    <a:pt x="310" y="22"/>
                  </a:cubicBezTo>
                  <a:cubicBezTo>
                    <a:pt x="309" y="21"/>
                    <a:pt x="309" y="20"/>
                    <a:pt x="308" y="20"/>
                  </a:cubicBezTo>
                  <a:cubicBezTo>
                    <a:pt x="308" y="20"/>
                    <a:pt x="307" y="19"/>
                    <a:pt x="305" y="19"/>
                  </a:cubicBezTo>
                  <a:cubicBezTo>
                    <a:pt x="306" y="19"/>
                    <a:pt x="306" y="19"/>
                    <a:pt x="306" y="19"/>
                  </a:cubicBezTo>
                  <a:close/>
                  <a:moveTo>
                    <a:pt x="379" y="18"/>
                  </a:moveTo>
                  <a:cubicBezTo>
                    <a:pt x="383" y="18"/>
                    <a:pt x="387" y="20"/>
                    <a:pt x="391" y="24"/>
                  </a:cubicBezTo>
                  <a:cubicBezTo>
                    <a:pt x="393" y="27"/>
                    <a:pt x="395" y="31"/>
                    <a:pt x="395" y="35"/>
                  </a:cubicBezTo>
                  <a:cubicBezTo>
                    <a:pt x="395" y="39"/>
                    <a:pt x="394" y="41"/>
                    <a:pt x="393" y="45"/>
                  </a:cubicBezTo>
                  <a:cubicBezTo>
                    <a:pt x="391" y="48"/>
                    <a:pt x="389" y="50"/>
                    <a:pt x="387" y="52"/>
                  </a:cubicBezTo>
                  <a:cubicBezTo>
                    <a:pt x="385" y="53"/>
                    <a:pt x="382" y="54"/>
                    <a:pt x="379" y="54"/>
                  </a:cubicBezTo>
                  <a:cubicBezTo>
                    <a:pt x="374" y="54"/>
                    <a:pt x="370" y="52"/>
                    <a:pt x="367" y="48"/>
                  </a:cubicBezTo>
                  <a:cubicBezTo>
                    <a:pt x="365" y="45"/>
                    <a:pt x="363" y="41"/>
                    <a:pt x="363" y="37"/>
                  </a:cubicBezTo>
                  <a:cubicBezTo>
                    <a:pt x="363" y="33"/>
                    <a:pt x="364" y="30"/>
                    <a:pt x="366" y="27"/>
                  </a:cubicBezTo>
                  <a:cubicBezTo>
                    <a:pt x="367" y="24"/>
                    <a:pt x="369" y="22"/>
                    <a:pt x="372" y="21"/>
                  </a:cubicBezTo>
                  <a:cubicBezTo>
                    <a:pt x="373" y="19"/>
                    <a:pt x="376" y="18"/>
                    <a:pt x="379" y="18"/>
                  </a:cubicBezTo>
                  <a:close/>
                  <a:moveTo>
                    <a:pt x="377" y="20"/>
                  </a:moveTo>
                  <a:cubicBezTo>
                    <a:pt x="376" y="20"/>
                    <a:pt x="375" y="21"/>
                    <a:pt x="373" y="21"/>
                  </a:cubicBezTo>
                  <a:cubicBezTo>
                    <a:pt x="372" y="22"/>
                    <a:pt x="371" y="23"/>
                    <a:pt x="370" y="25"/>
                  </a:cubicBezTo>
                  <a:cubicBezTo>
                    <a:pt x="369" y="27"/>
                    <a:pt x="369" y="30"/>
                    <a:pt x="369" y="33"/>
                  </a:cubicBezTo>
                  <a:cubicBezTo>
                    <a:pt x="369" y="38"/>
                    <a:pt x="370" y="42"/>
                    <a:pt x="372" y="46"/>
                  </a:cubicBezTo>
                  <a:cubicBezTo>
                    <a:pt x="374" y="49"/>
                    <a:pt x="376" y="51"/>
                    <a:pt x="379" y="51"/>
                  </a:cubicBezTo>
                  <a:cubicBezTo>
                    <a:pt x="382" y="51"/>
                    <a:pt x="384" y="50"/>
                    <a:pt x="385" y="48"/>
                  </a:cubicBezTo>
                  <a:cubicBezTo>
                    <a:pt x="387" y="46"/>
                    <a:pt x="387" y="43"/>
                    <a:pt x="387" y="38"/>
                  </a:cubicBezTo>
                  <a:cubicBezTo>
                    <a:pt x="387" y="32"/>
                    <a:pt x="386" y="27"/>
                    <a:pt x="384" y="24"/>
                  </a:cubicBezTo>
                  <a:cubicBezTo>
                    <a:pt x="382" y="21"/>
                    <a:pt x="380" y="20"/>
                    <a:pt x="377" y="20"/>
                  </a:cubicBezTo>
                  <a:close/>
                  <a:moveTo>
                    <a:pt x="415" y="21"/>
                  </a:moveTo>
                  <a:cubicBezTo>
                    <a:pt x="415" y="44"/>
                    <a:pt x="415" y="44"/>
                    <a:pt x="415" y="44"/>
                  </a:cubicBezTo>
                  <a:cubicBezTo>
                    <a:pt x="415" y="47"/>
                    <a:pt x="416" y="49"/>
                    <a:pt x="416" y="50"/>
                  </a:cubicBezTo>
                  <a:cubicBezTo>
                    <a:pt x="417" y="51"/>
                    <a:pt x="418" y="51"/>
                    <a:pt x="420" y="51"/>
                  </a:cubicBezTo>
                  <a:cubicBezTo>
                    <a:pt x="423" y="51"/>
                    <a:pt x="423" y="51"/>
                    <a:pt x="423" y="51"/>
                  </a:cubicBezTo>
                  <a:cubicBezTo>
                    <a:pt x="423" y="53"/>
                    <a:pt x="423" y="53"/>
                    <a:pt x="423" y="53"/>
                  </a:cubicBezTo>
                  <a:cubicBezTo>
                    <a:pt x="403" y="53"/>
                    <a:pt x="403" y="53"/>
                    <a:pt x="403" y="53"/>
                  </a:cubicBezTo>
                  <a:cubicBezTo>
                    <a:pt x="403" y="51"/>
                    <a:pt x="403" y="51"/>
                    <a:pt x="403" y="51"/>
                  </a:cubicBezTo>
                  <a:cubicBezTo>
                    <a:pt x="405" y="51"/>
                    <a:pt x="405" y="51"/>
                    <a:pt x="405" y="51"/>
                  </a:cubicBezTo>
                  <a:cubicBezTo>
                    <a:pt x="406" y="51"/>
                    <a:pt x="407" y="51"/>
                    <a:pt x="408" y="51"/>
                  </a:cubicBezTo>
                  <a:cubicBezTo>
                    <a:pt x="409" y="50"/>
                    <a:pt x="409" y="49"/>
                    <a:pt x="409" y="49"/>
                  </a:cubicBezTo>
                  <a:cubicBezTo>
                    <a:pt x="410" y="48"/>
                    <a:pt x="410" y="46"/>
                    <a:pt x="410" y="44"/>
                  </a:cubicBezTo>
                  <a:cubicBezTo>
                    <a:pt x="410" y="21"/>
                    <a:pt x="410" y="21"/>
                    <a:pt x="410" y="21"/>
                  </a:cubicBezTo>
                  <a:cubicBezTo>
                    <a:pt x="403" y="21"/>
                    <a:pt x="403" y="21"/>
                    <a:pt x="403" y="21"/>
                  </a:cubicBezTo>
                  <a:cubicBezTo>
                    <a:pt x="403" y="19"/>
                    <a:pt x="403" y="19"/>
                    <a:pt x="403" y="19"/>
                  </a:cubicBezTo>
                  <a:cubicBezTo>
                    <a:pt x="410" y="19"/>
                    <a:pt x="410" y="19"/>
                    <a:pt x="410" y="19"/>
                  </a:cubicBezTo>
                  <a:cubicBezTo>
                    <a:pt x="410" y="16"/>
                    <a:pt x="410" y="16"/>
                    <a:pt x="410" y="16"/>
                  </a:cubicBezTo>
                  <a:cubicBezTo>
                    <a:pt x="410" y="13"/>
                    <a:pt x="410" y="10"/>
                    <a:pt x="411" y="7"/>
                  </a:cubicBezTo>
                  <a:cubicBezTo>
                    <a:pt x="413" y="5"/>
                    <a:pt x="414" y="3"/>
                    <a:pt x="416" y="2"/>
                  </a:cubicBezTo>
                  <a:cubicBezTo>
                    <a:pt x="418" y="0"/>
                    <a:pt x="421" y="0"/>
                    <a:pt x="423" y="0"/>
                  </a:cubicBezTo>
                  <a:cubicBezTo>
                    <a:pt x="426" y="0"/>
                    <a:pt x="428" y="1"/>
                    <a:pt x="430" y="2"/>
                  </a:cubicBezTo>
                  <a:cubicBezTo>
                    <a:pt x="431" y="3"/>
                    <a:pt x="432" y="5"/>
                    <a:pt x="432" y="6"/>
                  </a:cubicBezTo>
                  <a:cubicBezTo>
                    <a:pt x="432" y="7"/>
                    <a:pt x="432" y="7"/>
                    <a:pt x="431" y="8"/>
                  </a:cubicBezTo>
                  <a:cubicBezTo>
                    <a:pt x="431" y="9"/>
                    <a:pt x="430" y="9"/>
                    <a:pt x="429" y="9"/>
                  </a:cubicBezTo>
                  <a:cubicBezTo>
                    <a:pt x="429" y="9"/>
                    <a:pt x="428" y="8"/>
                    <a:pt x="428" y="8"/>
                  </a:cubicBezTo>
                  <a:cubicBezTo>
                    <a:pt x="427" y="7"/>
                    <a:pt x="427" y="7"/>
                    <a:pt x="425" y="5"/>
                  </a:cubicBezTo>
                  <a:cubicBezTo>
                    <a:pt x="425" y="4"/>
                    <a:pt x="424" y="3"/>
                    <a:pt x="423" y="2"/>
                  </a:cubicBezTo>
                  <a:cubicBezTo>
                    <a:pt x="422" y="2"/>
                    <a:pt x="421" y="1"/>
                    <a:pt x="421" y="1"/>
                  </a:cubicBezTo>
                  <a:cubicBezTo>
                    <a:pt x="419" y="1"/>
                    <a:pt x="419" y="2"/>
                    <a:pt x="418" y="2"/>
                  </a:cubicBezTo>
                  <a:cubicBezTo>
                    <a:pt x="417" y="3"/>
                    <a:pt x="417" y="4"/>
                    <a:pt x="416" y="5"/>
                  </a:cubicBezTo>
                  <a:cubicBezTo>
                    <a:pt x="416" y="6"/>
                    <a:pt x="416" y="9"/>
                    <a:pt x="416" y="15"/>
                  </a:cubicBezTo>
                  <a:cubicBezTo>
                    <a:pt x="416" y="17"/>
                    <a:pt x="416" y="17"/>
                    <a:pt x="416" y="17"/>
                  </a:cubicBezTo>
                  <a:cubicBezTo>
                    <a:pt x="424" y="17"/>
                    <a:pt x="424" y="17"/>
                    <a:pt x="424" y="17"/>
                  </a:cubicBezTo>
                  <a:cubicBezTo>
                    <a:pt x="424" y="21"/>
                    <a:pt x="424" y="21"/>
                    <a:pt x="424" y="21"/>
                  </a:cubicBezTo>
                  <a:cubicBezTo>
                    <a:pt x="415" y="21"/>
                    <a:pt x="415" y="21"/>
                    <a:pt x="415" y="21"/>
                  </a:cubicBezTo>
                  <a:close/>
                  <a:moveTo>
                    <a:pt x="477" y="1"/>
                  </a:moveTo>
                  <a:cubicBezTo>
                    <a:pt x="477" y="19"/>
                    <a:pt x="477" y="19"/>
                    <a:pt x="477" y="19"/>
                  </a:cubicBezTo>
                  <a:cubicBezTo>
                    <a:pt x="475" y="19"/>
                    <a:pt x="475" y="19"/>
                    <a:pt x="475" y="19"/>
                  </a:cubicBezTo>
                  <a:cubicBezTo>
                    <a:pt x="475" y="15"/>
                    <a:pt x="474" y="13"/>
                    <a:pt x="473" y="11"/>
                  </a:cubicBezTo>
                  <a:cubicBezTo>
                    <a:pt x="472" y="9"/>
                    <a:pt x="470" y="7"/>
                    <a:pt x="468" y="6"/>
                  </a:cubicBezTo>
                  <a:cubicBezTo>
                    <a:pt x="466" y="5"/>
                    <a:pt x="464" y="4"/>
                    <a:pt x="462" y="4"/>
                  </a:cubicBezTo>
                  <a:cubicBezTo>
                    <a:pt x="459" y="4"/>
                    <a:pt x="457" y="5"/>
                    <a:pt x="456" y="7"/>
                  </a:cubicBezTo>
                  <a:cubicBezTo>
                    <a:pt x="454" y="8"/>
                    <a:pt x="453" y="10"/>
                    <a:pt x="453" y="12"/>
                  </a:cubicBezTo>
                  <a:cubicBezTo>
                    <a:pt x="453" y="13"/>
                    <a:pt x="454" y="15"/>
                    <a:pt x="455" y="16"/>
                  </a:cubicBezTo>
                  <a:cubicBezTo>
                    <a:pt x="457" y="18"/>
                    <a:pt x="460" y="20"/>
                    <a:pt x="465" y="23"/>
                  </a:cubicBezTo>
                  <a:cubicBezTo>
                    <a:pt x="470" y="26"/>
                    <a:pt x="473" y="28"/>
                    <a:pt x="475" y="29"/>
                  </a:cubicBezTo>
                  <a:cubicBezTo>
                    <a:pt x="476" y="31"/>
                    <a:pt x="477" y="32"/>
                    <a:pt x="479" y="34"/>
                  </a:cubicBezTo>
                  <a:cubicBezTo>
                    <a:pt x="479" y="36"/>
                    <a:pt x="480" y="38"/>
                    <a:pt x="480" y="40"/>
                  </a:cubicBezTo>
                  <a:cubicBezTo>
                    <a:pt x="480" y="44"/>
                    <a:pt x="478" y="47"/>
                    <a:pt x="475" y="50"/>
                  </a:cubicBezTo>
                  <a:cubicBezTo>
                    <a:pt x="473" y="53"/>
                    <a:pt x="469" y="54"/>
                    <a:pt x="465" y="54"/>
                  </a:cubicBezTo>
                  <a:cubicBezTo>
                    <a:pt x="463" y="54"/>
                    <a:pt x="462" y="54"/>
                    <a:pt x="461" y="53"/>
                  </a:cubicBezTo>
                  <a:cubicBezTo>
                    <a:pt x="460" y="53"/>
                    <a:pt x="458" y="53"/>
                    <a:pt x="456" y="52"/>
                  </a:cubicBezTo>
                  <a:cubicBezTo>
                    <a:pt x="454" y="51"/>
                    <a:pt x="453" y="51"/>
                    <a:pt x="452" y="51"/>
                  </a:cubicBezTo>
                  <a:cubicBezTo>
                    <a:pt x="451" y="51"/>
                    <a:pt x="451" y="51"/>
                    <a:pt x="450" y="51"/>
                  </a:cubicBezTo>
                  <a:cubicBezTo>
                    <a:pt x="450" y="52"/>
                    <a:pt x="450" y="53"/>
                    <a:pt x="449" y="54"/>
                  </a:cubicBezTo>
                  <a:cubicBezTo>
                    <a:pt x="448" y="54"/>
                    <a:pt x="448" y="54"/>
                    <a:pt x="448" y="54"/>
                  </a:cubicBezTo>
                  <a:cubicBezTo>
                    <a:pt x="448" y="37"/>
                    <a:pt x="448" y="37"/>
                    <a:pt x="448" y="37"/>
                  </a:cubicBezTo>
                  <a:cubicBezTo>
                    <a:pt x="449" y="37"/>
                    <a:pt x="449" y="37"/>
                    <a:pt x="449" y="37"/>
                  </a:cubicBezTo>
                  <a:cubicBezTo>
                    <a:pt x="450" y="40"/>
                    <a:pt x="451" y="43"/>
                    <a:pt x="452" y="45"/>
                  </a:cubicBezTo>
                  <a:cubicBezTo>
                    <a:pt x="453" y="46"/>
                    <a:pt x="455" y="48"/>
                    <a:pt x="457" y="49"/>
                  </a:cubicBezTo>
                  <a:cubicBezTo>
                    <a:pt x="459" y="50"/>
                    <a:pt x="461" y="51"/>
                    <a:pt x="464" y="51"/>
                  </a:cubicBezTo>
                  <a:cubicBezTo>
                    <a:pt x="467" y="51"/>
                    <a:pt x="469" y="50"/>
                    <a:pt x="471" y="48"/>
                  </a:cubicBezTo>
                  <a:cubicBezTo>
                    <a:pt x="473" y="47"/>
                    <a:pt x="473" y="45"/>
                    <a:pt x="473" y="43"/>
                  </a:cubicBezTo>
                  <a:cubicBezTo>
                    <a:pt x="473" y="41"/>
                    <a:pt x="473" y="40"/>
                    <a:pt x="473" y="39"/>
                  </a:cubicBezTo>
                  <a:cubicBezTo>
                    <a:pt x="472" y="38"/>
                    <a:pt x="471" y="37"/>
                    <a:pt x="469" y="35"/>
                  </a:cubicBezTo>
                  <a:cubicBezTo>
                    <a:pt x="469" y="35"/>
                    <a:pt x="466" y="33"/>
                    <a:pt x="462" y="31"/>
                  </a:cubicBezTo>
                  <a:cubicBezTo>
                    <a:pt x="458" y="28"/>
                    <a:pt x="455" y="26"/>
                    <a:pt x="453" y="25"/>
                  </a:cubicBezTo>
                  <a:cubicBezTo>
                    <a:pt x="451" y="23"/>
                    <a:pt x="450" y="22"/>
                    <a:pt x="449" y="20"/>
                  </a:cubicBezTo>
                  <a:cubicBezTo>
                    <a:pt x="448" y="19"/>
                    <a:pt x="448" y="17"/>
                    <a:pt x="448" y="15"/>
                  </a:cubicBezTo>
                  <a:cubicBezTo>
                    <a:pt x="448" y="11"/>
                    <a:pt x="449" y="8"/>
                    <a:pt x="452" y="5"/>
                  </a:cubicBezTo>
                  <a:cubicBezTo>
                    <a:pt x="455" y="3"/>
                    <a:pt x="458" y="1"/>
                    <a:pt x="462" y="1"/>
                  </a:cubicBezTo>
                  <a:cubicBezTo>
                    <a:pt x="464" y="1"/>
                    <a:pt x="467" y="2"/>
                    <a:pt x="470" y="3"/>
                  </a:cubicBezTo>
                  <a:cubicBezTo>
                    <a:pt x="471" y="4"/>
                    <a:pt x="472" y="4"/>
                    <a:pt x="473" y="4"/>
                  </a:cubicBezTo>
                  <a:cubicBezTo>
                    <a:pt x="473" y="4"/>
                    <a:pt x="474" y="4"/>
                    <a:pt x="474" y="4"/>
                  </a:cubicBezTo>
                  <a:cubicBezTo>
                    <a:pt x="475" y="3"/>
                    <a:pt x="475" y="3"/>
                    <a:pt x="475" y="1"/>
                  </a:cubicBezTo>
                  <a:cubicBezTo>
                    <a:pt x="477" y="1"/>
                    <a:pt x="477" y="1"/>
                    <a:pt x="477" y="1"/>
                  </a:cubicBezTo>
                  <a:close/>
                  <a:moveTo>
                    <a:pt x="517" y="40"/>
                  </a:moveTo>
                  <a:cubicBezTo>
                    <a:pt x="517" y="44"/>
                    <a:pt x="515" y="48"/>
                    <a:pt x="512" y="50"/>
                  </a:cubicBezTo>
                  <a:cubicBezTo>
                    <a:pt x="510" y="53"/>
                    <a:pt x="507" y="54"/>
                    <a:pt x="504" y="54"/>
                  </a:cubicBezTo>
                  <a:cubicBezTo>
                    <a:pt x="500" y="54"/>
                    <a:pt x="497" y="52"/>
                    <a:pt x="494" y="49"/>
                  </a:cubicBezTo>
                  <a:cubicBezTo>
                    <a:pt x="491" y="46"/>
                    <a:pt x="490" y="41"/>
                    <a:pt x="490" y="36"/>
                  </a:cubicBezTo>
                  <a:cubicBezTo>
                    <a:pt x="490" y="31"/>
                    <a:pt x="492" y="26"/>
                    <a:pt x="495" y="23"/>
                  </a:cubicBezTo>
                  <a:cubicBezTo>
                    <a:pt x="498" y="19"/>
                    <a:pt x="501" y="17"/>
                    <a:pt x="506" y="17"/>
                  </a:cubicBezTo>
                  <a:cubicBezTo>
                    <a:pt x="509" y="17"/>
                    <a:pt x="512" y="18"/>
                    <a:pt x="514" y="20"/>
                  </a:cubicBezTo>
                  <a:cubicBezTo>
                    <a:pt x="516" y="22"/>
                    <a:pt x="517" y="24"/>
                    <a:pt x="517" y="26"/>
                  </a:cubicBezTo>
                  <a:cubicBezTo>
                    <a:pt x="517" y="27"/>
                    <a:pt x="517" y="27"/>
                    <a:pt x="516" y="28"/>
                  </a:cubicBezTo>
                  <a:cubicBezTo>
                    <a:pt x="516" y="29"/>
                    <a:pt x="515" y="29"/>
                    <a:pt x="514" y="29"/>
                  </a:cubicBezTo>
                  <a:cubicBezTo>
                    <a:pt x="512" y="29"/>
                    <a:pt x="511" y="29"/>
                    <a:pt x="511" y="27"/>
                  </a:cubicBezTo>
                  <a:cubicBezTo>
                    <a:pt x="510" y="27"/>
                    <a:pt x="510" y="26"/>
                    <a:pt x="510" y="25"/>
                  </a:cubicBezTo>
                  <a:cubicBezTo>
                    <a:pt x="510" y="23"/>
                    <a:pt x="509" y="22"/>
                    <a:pt x="508" y="21"/>
                  </a:cubicBezTo>
                  <a:cubicBezTo>
                    <a:pt x="507" y="21"/>
                    <a:pt x="506" y="20"/>
                    <a:pt x="505" y="20"/>
                  </a:cubicBezTo>
                  <a:cubicBezTo>
                    <a:pt x="502" y="20"/>
                    <a:pt x="500" y="21"/>
                    <a:pt x="499" y="23"/>
                  </a:cubicBezTo>
                  <a:cubicBezTo>
                    <a:pt x="497" y="25"/>
                    <a:pt x="496" y="29"/>
                    <a:pt x="496" y="33"/>
                  </a:cubicBezTo>
                  <a:cubicBezTo>
                    <a:pt x="496" y="37"/>
                    <a:pt x="497" y="40"/>
                    <a:pt x="499" y="43"/>
                  </a:cubicBezTo>
                  <a:cubicBezTo>
                    <a:pt x="501" y="47"/>
                    <a:pt x="503" y="48"/>
                    <a:pt x="507" y="48"/>
                  </a:cubicBezTo>
                  <a:cubicBezTo>
                    <a:pt x="509" y="48"/>
                    <a:pt x="511" y="47"/>
                    <a:pt x="513" y="46"/>
                  </a:cubicBezTo>
                  <a:cubicBezTo>
                    <a:pt x="514" y="45"/>
                    <a:pt x="515" y="43"/>
                    <a:pt x="517" y="40"/>
                  </a:cubicBezTo>
                  <a:cubicBezTo>
                    <a:pt x="517" y="40"/>
                    <a:pt x="517" y="40"/>
                    <a:pt x="517" y="40"/>
                  </a:cubicBezTo>
                  <a:close/>
                  <a:moveTo>
                    <a:pt x="534" y="0"/>
                  </a:moveTo>
                  <a:cubicBezTo>
                    <a:pt x="535" y="0"/>
                    <a:pt x="536" y="0"/>
                    <a:pt x="537" y="1"/>
                  </a:cubicBezTo>
                  <a:cubicBezTo>
                    <a:pt x="537" y="2"/>
                    <a:pt x="538" y="3"/>
                    <a:pt x="538" y="4"/>
                  </a:cubicBezTo>
                  <a:cubicBezTo>
                    <a:pt x="538" y="5"/>
                    <a:pt x="537" y="6"/>
                    <a:pt x="537" y="7"/>
                  </a:cubicBezTo>
                  <a:cubicBezTo>
                    <a:pt x="536" y="7"/>
                    <a:pt x="535" y="8"/>
                    <a:pt x="534" y="8"/>
                  </a:cubicBezTo>
                  <a:cubicBezTo>
                    <a:pt x="533" y="8"/>
                    <a:pt x="532" y="7"/>
                    <a:pt x="532" y="7"/>
                  </a:cubicBezTo>
                  <a:cubicBezTo>
                    <a:pt x="531" y="6"/>
                    <a:pt x="531" y="5"/>
                    <a:pt x="531" y="4"/>
                  </a:cubicBezTo>
                  <a:cubicBezTo>
                    <a:pt x="531" y="3"/>
                    <a:pt x="531" y="2"/>
                    <a:pt x="532" y="1"/>
                  </a:cubicBezTo>
                  <a:cubicBezTo>
                    <a:pt x="532" y="0"/>
                    <a:pt x="533" y="0"/>
                    <a:pt x="534" y="0"/>
                  </a:cubicBezTo>
                  <a:close/>
                  <a:moveTo>
                    <a:pt x="537" y="18"/>
                  </a:moveTo>
                  <a:cubicBezTo>
                    <a:pt x="537" y="45"/>
                    <a:pt x="537" y="45"/>
                    <a:pt x="537" y="45"/>
                  </a:cubicBezTo>
                  <a:cubicBezTo>
                    <a:pt x="537" y="47"/>
                    <a:pt x="537" y="49"/>
                    <a:pt x="537" y="49"/>
                  </a:cubicBezTo>
                  <a:cubicBezTo>
                    <a:pt x="538" y="50"/>
                    <a:pt x="538" y="51"/>
                    <a:pt x="539" y="51"/>
                  </a:cubicBezTo>
                  <a:cubicBezTo>
                    <a:pt x="539" y="51"/>
                    <a:pt x="540" y="51"/>
                    <a:pt x="542" y="51"/>
                  </a:cubicBezTo>
                  <a:cubicBezTo>
                    <a:pt x="542" y="53"/>
                    <a:pt x="542" y="53"/>
                    <a:pt x="542" y="53"/>
                  </a:cubicBezTo>
                  <a:cubicBezTo>
                    <a:pt x="526" y="53"/>
                    <a:pt x="526" y="53"/>
                    <a:pt x="526" y="53"/>
                  </a:cubicBezTo>
                  <a:cubicBezTo>
                    <a:pt x="526" y="51"/>
                    <a:pt x="526" y="51"/>
                    <a:pt x="526" y="51"/>
                  </a:cubicBezTo>
                  <a:cubicBezTo>
                    <a:pt x="527" y="51"/>
                    <a:pt x="529" y="51"/>
                    <a:pt x="529" y="51"/>
                  </a:cubicBezTo>
                  <a:cubicBezTo>
                    <a:pt x="529" y="51"/>
                    <a:pt x="530" y="50"/>
                    <a:pt x="530" y="49"/>
                  </a:cubicBezTo>
                  <a:cubicBezTo>
                    <a:pt x="531" y="49"/>
                    <a:pt x="531" y="47"/>
                    <a:pt x="531" y="45"/>
                  </a:cubicBezTo>
                  <a:cubicBezTo>
                    <a:pt x="531" y="32"/>
                    <a:pt x="531" y="32"/>
                    <a:pt x="531" y="32"/>
                  </a:cubicBezTo>
                  <a:cubicBezTo>
                    <a:pt x="531" y="28"/>
                    <a:pt x="531" y="26"/>
                    <a:pt x="530" y="25"/>
                  </a:cubicBezTo>
                  <a:cubicBezTo>
                    <a:pt x="530" y="24"/>
                    <a:pt x="530" y="23"/>
                    <a:pt x="529" y="23"/>
                  </a:cubicBezTo>
                  <a:cubicBezTo>
                    <a:pt x="529" y="23"/>
                    <a:pt x="529" y="23"/>
                    <a:pt x="528" y="23"/>
                  </a:cubicBezTo>
                  <a:cubicBezTo>
                    <a:pt x="527" y="23"/>
                    <a:pt x="526" y="23"/>
                    <a:pt x="525" y="23"/>
                  </a:cubicBezTo>
                  <a:cubicBezTo>
                    <a:pt x="525" y="22"/>
                    <a:pt x="525" y="22"/>
                    <a:pt x="525" y="22"/>
                  </a:cubicBezTo>
                  <a:cubicBezTo>
                    <a:pt x="535" y="18"/>
                    <a:pt x="535" y="18"/>
                    <a:pt x="535" y="18"/>
                  </a:cubicBezTo>
                  <a:cubicBezTo>
                    <a:pt x="537" y="18"/>
                    <a:pt x="537" y="18"/>
                    <a:pt x="537" y="18"/>
                  </a:cubicBezTo>
                  <a:close/>
                  <a:moveTo>
                    <a:pt x="555" y="31"/>
                  </a:moveTo>
                  <a:cubicBezTo>
                    <a:pt x="555" y="37"/>
                    <a:pt x="557" y="40"/>
                    <a:pt x="559" y="43"/>
                  </a:cubicBezTo>
                  <a:cubicBezTo>
                    <a:pt x="561" y="46"/>
                    <a:pt x="564" y="48"/>
                    <a:pt x="567" y="48"/>
                  </a:cubicBezTo>
                  <a:cubicBezTo>
                    <a:pt x="569" y="48"/>
                    <a:pt x="571" y="47"/>
                    <a:pt x="573" y="46"/>
                  </a:cubicBezTo>
                  <a:cubicBezTo>
                    <a:pt x="575" y="45"/>
                    <a:pt x="576" y="43"/>
                    <a:pt x="577" y="39"/>
                  </a:cubicBezTo>
                  <a:cubicBezTo>
                    <a:pt x="578" y="40"/>
                    <a:pt x="578" y="40"/>
                    <a:pt x="578" y="40"/>
                  </a:cubicBezTo>
                  <a:cubicBezTo>
                    <a:pt x="578" y="43"/>
                    <a:pt x="576" y="47"/>
                    <a:pt x="574" y="49"/>
                  </a:cubicBezTo>
                  <a:cubicBezTo>
                    <a:pt x="571" y="52"/>
                    <a:pt x="568" y="53"/>
                    <a:pt x="565" y="53"/>
                  </a:cubicBezTo>
                  <a:cubicBezTo>
                    <a:pt x="561" y="53"/>
                    <a:pt x="557" y="52"/>
                    <a:pt x="555" y="49"/>
                  </a:cubicBezTo>
                  <a:cubicBezTo>
                    <a:pt x="552" y="45"/>
                    <a:pt x="551" y="41"/>
                    <a:pt x="551" y="36"/>
                  </a:cubicBezTo>
                  <a:cubicBezTo>
                    <a:pt x="551" y="30"/>
                    <a:pt x="552" y="25"/>
                    <a:pt x="555" y="22"/>
                  </a:cubicBezTo>
                  <a:cubicBezTo>
                    <a:pt x="558" y="19"/>
                    <a:pt x="561" y="17"/>
                    <a:pt x="566" y="17"/>
                  </a:cubicBezTo>
                  <a:cubicBezTo>
                    <a:pt x="569" y="17"/>
                    <a:pt x="573" y="19"/>
                    <a:pt x="575" y="21"/>
                  </a:cubicBezTo>
                  <a:cubicBezTo>
                    <a:pt x="577" y="23"/>
                    <a:pt x="579" y="27"/>
                    <a:pt x="579" y="31"/>
                  </a:cubicBezTo>
                  <a:cubicBezTo>
                    <a:pt x="555" y="31"/>
                    <a:pt x="555" y="31"/>
                    <a:pt x="555" y="31"/>
                  </a:cubicBezTo>
                  <a:close/>
                  <a:moveTo>
                    <a:pt x="555" y="29"/>
                  </a:moveTo>
                  <a:cubicBezTo>
                    <a:pt x="571" y="29"/>
                    <a:pt x="571" y="29"/>
                    <a:pt x="571" y="29"/>
                  </a:cubicBezTo>
                  <a:cubicBezTo>
                    <a:pt x="571" y="27"/>
                    <a:pt x="570" y="26"/>
                    <a:pt x="570" y="25"/>
                  </a:cubicBezTo>
                  <a:cubicBezTo>
                    <a:pt x="569" y="24"/>
                    <a:pt x="568" y="23"/>
                    <a:pt x="567" y="22"/>
                  </a:cubicBezTo>
                  <a:cubicBezTo>
                    <a:pt x="566" y="21"/>
                    <a:pt x="565" y="21"/>
                    <a:pt x="563" y="21"/>
                  </a:cubicBezTo>
                  <a:cubicBezTo>
                    <a:pt x="561" y="21"/>
                    <a:pt x="560" y="21"/>
                    <a:pt x="558" y="23"/>
                  </a:cubicBezTo>
                  <a:cubicBezTo>
                    <a:pt x="557" y="24"/>
                    <a:pt x="555" y="27"/>
                    <a:pt x="555" y="29"/>
                  </a:cubicBezTo>
                  <a:close/>
                  <a:moveTo>
                    <a:pt x="595" y="25"/>
                  </a:moveTo>
                  <a:cubicBezTo>
                    <a:pt x="599" y="20"/>
                    <a:pt x="603" y="18"/>
                    <a:pt x="606" y="18"/>
                  </a:cubicBezTo>
                  <a:cubicBezTo>
                    <a:pt x="608" y="18"/>
                    <a:pt x="609" y="18"/>
                    <a:pt x="611" y="19"/>
                  </a:cubicBezTo>
                  <a:cubicBezTo>
                    <a:pt x="612" y="20"/>
                    <a:pt x="613" y="21"/>
                    <a:pt x="614" y="23"/>
                  </a:cubicBezTo>
                  <a:cubicBezTo>
                    <a:pt x="615" y="25"/>
                    <a:pt x="615" y="27"/>
                    <a:pt x="615" y="30"/>
                  </a:cubicBezTo>
                  <a:cubicBezTo>
                    <a:pt x="615" y="45"/>
                    <a:pt x="615" y="45"/>
                    <a:pt x="615" y="45"/>
                  </a:cubicBezTo>
                  <a:cubicBezTo>
                    <a:pt x="615" y="47"/>
                    <a:pt x="615" y="48"/>
                    <a:pt x="615" y="49"/>
                  </a:cubicBezTo>
                  <a:cubicBezTo>
                    <a:pt x="616" y="50"/>
                    <a:pt x="616" y="50"/>
                    <a:pt x="617" y="51"/>
                  </a:cubicBezTo>
                  <a:cubicBezTo>
                    <a:pt x="617" y="51"/>
                    <a:pt x="618" y="51"/>
                    <a:pt x="620" y="51"/>
                  </a:cubicBezTo>
                  <a:cubicBezTo>
                    <a:pt x="620" y="52"/>
                    <a:pt x="620" y="52"/>
                    <a:pt x="620" y="52"/>
                  </a:cubicBezTo>
                  <a:cubicBezTo>
                    <a:pt x="604" y="52"/>
                    <a:pt x="604" y="52"/>
                    <a:pt x="604" y="52"/>
                  </a:cubicBezTo>
                  <a:cubicBezTo>
                    <a:pt x="604" y="51"/>
                    <a:pt x="604" y="51"/>
                    <a:pt x="604" y="51"/>
                  </a:cubicBezTo>
                  <a:cubicBezTo>
                    <a:pt x="605" y="51"/>
                    <a:pt x="605" y="51"/>
                    <a:pt x="605" y="51"/>
                  </a:cubicBezTo>
                  <a:cubicBezTo>
                    <a:pt x="606" y="51"/>
                    <a:pt x="607" y="51"/>
                    <a:pt x="608" y="50"/>
                  </a:cubicBezTo>
                  <a:cubicBezTo>
                    <a:pt x="609" y="50"/>
                    <a:pt x="609" y="49"/>
                    <a:pt x="609" y="48"/>
                  </a:cubicBezTo>
                  <a:cubicBezTo>
                    <a:pt x="609" y="48"/>
                    <a:pt x="609" y="47"/>
                    <a:pt x="609" y="45"/>
                  </a:cubicBezTo>
                  <a:cubicBezTo>
                    <a:pt x="609" y="31"/>
                    <a:pt x="609" y="31"/>
                    <a:pt x="609" y="31"/>
                  </a:cubicBezTo>
                  <a:cubicBezTo>
                    <a:pt x="609" y="27"/>
                    <a:pt x="609" y="25"/>
                    <a:pt x="608" y="24"/>
                  </a:cubicBezTo>
                  <a:cubicBezTo>
                    <a:pt x="607" y="23"/>
                    <a:pt x="606" y="22"/>
                    <a:pt x="604" y="22"/>
                  </a:cubicBezTo>
                  <a:cubicBezTo>
                    <a:pt x="601" y="22"/>
                    <a:pt x="598" y="23"/>
                    <a:pt x="595" y="27"/>
                  </a:cubicBezTo>
                  <a:cubicBezTo>
                    <a:pt x="595" y="45"/>
                    <a:pt x="595" y="45"/>
                    <a:pt x="595" y="45"/>
                  </a:cubicBezTo>
                  <a:cubicBezTo>
                    <a:pt x="595" y="47"/>
                    <a:pt x="595" y="48"/>
                    <a:pt x="596" y="49"/>
                  </a:cubicBezTo>
                  <a:cubicBezTo>
                    <a:pt x="596" y="50"/>
                    <a:pt x="597" y="50"/>
                    <a:pt x="597" y="51"/>
                  </a:cubicBezTo>
                  <a:cubicBezTo>
                    <a:pt x="597" y="51"/>
                    <a:pt x="599" y="51"/>
                    <a:pt x="601" y="51"/>
                  </a:cubicBezTo>
                  <a:cubicBezTo>
                    <a:pt x="601" y="52"/>
                    <a:pt x="601" y="52"/>
                    <a:pt x="601" y="52"/>
                  </a:cubicBezTo>
                  <a:cubicBezTo>
                    <a:pt x="585" y="52"/>
                    <a:pt x="585" y="52"/>
                    <a:pt x="585" y="52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5" y="51"/>
                    <a:pt x="585" y="51"/>
                    <a:pt x="585" y="51"/>
                  </a:cubicBezTo>
                  <a:cubicBezTo>
                    <a:pt x="587" y="51"/>
                    <a:pt x="588" y="51"/>
                    <a:pt x="589" y="50"/>
                  </a:cubicBezTo>
                  <a:cubicBezTo>
                    <a:pt x="589" y="49"/>
                    <a:pt x="589" y="47"/>
                    <a:pt x="589" y="45"/>
                  </a:cubicBezTo>
                  <a:cubicBezTo>
                    <a:pt x="589" y="32"/>
                    <a:pt x="589" y="32"/>
                    <a:pt x="589" y="32"/>
                  </a:cubicBezTo>
                  <a:cubicBezTo>
                    <a:pt x="589" y="28"/>
                    <a:pt x="589" y="25"/>
                    <a:pt x="589" y="24"/>
                  </a:cubicBezTo>
                  <a:cubicBezTo>
                    <a:pt x="589" y="23"/>
                    <a:pt x="589" y="23"/>
                    <a:pt x="588" y="22"/>
                  </a:cubicBezTo>
                  <a:cubicBezTo>
                    <a:pt x="588" y="22"/>
                    <a:pt x="587" y="22"/>
                    <a:pt x="587" y="22"/>
                  </a:cubicBezTo>
                  <a:cubicBezTo>
                    <a:pt x="586" y="22"/>
                    <a:pt x="585" y="22"/>
                    <a:pt x="584" y="22"/>
                  </a:cubicBezTo>
                  <a:cubicBezTo>
                    <a:pt x="584" y="21"/>
                    <a:pt x="584" y="21"/>
                    <a:pt x="584" y="21"/>
                  </a:cubicBezTo>
                  <a:cubicBezTo>
                    <a:pt x="594" y="17"/>
                    <a:pt x="594" y="17"/>
                    <a:pt x="594" y="17"/>
                  </a:cubicBezTo>
                  <a:cubicBezTo>
                    <a:pt x="595" y="17"/>
                    <a:pt x="595" y="17"/>
                    <a:pt x="595" y="17"/>
                  </a:cubicBezTo>
                  <a:cubicBezTo>
                    <a:pt x="595" y="25"/>
                    <a:pt x="595" y="25"/>
                    <a:pt x="595" y="25"/>
                  </a:cubicBezTo>
                  <a:close/>
                  <a:moveTo>
                    <a:pt x="654" y="40"/>
                  </a:moveTo>
                  <a:cubicBezTo>
                    <a:pt x="653" y="44"/>
                    <a:pt x="651" y="48"/>
                    <a:pt x="649" y="50"/>
                  </a:cubicBezTo>
                  <a:cubicBezTo>
                    <a:pt x="646" y="53"/>
                    <a:pt x="643" y="54"/>
                    <a:pt x="640" y="54"/>
                  </a:cubicBezTo>
                  <a:cubicBezTo>
                    <a:pt x="637" y="54"/>
                    <a:pt x="633" y="52"/>
                    <a:pt x="631" y="49"/>
                  </a:cubicBezTo>
                  <a:cubicBezTo>
                    <a:pt x="628" y="46"/>
                    <a:pt x="627" y="41"/>
                    <a:pt x="627" y="36"/>
                  </a:cubicBezTo>
                  <a:cubicBezTo>
                    <a:pt x="627" y="31"/>
                    <a:pt x="628" y="26"/>
                    <a:pt x="631" y="23"/>
                  </a:cubicBezTo>
                  <a:cubicBezTo>
                    <a:pt x="634" y="19"/>
                    <a:pt x="638" y="17"/>
                    <a:pt x="642" y="17"/>
                  </a:cubicBezTo>
                  <a:cubicBezTo>
                    <a:pt x="645" y="17"/>
                    <a:pt x="648" y="18"/>
                    <a:pt x="650" y="20"/>
                  </a:cubicBezTo>
                  <a:cubicBezTo>
                    <a:pt x="652" y="22"/>
                    <a:pt x="653" y="24"/>
                    <a:pt x="653" y="26"/>
                  </a:cubicBezTo>
                  <a:cubicBezTo>
                    <a:pt x="653" y="27"/>
                    <a:pt x="653" y="27"/>
                    <a:pt x="653" y="28"/>
                  </a:cubicBezTo>
                  <a:cubicBezTo>
                    <a:pt x="652" y="29"/>
                    <a:pt x="651" y="29"/>
                    <a:pt x="650" y="29"/>
                  </a:cubicBezTo>
                  <a:cubicBezTo>
                    <a:pt x="649" y="29"/>
                    <a:pt x="648" y="29"/>
                    <a:pt x="647" y="27"/>
                  </a:cubicBezTo>
                  <a:cubicBezTo>
                    <a:pt x="647" y="27"/>
                    <a:pt x="646" y="26"/>
                    <a:pt x="646" y="25"/>
                  </a:cubicBezTo>
                  <a:cubicBezTo>
                    <a:pt x="646" y="23"/>
                    <a:pt x="645" y="22"/>
                    <a:pt x="645" y="21"/>
                  </a:cubicBezTo>
                  <a:cubicBezTo>
                    <a:pt x="644" y="21"/>
                    <a:pt x="643" y="20"/>
                    <a:pt x="641" y="20"/>
                  </a:cubicBezTo>
                  <a:cubicBezTo>
                    <a:pt x="639" y="20"/>
                    <a:pt x="637" y="21"/>
                    <a:pt x="635" y="23"/>
                  </a:cubicBezTo>
                  <a:cubicBezTo>
                    <a:pt x="633" y="25"/>
                    <a:pt x="633" y="29"/>
                    <a:pt x="633" y="33"/>
                  </a:cubicBezTo>
                  <a:cubicBezTo>
                    <a:pt x="633" y="37"/>
                    <a:pt x="633" y="40"/>
                    <a:pt x="635" y="43"/>
                  </a:cubicBezTo>
                  <a:cubicBezTo>
                    <a:pt x="637" y="47"/>
                    <a:pt x="640" y="48"/>
                    <a:pt x="643" y="48"/>
                  </a:cubicBezTo>
                  <a:cubicBezTo>
                    <a:pt x="645" y="48"/>
                    <a:pt x="647" y="47"/>
                    <a:pt x="649" y="46"/>
                  </a:cubicBezTo>
                  <a:cubicBezTo>
                    <a:pt x="651" y="45"/>
                    <a:pt x="652" y="43"/>
                    <a:pt x="654" y="40"/>
                  </a:cubicBezTo>
                  <a:cubicBezTo>
                    <a:pt x="654" y="40"/>
                    <a:pt x="654" y="40"/>
                    <a:pt x="654" y="40"/>
                  </a:cubicBezTo>
                  <a:close/>
                  <a:moveTo>
                    <a:pt x="668" y="31"/>
                  </a:moveTo>
                  <a:cubicBezTo>
                    <a:pt x="668" y="37"/>
                    <a:pt x="669" y="40"/>
                    <a:pt x="671" y="43"/>
                  </a:cubicBezTo>
                  <a:cubicBezTo>
                    <a:pt x="674" y="46"/>
                    <a:pt x="677" y="48"/>
                    <a:pt x="680" y="48"/>
                  </a:cubicBezTo>
                  <a:cubicBezTo>
                    <a:pt x="682" y="48"/>
                    <a:pt x="684" y="47"/>
                    <a:pt x="685" y="46"/>
                  </a:cubicBezTo>
                  <a:cubicBezTo>
                    <a:pt x="687" y="45"/>
                    <a:pt x="688" y="43"/>
                    <a:pt x="689" y="39"/>
                  </a:cubicBezTo>
                  <a:cubicBezTo>
                    <a:pt x="691" y="40"/>
                    <a:pt x="691" y="40"/>
                    <a:pt x="691" y="40"/>
                  </a:cubicBezTo>
                  <a:cubicBezTo>
                    <a:pt x="690" y="43"/>
                    <a:pt x="689" y="47"/>
                    <a:pt x="686" y="49"/>
                  </a:cubicBezTo>
                  <a:cubicBezTo>
                    <a:pt x="684" y="52"/>
                    <a:pt x="681" y="53"/>
                    <a:pt x="677" y="53"/>
                  </a:cubicBezTo>
                  <a:cubicBezTo>
                    <a:pt x="673" y="53"/>
                    <a:pt x="670" y="52"/>
                    <a:pt x="667" y="49"/>
                  </a:cubicBezTo>
                  <a:cubicBezTo>
                    <a:pt x="664" y="45"/>
                    <a:pt x="663" y="41"/>
                    <a:pt x="663" y="36"/>
                  </a:cubicBezTo>
                  <a:cubicBezTo>
                    <a:pt x="663" y="30"/>
                    <a:pt x="665" y="25"/>
                    <a:pt x="667" y="22"/>
                  </a:cubicBezTo>
                  <a:cubicBezTo>
                    <a:pt x="670" y="19"/>
                    <a:pt x="674" y="17"/>
                    <a:pt x="678" y="17"/>
                  </a:cubicBezTo>
                  <a:cubicBezTo>
                    <a:pt x="682" y="17"/>
                    <a:pt x="685" y="19"/>
                    <a:pt x="687" y="21"/>
                  </a:cubicBezTo>
                  <a:cubicBezTo>
                    <a:pt x="690" y="23"/>
                    <a:pt x="691" y="27"/>
                    <a:pt x="691" y="31"/>
                  </a:cubicBezTo>
                  <a:cubicBezTo>
                    <a:pt x="668" y="31"/>
                    <a:pt x="668" y="31"/>
                    <a:pt x="668" y="31"/>
                  </a:cubicBezTo>
                  <a:close/>
                  <a:moveTo>
                    <a:pt x="668" y="29"/>
                  </a:moveTo>
                  <a:cubicBezTo>
                    <a:pt x="683" y="29"/>
                    <a:pt x="683" y="29"/>
                    <a:pt x="683" y="29"/>
                  </a:cubicBezTo>
                  <a:cubicBezTo>
                    <a:pt x="683" y="27"/>
                    <a:pt x="683" y="26"/>
                    <a:pt x="682" y="25"/>
                  </a:cubicBezTo>
                  <a:cubicBezTo>
                    <a:pt x="682" y="24"/>
                    <a:pt x="681" y="23"/>
                    <a:pt x="679" y="22"/>
                  </a:cubicBezTo>
                  <a:cubicBezTo>
                    <a:pt x="678" y="21"/>
                    <a:pt x="677" y="21"/>
                    <a:pt x="676" y="21"/>
                  </a:cubicBezTo>
                  <a:cubicBezTo>
                    <a:pt x="674" y="21"/>
                    <a:pt x="672" y="21"/>
                    <a:pt x="671" y="23"/>
                  </a:cubicBezTo>
                  <a:cubicBezTo>
                    <a:pt x="669" y="24"/>
                    <a:pt x="668" y="27"/>
                    <a:pt x="668" y="29"/>
                  </a:cubicBezTo>
                  <a:close/>
                  <a:moveTo>
                    <a:pt x="731" y="48"/>
                  </a:moveTo>
                  <a:cubicBezTo>
                    <a:pt x="728" y="51"/>
                    <a:pt x="726" y="52"/>
                    <a:pt x="725" y="53"/>
                  </a:cubicBezTo>
                  <a:cubicBezTo>
                    <a:pt x="724" y="53"/>
                    <a:pt x="722" y="53"/>
                    <a:pt x="721" y="53"/>
                  </a:cubicBezTo>
                  <a:cubicBezTo>
                    <a:pt x="719" y="53"/>
                    <a:pt x="717" y="53"/>
                    <a:pt x="715" y="51"/>
                  </a:cubicBezTo>
                  <a:cubicBezTo>
                    <a:pt x="714" y="49"/>
                    <a:pt x="713" y="47"/>
                    <a:pt x="713" y="45"/>
                  </a:cubicBezTo>
                  <a:cubicBezTo>
                    <a:pt x="713" y="43"/>
                    <a:pt x="714" y="41"/>
                    <a:pt x="715" y="40"/>
                  </a:cubicBezTo>
                  <a:cubicBezTo>
                    <a:pt x="715" y="39"/>
                    <a:pt x="717" y="37"/>
                    <a:pt x="720" y="35"/>
                  </a:cubicBezTo>
                  <a:cubicBezTo>
                    <a:pt x="722" y="34"/>
                    <a:pt x="726" y="32"/>
                    <a:pt x="732" y="30"/>
                  </a:cubicBezTo>
                  <a:cubicBezTo>
                    <a:pt x="732" y="29"/>
                    <a:pt x="732" y="29"/>
                    <a:pt x="732" y="29"/>
                  </a:cubicBezTo>
                  <a:cubicBezTo>
                    <a:pt x="732" y="25"/>
                    <a:pt x="731" y="23"/>
                    <a:pt x="730" y="22"/>
                  </a:cubicBezTo>
                  <a:cubicBezTo>
                    <a:pt x="729" y="21"/>
                    <a:pt x="728" y="20"/>
                    <a:pt x="726" y="20"/>
                  </a:cubicBezTo>
                  <a:cubicBezTo>
                    <a:pt x="724" y="20"/>
                    <a:pt x="723" y="20"/>
                    <a:pt x="722" y="21"/>
                  </a:cubicBezTo>
                  <a:cubicBezTo>
                    <a:pt x="721" y="22"/>
                    <a:pt x="721" y="23"/>
                    <a:pt x="721" y="24"/>
                  </a:cubicBezTo>
                  <a:cubicBezTo>
                    <a:pt x="721" y="26"/>
                    <a:pt x="721" y="26"/>
                    <a:pt x="721" y="26"/>
                  </a:cubicBezTo>
                  <a:cubicBezTo>
                    <a:pt x="721" y="27"/>
                    <a:pt x="721" y="28"/>
                    <a:pt x="720" y="29"/>
                  </a:cubicBezTo>
                  <a:cubicBezTo>
                    <a:pt x="720" y="29"/>
                    <a:pt x="719" y="29"/>
                    <a:pt x="718" y="29"/>
                  </a:cubicBezTo>
                  <a:cubicBezTo>
                    <a:pt x="717" y="29"/>
                    <a:pt x="717" y="29"/>
                    <a:pt x="716" y="29"/>
                  </a:cubicBezTo>
                  <a:cubicBezTo>
                    <a:pt x="716" y="28"/>
                    <a:pt x="715" y="27"/>
                    <a:pt x="715" y="26"/>
                  </a:cubicBezTo>
                  <a:cubicBezTo>
                    <a:pt x="715" y="24"/>
                    <a:pt x="717" y="22"/>
                    <a:pt x="719" y="20"/>
                  </a:cubicBezTo>
                  <a:cubicBezTo>
                    <a:pt x="721" y="18"/>
                    <a:pt x="724" y="17"/>
                    <a:pt x="727" y="17"/>
                  </a:cubicBezTo>
                  <a:cubicBezTo>
                    <a:pt x="730" y="17"/>
                    <a:pt x="733" y="17"/>
                    <a:pt x="735" y="19"/>
                  </a:cubicBezTo>
                  <a:cubicBezTo>
                    <a:pt x="736" y="19"/>
                    <a:pt x="737" y="21"/>
                    <a:pt x="738" y="22"/>
                  </a:cubicBezTo>
                  <a:cubicBezTo>
                    <a:pt x="738" y="23"/>
                    <a:pt x="739" y="25"/>
                    <a:pt x="739" y="29"/>
                  </a:cubicBezTo>
                  <a:cubicBezTo>
                    <a:pt x="739" y="40"/>
                    <a:pt x="739" y="40"/>
                    <a:pt x="739" y="40"/>
                  </a:cubicBezTo>
                  <a:cubicBezTo>
                    <a:pt x="739" y="43"/>
                    <a:pt x="739" y="45"/>
                    <a:pt x="739" y="46"/>
                  </a:cubicBezTo>
                  <a:cubicBezTo>
                    <a:pt x="739" y="47"/>
                    <a:pt x="739" y="47"/>
                    <a:pt x="739" y="48"/>
                  </a:cubicBezTo>
                  <a:cubicBezTo>
                    <a:pt x="739" y="48"/>
                    <a:pt x="739" y="48"/>
                    <a:pt x="740" y="48"/>
                  </a:cubicBezTo>
                  <a:cubicBezTo>
                    <a:pt x="740" y="48"/>
                    <a:pt x="741" y="48"/>
                    <a:pt x="741" y="48"/>
                  </a:cubicBezTo>
                  <a:cubicBezTo>
                    <a:pt x="741" y="47"/>
                    <a:pt x="743" y="47"/>
                    <a:pt x="744" y="45"/>
                  </a:cubicBezTo>
                  <a:cubicBezTo>
                    <a:pt x="744" y="47"/>
                    <a:pt x="744" y="47"/>
                    <a:pt x="744" y="47"/>
                  </a:cubicBezTo>
                  <a:cubicBezTo>
                    <a:pt x="741" y="51"/>
                    <a:pt x="739" y="53"/>
                    <a:pt x="736" y="53"/>
                  </a:cubicBezTo>
                  <a:cubicBezTo>
                    <a:pt x="735" y="53"/>
                    <a:pt x="734" y="52"/>
                    <a:pt x="733" y="51"/>
                  </a:cubicBezTo>
                  <a:cubicBezTo>
                    <a:pt x="732" y="51"/>
                    <a:pt x="731" y="50"/>
                    <a:pt x="731" y="48"/>
                  </a:cubicBezTo>
                  <a:close/>
                  <a:moveTo>
                    <a:pt x="731" y="45"/>
                  </a:moveTo>
                  <a:cubicBezTo>
                    <a:pt x="731" y="33"/>
                    <a:pt x="731" y="33"/>
                    <a:pt x="731" y="33"/>
                  </a:cubicBezTo>
                  <a:cubicBezTo>
                    <a:pt x="728" y="34"/>
                    <a:pt x="725" y="35"/>
                    <a:pt x="725" y="36"/>
                  </a:cubicBezTo>
                  <a:cubicBezTo>
                    <a:pt x="723" y="37"/>
                    <a:pt x="721" y="38"/>
                    <a:pt x="721" y="39"/>
                  </a:cubicBezTo>
                  <a:cubicBezTo>
                    <a:pt x="720" y="41"/>
                    <a:pt x="719" y="42"/>
                    <a:pt x="719" y="43"/>
                  </a:cubicBezTo>
                  <a:cubicBezTo>
                    <a:pt x="719" y="45"/>
                    <a:pt x="720" y="47"/>
                    <a:pt x="721" y="48"/>
                  </a:cubicBezTo>
                  <a:cubicBezTo>
                    <a:pt x="722" y="49"/>
                    <a:pt x="723" y="49"/>
                    <a:pt x="725" y="49"/>
                  </a:cubicBezTo>
                  <a:cubicBezTo>
                    <a:pt x="726" y="49"/>
                    <a:pt x="729" y="48"/>
                    <a:pt x="731" y="45"/>
                  </a:cubicBezTo>
                  <a:close/>
                  <a:moveTo>
                    <a:pt x="759" y="25"/>
                  </a:moveTo>
                  <a:cubicBezTo>
                    <a:pt x="763" y="20"/>
                    <a:pt x="766" y="18"/>
                    <a:pt x="769" y="18"/>
                  </a:cubicBezTo>
                  <a:cubicBezTo>
                    <a:pt x="771" y="18"/>
                    <a:pt x="773" y="18"/>
                    <a:pt x="774" y="19"/>
                  </a:cubicBezTo>
                  <a:cubicBezTo>
                    <a:pt x="775" y="20"/>
                    <a:pt x="777" y="21"/>
                    <a:pt x="777" y="23"/>
                  </a:cubicBezTo>
                  <a:cubicBezTo>
                    <a:pt x="778" y="25"/>
                    <a:pt x="778" y="27"/>
                    <a:pt x="778" y="30"/>
                  </a:cubicBezTo>
                  <a:cubicBezTo>
                    <a:pt x="778" y="45"/>
                    <a:pt x="778" y="45"/>
                    <a:pt x="778" y="45"/>
                  </a:cubicBezTo>
                  <a:cubicBezTo>
                    <a:pt x="778" y="47"/>
                    <a:pt x="778" y="48"/>
                    <a:pt x="779" y="49"/>
                  </a:cubicBezTo>
                  <a:cubicBezTo>
                    <a:pt x="779" y="50"/>
                    <a:pt x="779" y="50"/>
                    <a:pt x="780" y="51"/>
                  </a:cubicBezTo>
                  <a:cubicBezTo>
                    <a:pt x="780" y="51"/>
                    <a:pt x="781" y="51"/>
                    <a:pt x="783" y="51"/>
                  </a:cubicBezTo>
                  <a:cubicBezTo>
                    <a:pt x="783" y="52"/>
                    <a:pt x="783" y="52"/>
                    <a:pt x="783" y="52"/>
                  </a:cubicBezTo>
                  <a:cubicBezTo>
                    <a:pt x="767" y="52"/>
                    <a:pt x="767" y="52"/>
                    <a:pt x="767" y="52"/>
                  </a:cubicBezTo>
                  <a:cubicBezTo>
                    <a:pt x="767" y="51"/>
                    <a:pt x="767" y="51"/>
                    <a:pt x="767" y="51"/>
                  </a:cubicBezTo>
                  <a:cubicBezTo>
                    <a:pt x="768" y="51"/>
                    <a:pt x="768" y="51"/>
                    <a:pt x="768" y="51"/>
                  </a:cubicBezTo>
                  <a:cubicBezTo>
                    <a:pt x="769" y="51"/>
                    <a:pt x="770" y="51"/>
                    <a:pt x="771" y="50"/>
                  </a:cubicBezTo>
                  <a:cubicBezTo>
                    <a:pt x="772" y="50"/>
                    <a:pt x="772" y="49"/>
                    <a:pt x="772" y="48"/>
                  </a:cubicBezTo>
                  <a:cubicBezTo>
                    <a:pt x="772" y="48"/>
                    <a:pt x="772" y="47"/>
                    <a:pt x="772" y="45"/>
                  </a:cubicBezTo>
                  <a:cubicBezTo>
                    <a:pt x="772" y="31"/>
                    <a:pt x="772" y="31"/>
                    <a:pt x="772" y="31"/>
                  </a:cubicBezTo>
                  <a:cubicBezTo>
                    <a:pt x="772" y="27"/>
                    <a:pt x="772" y="25"/>
                    <a:pt x="771" y="24"/>
                  </a:cubicBezTo>
                  <a:cubicBezTo>
                    <a:pt x="770" y="23"/>
                    <a:pt x="769" y="22"/>
                    <a:pt x="767" y="22"/>
                  </a:cubicBezTo>
                  <a:cubicBezTo>
                    <a:pt x="764" y="22"/>
                    <a:pt x="761" y="23"/>
                    <a:pt x="759" y="27"/>
                  </a:cubicBezTo>
                  <a:cubicBezTo>
                    <a:pt x="759" y="45"/>
                    <a:pt x="759" y="45"/>
                    <a:pt x="759" y="45"/>
                  </a:cubicBezTo>
                  <a:cubicBezTo>
                    <a:pt x="759" y="47"/>
                    <a:pt x="759" y="48"/>
                    <a:pt x="759" y="49"/>
                  </a:cubicBezTo>
                  <a:cubicBezTo>
                    <a:pt x="759" y="50"/>
                    <a:pt x="760" y="50"/>
                    <a:pt x="760" y="51"/>
                  </a:cubicBezTo>
                  <a:cubicBezTo>
                    <a:pt x="761" y="51"/>
                    <a:pt x="762" y="51"/>
                    <a:pt x="764" y="51"/>
                  </a:cubicBezTo>
                  <a:cubicBezTo>
                    <a:pt x="764" y="52"/>
                    <a:pt x="764" y="52"/>
                    <a:pt x="764" y="52"/>
                  </a:cubicBezTo>
                  <a:cubicBezTo>
                    <a:pt x="748" y="52"/>
                    <a:pt x="748" y="52"/>
                    <a:pt x="748" y="52"/>
                  </a:cubicBezTo>
                  <a:cubicBezTo>
                    <a:pt x="748" y="51"/>
                    <a:pt x="748" y="51"/>
                    <a:pt x="748" y="51"/>
                  </a:cubicBezTo>
                  <a:cubicBezTo>
                    <a:pt x="749" y="51"/>
                    <a:pt x="749" y="51"/>
                    <a:pt x="749" y="51"/>
                  </a:cubicBezTo>
                  <a:cubicBezTo>
                    <a:pt x="750" y="51"/>
                    <a:pt x="751" y="51"/>
                    <a:pt x="752" y="50"/>
                  </a:cubicBezTo>
                  <a:cubicBezTo>
                    <a:pt x="752" y="49"/>
                    <a:pt x="753" y="47"/>
                    <a:pt x="753" y="45"/>
                  </a:cubicBezTo>
                  <a:cubicBezTo>
                    <a:pt x="753" y="32"/>
                    <a:pt x="753" y="32"/>
                    <a:pt x="753" y="32"/>
                  </a:cubicBezTo>
                  <a:cubicBezTo>
                    <a:pt x="753" y="28"/>
                    <a:pt x="753" y="25"/>
                    <a:pt x="752" y="24"/>
                  </a:cubicBezTo>
                  <a:cubicBezTo>
                    <a:pt x="752" y="23"/>
                    <a:pt x="752" y="23"/>
                    <a:pt x="751" y="22"/>
                  </a:cubicBezTo>
                  <a:cubicBezTo>
                    <a:pt x="751" y="22"/>
                    <a:pt x="751" y="22"/>
                    <a:pt x="750" y="22"/>
                  </a:cubicBezTo>
                  <a:cubicBezTo>
                    <a:pt x="749" y="22"/>
                    <a:pt x="748" y="22"/>
                    <a:pt x="747" y="22"/>
                  </a:cubicBezTo>
                  <a:cubicBezTo>
                    <a:pt x="747" y="21"/>
                    <a:pt x="747" y="21"/>
                    <a:pt x="747" y="21"/>
                  </a:cubicBezTo>
                  <a:cubicBezTo>
                    <a:pt x="757" y="17"/>
                    <a:pt x="757" y="17"/>
                    <a:pt x="757" y="17"/>
                  </a:cubicBezTo>
                  <a:cubicBezTo>
                    <a:pt x="759" y="17"/>
                    <a:pt x="759" y="17"/>
                    <a:pt x="759" y="17"/>
                  </a:cubicBezTo>
                  <a:cubicBezTo>
                    <a:pt x="759" y="25"/>
                    <a:pt x="759" y="25"/>
                    <a:pt x="759" y="25"/>
                  </a:cubicBezTo>
                  <a:close/>
                  <a:moveTo>
                    <a:pt x="812" y="49"/>
                  </a:moveTo>
                  <a:cubicBezTo>
                    <a:pt x="811" y="51"/>
                    <a:pt x="809" y="52"/>
                    <a:pt x="807" y="53"/>
                  </a:cubicBezTo>
                  <a:cubicBezTo>
                    <a:pt x="806" y="53"/>
                    <a:pt x="804" y="54"/>
                    <a:pt x="803" y="54"/>
                  </a:cubicBezTo>
                  <a:cubicBezTo>
                    <a:pt x="799" y="54"/>
                    <a:pt x="796" y="52"/>
                    <a:pt x="793" y="49"/>
                  </a:cubicBezTo>
                  <a:cubicBezTo>
                    <a:pt x="791" y="46"/>
                    <a:pt x="789" y="42"/>
                    <a:pt x="789" y="37"/>
                  </a:cubicBezTo>
                  <a:cubicBezTo>
                    <a:pt x="789" y="32"/>
                    <a:pt x="791" y="28"/>
                    <a:pt x="794" y="24"/>
                  </a:cubicBezTo>
                  <a:cubicBezTo>
                    <a:pt x="797" y="20"/>
                    <a:pt x="801" y="18"/>
                    <a:pt x="805" y="18"/>
                  </a:cubicBezTo>
                  <a:cubicBezTo>
                    <a:pt x="808" y="18"/>
                    <a:pt x="810" y="19"/>
                    <a:pt x="812" y="21"/>
                  </a:cubicBezTo>
                  <a:cubicBezTo>
                    <a:pt x="812" y="14"/>
                    <a:pt x="812" y="14"/>
                    <a:pt x="812" y="14"/>
                  </a:cubicBezTo>
                  <a:cubicBezTo>
                    <a:pt x="812" y="10"/>
                    <a:pt x="812" y="8"/>
                    <a:pt x="812" y="7"/>
                  </a:cubicBezTo>
                  <a:cubicBezTo>
                    <a:pt x="812" y="6"/>
                    <a:pt x="811" y="5"/>
                    <a:pt x="811" y="5"/>
                  </a:cubicBezTo>
                  <a:cubicBezTo>
                    <a:pt x="811" y="5"/>
                    <a:pt x="810" y="5"/>
                    <a:pt x="809" y="5"/>
                  </a:cubicBezTo>
                  <a:cubicBezTo>
                    <a:pt x="809" y="5"/>
                    <a:pt x="808" y="5"/>
                    <a:pt x="807" y="5"/>
                  </a:cubicBezTo>
                  <a:cubicBezTo>
                    <a:pt x="807" y="4"/>
                    <a:pt x="807" y="4"/>
                    <a:pt x="807" y="4"/>
                  </a:cubicBezTo>
                  <a:cubicBezTo>
                    <a:pt x="816" y="0"/>
                    <a:pt x="816" y="0"/>
                    <a:pt x="816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39"/>
                    <a:pt x="818" y="39"/>
                    <a:pt x="818" y="39"/>
                  </a:cubicBezTo>
                  <a:cubicBezTo>
                    <a:pt x="818" y="43"/>
                    <a:pt x="818" y="45"/>
                    <a:pt x="818" y="46"/>
                  </a:cubicBezTo>
                  <a:cubicBezTo>
                    <a:pt x="818" y="47"/>
                    <a:pt x="819" y="48"/>
                    <a:pt x="819" y="48"/>
                  </a:cubicBezTo>
                  <a:cubicBezTo>
                    <a:pt x="819" y="49"/>
                    <a:pt x="820" y="49"/>
                    <a:pt x="820" y="49"/>
                  </a:cubicBezTo>
                  <a:cubicBezTo>
                    <a:pt x="821" y="49"/>
                    <a:pt x="822" y="48"/>
                    <a:pt x="823" y="48"/>
                  </a:cubicBezTo>
                  <a:cubicBezTo>
                    <a:pt x="823" y="49"/>
                    <a:pt x="823" y="49"/>
                    <a:pt x="823" y="49"/>
                  </a:cubicBezTo>
                  <a:cubicBezTo>
                    <a:pt x="813" y="53"/>
                    <a:pt x="813" y="53"/>
                    <a:pt x="813" y="53"/>
                  </a:cubicBezTo>
                  <a:cubicBezTo>
                    <a:pt x="812" y="53"/>
                    <a:pt x="812" y="53"/>
                    <a:pt x="812" y="53"/>
                  </a:cubicBezTo>
                  <a:cubicBezTo>
                    <a:pt x="812" y="49"/>
                    <a:pt x="812" y="49"/>
                    <a:pt x="812" y="49"/>
                  </a:cubicBezTo>
                  <a:close/>
                  <a:moveTo>
                    <a:pt x="812" y="46"/>
                  </a:moveTo>
                  <a:cubicBezTo>
                    <a:pt x="812" y="29"/>
                    <a:pt x="812" y="29"/>
                    <a:pt x="812" y="29"/>
                  </a:cubicBezTo>
                  <a:cubicBezTo>
                    <a:pt x="812" y="27"/>
                    <a:pt x="812" y="25"/>
                    <a:pt x="811" y="24"/>
                  </a:cubicBezTo>
                  <a:cubicBezTo>
                    <a:pt x="810" y="23"/>
                    <a:pt x="809" y="22"/>
                    <a:pt x="808" y="21"/>
                  </a:cubicBezTo>
                  <a:cubicBezTo>
                    <a:pt x="807" y="20"/>
                    <a:pt x="806" y="20"/>
                    <a:pt x="805" y="20"/>
                  </a:cubicBezTo>
                  <a:cubicBezTo>
                    <a:pt x="803" y="20"/>
                    <a:pt x="801" y="21"/>
                    <a:pt x="799" y="23"/>
                  </a:cubicBezTo>
                  <a:cubicBezTo>
                    <a:pt x="797" y="25"/>
                    <a:pt x="796" y="29"/>
                    <a:pt x="796" y="34"/>
                  </a:cubicBezTo>
                  <a:cubicBezTo>
                    <a:pt x="796" y="39"/>
                    <a:pt x="797" y="43"/>
                    <a:pt x="799" y="45"/>
                  </a:cubicBezTo>
                  <a:cubicBezTo>
                    <a:pt x="801" y="48"/>
                    <a:pt x="803" y="49"/>
                    <a:pt x="806" y="49"/>
                  </a:cubicBezTo>
                  <a:cubicBezTo>
                    <a:pt x="808" y="50"/>
                    <a:pt x="810" y="49"/>
                    <a:pt x="812" y="46"/>
                  </a:cubicBezTo>
                  <a:close/>
                  <a:moveTo>
                    <a:pt x="883" y="3"/>
                  </a:moveTo>
                  <a:cubicBezTo>
                    <a:pt x="883" y="14"/>
                    <a:pt x="883" y="14"/>
                    <a:pt x="883" y="14"/>
                  </a:cubicBezTo>
                  <a:cubicBezTo>
                    <a:pt x="882" y="14"/>
                    <a:pt x="882" y="14"/>
                    <a:pt x="882" y="14"/>
                  </a:cubicBezTo>
                  <a:cubicBezTo>
                    <a:pt x="882" y="12"/>
                    <a:pt x="881" y="11"/>
                    <a:pt x="881" y="10"/>
                  </a:cubicBezTo>
                  <a:cubicBezTo>
                    <a:pt x="880" y="8"/>
                    <a:pt x="879" y="7"/>
                    <a:pt x="878" y="7"/>
                  </a:cubicBezTo>
                  <a:cubicBezTo>
                    <a:pt x="877" y="6"/>
                    <a:pt x="875" y="5"/>
                    <a:pt x="873" y="5"/>
                  </a:cubicBezTo>
                  <a:cubicBezTo>
                    <a:pt x="867" y="5"/>
                    <a:pt x="867" y="5"/>
                    <a:pt x="867" y="5"/>
                  </a:cubicBezTo>
                  <a:cubicBezTo>
                    <a:pt x="867" y="44"/>
                    <a:pt x="867" y="44"/>
                    <a:pt x="867" y="44"/>
                  </a:cubicBezTo>
                  <a:cubicBezTo>
                    <a:pt x="867" y="47"/>
                    <a:pt x="867" y="49"/>
                    <a:pt x="867" y="49"/>
                  </a:cubicBezTo>
                  <a:cubicBezTo>
                    <a:pt x="868" y="51"/>
                    <a:pt x="870" y="51"/>
                    <a:pt x="871" y="51"/>
                  </a:cubicBezTo>
                  <a:cubicBezTo>
                    <a:pt x="873" y="51"/>
                    <a:pt x="873" y="51"/>
                    <a:pt x="873" y="51"/>
                  </a:cubicBezTo>
                  <a:cubicBezTo>
                    <a:pt x="873" y="52"/>
                    <a:pt x="873" y="52"/>
                    <a:pt x="873" y="52"/>
                  </a:cubicBezTo>
                  <a:cubicBezTo>
                    <a:pt x="853" y="52"/>
                    <a:pt x="853" y="52"/>
                    <a:pt x="853" y="52"/>
                  </a:cubicBezTo>
                  <a:cubicBezTo>
                    <a:pt x="853" y="51"/>
                    <a:pt x="853" y="51"/>
                    <a:pt x="853" y="51"/>
                  </a:cubicBezTo>
                  <a:cubicBezTo>
                    <a:pt x="854" y="51"/>
                    <a:pt x="854" y="51"/>
                    <a:pt x="854" y="51"/>
                  </a:cubicBezTo>
                  <a:cubicBezTo>
                    <a:pt x="856" y="51"/>
                    <a:pt x="858" y="50"/>
                    <a:pt x="859" y="49"/>
                  </a:cubicBezTo>
                  <a:cubicBezTo>
                    <a:pt x="859" y="48"/>
                    <a:pt x="859" y="47"/>
                    <a:pt x="859" y="43"/>
                  </a:cubicBezTo>
                  <a:cubicBezTo>
                    <a:pt x="859" y="5"/>
                    <a:pt x="859" y="5"/>
                    <a:pt x="859" y="5"/>
                  </a:cubicBezTo>
                  <a:cubicBezTo>
                    <a:pt x="853" y="5"/>
                    <a:pt x="853" y="5"/>
                    <a:pt x="853" y="5"/>
                  </a:cubicBezTo>
                  <a:cubicBezTo>
                    <a:pt x="851" y="5"/>
                    <a:pt x="849" y="5"/>
                    <a:pt x="849" y="6"/>
                  </a:cubicBezTo>
                  <a:cubicBezTo>
                    <a:pt x="847" y="6"/>
                    <a:pt x="846" y="7"/>
                    <a:pt x="845" y="9"/>
                  </a:cubicBezTo>
                  <a:cubicBezTo>
                    <a:pt x="845" y="10"/>
                    <a:pt x="844" y="12"/>
                    <a:pt x="844" y="14"/>
                  </a:cubicBezTo>
                  <a:cubicBezTo>
                    <a:pt x="843" y="14"/>
                    <a:pt x="843" y="14"/>
                    <a:pt x="843" y="14"/>
                  </a:cubicBezTo>
                  <a:cubicBezTo>
                    <a:pt x="843" y="3"/>
                    <a:pt x="843" y="3"/>
                    <a:pt x="843" y="3"/>
                  </a:cubicBezTo>
                  <a:cubicBezTo>
                    <a:pt x="883" y="3"/>
                    <a:pt x="883" y="3"/>
                    <a:pt x="883" y="3"/>
                  </a:cubicBezTo>
                  <a:close/>
                  <a:moveTo>
                    <a:pt x="891" y="31"/>
                  </a:moveTo>
                  <a:cubicBezTo>
                    <a:pt x="891" y="37"/>
                    <a:pt x="893" y="40"/>
                    <a:pt x="895" y="43"/>
                  </a:cubicBezTo>
                  <a:cubicBezTo>
                    <a:pt x="897" y="46"/>
                    <a:pt x="900" y="48"/>
                    <a:pt x="903" y="48"/>
                  </a:cubicBezTo>
                  <a:cubicBezTo>
                    <a:pt x="905" y="48"/>
                    <a:pt x="907" y="47"/>
                    <a:pt x="909" y="46"/>
                  </a:cubicBezTo>
                  <a:cubicBezTo>
                    <a:pt x="911" y="45"/>
                    <a:pt x="912" y="43"/>
                    <a:pt x="913" y="39"/>
                  </a:cubicBezTo>
                  <a:cubicBezTo>
                    <a:pt x="914" y="40"/>
                    <a:pt x="914" y="40"/>
                    <a:pt x="914" y="40"/>
                  </a:cubicBezTo>
                  <a:cubicBezTo>
                    <a:pt x="914" y="43"/>
                    <a:pt x="912" y="47"/>
                    <a:pt x="910" y="49"/>
                  </a:cubicBezTo>
                  <a:cubicBezTo>
                    <a:pt x="907" y="52"/>
                    <a:pt x="904" y="53"/>
                    <a:pt x="901" y="53"/>
                  </a:cubicBezTo>
                  <a:cubicBezTo>
                    <a:pt x="897" y="53"/>
                    <a:pt x="893" y="52"/>
                    <a:pt x="891" y="49"/>
                  </a:cubicBezTo>
                  <a:cubicBezTo>
                    <a:pt x="888" y="45"/>
                    <a:pt x="887" y="41"/>
                    <a:pt x="887" y="36"/>
                  </a:cubicBezTo>
                  <a:cubicBezTo>
                    <a:pt x="887" y="30"/>
                    <a:pt x="888" y="25"/>
                    <a:pt x="891" y="22"/>
                  </a:cubicBezTo>
                  <a:cubicBezTo>
                    <a:pt x="894" y="19"/>
                    <a:pt x="897" y="17"/>
                    <a:pt x="902" y="17"/>
                  </a:cubicBezTo>
                  <a:cubicBezTo>
                    <a:pt x="905" y="17"/>
                    <a:pt x="909" y="19"/>
                    <a:pt x="911" y="21"/>
                  </a:cubicBezTo>
                  <a:cubicBezTo>
                    <a:pt x="913" y="23"/>
                    <a:pt x="915" y="27"/>
                    <a:pt x="915" y="31"/>
                  </a:cubicBezTo>
                  <a:cubicBezTo>
                    <a:pt x="891" y="31"/>
                    <a:pt x="891" y="31"/>
                    <a:pt x="891" y="31"/>
                  </a:cubicBezTo>
                  <a:close/>
                  <a:moveTo>
                    <a:pt x="891" y="29"/>
                  </a:moveTo>
                  <a:cubicBezTo>
                    <a:pt x="907" y="29"/>
                    <a:pt x="907" y="29"/>
                    <a:pt x="907" y="29"/>
                  </a:cubicBezTo>
                  <a:cubicBezTo>
                    <a:pt x="907" y="27"/>
                    <a:pt x="906" y="26"/>
                    <a:pt x="906" y="25"/>
                  </a:cubicBezTo>
                  <a:cubicBezTo>
                    <a:pt x="905" y="24"/>
                    <a:pt x="904" y="23"/>
                    <a:pt x="903" y="22"/>
                  </a:cubicBezTo>
                  <a:cubicBezTo>
                    <a:pt x="902" y="21"/>
                    <a:pt x="901" y="21"/>
                    <a:pt x="899" y="21"/>
                  </a:cubicBezTo>
                  <a:cubicBezTo>
                    <a:pt x="897" y="21"/>
                    <a:pt x="896" y="21"/>
                    <a:pt x="894" y="23"/>
                  </a:cubicBezTo>
                  <a:cubicBezTo>
                    <a:pt x="893" y="24"/>
                    <a:pt x="892" y="27"/>
                    <a:pt x="891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2" name="Freeform 35"/>
            <p:cNvSpPr>
              <a:spLocks noEditPoints="1"/>
            </p:cNvSpPr>
            <p:nvPr userDrawn="1"/>
          </p:nvSpPr>
          <p:spPr bwMode="auto">
            <a:xfrm>
              <a:off x="10679175" y="4943779"/>
              <a:ext cx="873125" cy="103188"/>
            </a:xfrm>
            <a:custGeom>
              <a:avLst/>
              <a:gdLst>
                <a:gd name="T0" fmla="*/ 23 w 586"/>
                <a:gd name="T1" fmla="*/ 21 h 69"/>
                <a:gd name="T2" fmla="*/ 8 w 586"/>
                <a:gd name="T3" fmla="*/ 24 h 69"/>
                <a:gd name="T4" fmla="*/ 45 w 586"/>
                <a:gd name="T5" fmla="*/ 26 h 69"/>
                <a:gd name="T6" fmla="*/ 66 w 586"/>
                <a:gd name="T7" fmla="*/ 52 h 69"/>
                <a:gd name="T8" fmla="*/ 58 w 586"/>
                <a:gd name="T9" fmla="*/ 46 h 69"/>
                <a:gd name="T10" fmla="*/ 46 w 586"/>
                <a:gd name="T11" fmla="*/ 50 h 69"/>
                <a:gd name="T12" fmla="*/ 40 w 586"/>
                <a:gd name="T13" fmla="*/ 46 h 69"/>
                <a:gd name="T14" fmla="*/ 45 w 586"/>
                <a:gd name="T15" fmla="*/ 1 h 69"/>
                <a:gd name="T16" fmla="*/ 106 w 586"/>
                <a:gd name="T17" fmla="*/ 52 h 69"/>
                <a:gd name="T18" fmla="*/ 98 w 586"/>
                <a:gd name="T19" fmla="*/ 46 h 69"/>
                <a:gd name="T20" fmla="*/ 90 w 586"/>
                <a:gd name="T21" fmla="*/ 52 h 69"/>
                <a:gd name="T22" fmla="*/ 78 w 586"/>
                <a:gd name="T23" fmla="*/ 25 h 69"/>
                <a:gd name="T24" fmla="*/ 132 w 586"/>
                <a:gd name="T25" fmla="*/ 19 h 69"/>
                <a:gd name="T26" fmla="*/ 118 w 586"/>
                <a:gd name="T27" fmla="*/ 28 h 69"/>
                <a:gd name="T28" fmla="*/ 133 w 586"/>
                <a:gd name="T29" fmla="*/ 52 h 69"/>
                <a:gd name="T30" fmla="*/ 169 w 586"/>
                <a:gd name="T31" fmla="*/ 52 h 69"/>
                <a:gd name="T32" fmla="*/ 161 w 586"/>
                <a:gd name="T33" fmla="*/ 15 h 69"/>
                <a:gd name="T34" fmla="*/ 167 w 586"/>
                <a:gd name="T35" fmla="*/ 1 h 69"/>
                <a:gd name="T36" fmla="*/ 181 w 586"/>
                <a:gd name="T37" fmla="*/ 38 h 69"/>
                <a:gd name="T38" fmla="*/ 189 w 586"/>
                <a:gd name="T39" fmla="*/ 47 h 69"/>
                <a:gd name="T40" fmla="*/ 222 w 586"/>
                <a:gd name="T41" fmla="*/ 31 h 69"/>
                <a:gd name="T42" fmla="*/ 252 w 586"/>
                <a:gd name="T43" fmla="*/ 24 h 69"/>
                <a:gd name="T44" fmla="*/ 228 w 586"/>
                <a:gd name="T45" fmla="*/ 44 h 69"/>
                <a:gd name="T46" fmla="*/ 249 w 586"/>
                <a:gd name="T47" fmla="*/ 64 h 69"/>
                <a:gd name="T48" fmla="*/ 223 w 586"/>
                <a:gd name="T49" fmla="*/ 48 h 69"/>
                <a:gd name="T50" fmla="*/ 240 w 586"/>
                <a:gd name="T51" fmla="*/ 39 h 69"/>
                <a:gd name="T52" fmla="*/ 238 w 586"/>
                <a:gd name="T53" fmla="*/ 66 h 69"/>
                <a:gd name="T54" fmla="*/ 274 w 586"/>
                <a:gd name="T55" fmla="*/ 21 h 69"/>
                <a:gd name="T56" fmla="*/ 286 w 586"/>
                <a:gd name="T57" fmla="*/ 21 h 69"/>
                <a:gd name="T58" fmla="*/ 290 w 586"/>
                <a:gd name="T59" fmla="*/ 25 h 69"/>
                <a:gd name="T60" fmla="*/ 267 w 586"/>
                <a:gd name="T61" fmla="*/ 62 h 69"/>
                <a:gd name="T62" fmla="*/ 258 w 586"/>
                <a:gd name="T63" fmla="*/ 20 h 69"/>
                <a:gd name="T64" fmla="*/ 319 w 586"/>
                <a:gd name="T65" fmla="*/ 49 h 69"/>
                <a:gd name="T66" fmla="*/ 322 w 586"/>
                <a:gd name="T67" fmla="*/ 34 h 69"/>
                <a:gd name="T68" fmla="*/ 368 w 586"/>
                <a:gd name="T69" fmla="*/ 45 h 69"/>
                <a:gd name="T70" fmla="*/ 360 w 586"/>
                <a:gd name="T71" fmla="*/ 52 h 69"/>
                <a:gd name="T72" fmla="*/ 364 w 586"/>
                <a:gd name="T73" fmla="*/ 8 h 69"/>
                <a:gd name="T74" fmla="*/ 378 w 586"/>
                <a:gd name="T75" fmla="*/ 6 h 69"/>
                <a:gd name="T76" fmla="*/ 377 w 586"/>
                <a:gd name="T77" fmla="*/ 22 h 69"/>
                <a:gd name="T78" fmla="*/ 408 w 586"/>
                <a:gd name="T79" fmla="*/ 16 h 69"/>
                <a:gd name="T80" fmla="*/ 433 w 586"/>
                <a:gd name="T81" fmla="*/ 52 h 69"/>
                <a:gd name="T82" fmla="*/ 435 w 586"/>
                <a:gd name="T83" fmla="*/ 6 h 69"/>
                <a:gd name="T84" fmla="*/ 476 w 586"/>
                <a:gd name="T85" fmla="*/ 20 h 69"/>
                <a:gd name="T86" fmla="*/ 468 w 586"/>
                <a:gd name="T87" fmla="*/ 54 h 69"/>
                <a:gd name="T88" fmla="*/ 472 w 586"/>
                <a:gd name="T89" fmla="*/ 24 h 69"/>
                <a:gd name="T90" fmla="*/ 466 w 586"/>
                <a:gd name="T91" fmla="*/ 54 h 69"/>
                <a:gd name="T92" fmla="*/ 454 w 586"/>
                <a:gd name="T93" fmla="*/ 6 h 69"/>
                <a:gd name="T94" fmla="*/ 502 w 586"/>
                <a:gd name="T95" fmla="*/ 5 h 69"/>
                <a:gd name="T96" fmla="*/ 502 w 586"/>
                <a:gd name="T97" fmla="*/ 46 h 69"/>
                <a:gd name="T98" fmla="*/ 495 w 586"/>
                <a:gd name="T99" fmla="*/ 50 h 69"/>
                <a:gd name="T100" fmla="*/ 500 w 586"/>
                <a:gd name="T101" fmla="*/ 19 h 69"/>
                <a:gd name="T102" fmla="*/ 544 w 586"/>
                <a:gd name="T103" fmla="*/ 50 h 69"/>
                <a:gd name="T104" fmla="*/ 538 w 586"/>
                <a:gd name="T105" fmla="*/ 49 h 69"/>
                <a:gd name="T106" fmla="*/ 526 w 586"/>
                <a:gd name="T107" fmla="*/ 52 h 69"/>
                <a:gd name="T108" fmla="*/ 518 w 586"/>
                <a:gd name="T109" fmla="*/ 33 h 69"/>
                <a:gd name="T110" fmla="*/ 524 w 586"/>
                <a:gd name="T111" fmla="*/ 26 h 69"/>
                <a:gd name="T112" fmla="*/ 574 w 586"/>
                <a:gd name="T113" fmla="*/ 31 h 69"/>
                <a:gd name="T114" fmla="*/ 560 w 586"/>
                <a:gd name="T115" fmla="*/ 30 h 69"/>
                <a:gd name="T116" fmla="*/ 580 w 586"/>
                <a:gd name="T117" fmla="*/ 41 h 69"/>
                <a:gd name="T118" fmla="*/ 575 w 586"/>
                <a:gd name="T119" fmla="*/ 52 h 69"/>
                <a:gd name="T120" fmla="*/ 566 w 586"/>
                <a:gd name="T121" fmla="*/ 5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86" h="69">
                  <a:moveTo>
                    <a:pt x="27" y="41"/>
                  </a:moveTo>
                  <a:cubicBezTo>
                    <a:pt x="26" y="45"/>
                    <a:pt x="24" y="49"/>
                    <a:pt x="22" y="51"/>
                  </a:cubicBezTo>
                  <a:cubicBezTo>
                    <a:pt x="19" y="54"/>
                    <a:pt x="16" y="55"/>
                    <a:pt x="13" y="55"/>
                  </a:cubicBezTo>
                  <a:cubicBezTo>
                    <a:pt x="10" y="55"/>
                    <a:pt x="6" y="53"/>
                    <a:pt x="4" y="50"/>
                  </a:cubicBezTo>
                  <a:cubicBezTo>
                    <a:pt x="1" y="47"/>
                    <a:pt x="0" y="42"/>
                    <a:pt x="0" y="37"/>
                  </a:cubicBezTo>
                  <a:cubicBezTo>
                    <a:pt x="0" y="32"/>
                    <a:pt x="1" y="27"/>
                    <a:pt x="4" y="24"/>
                  </a:cubicBezTo>
                  <a:cubicBezTo>
                    <a:pt x="7" y="20"/>
                    <a:pt x="11" y="18"/>
                    <a:pt x="15" y="18"/>
                  </a:cubicBezTo>
                  <a:cubicBezTo>
                    <a:pt x="18" y="18"/>
                    <a:pt x="21" y="19"/>
                    <a:pt x="23" y="21"/>
                  </a:cubicBezTo>
                  <a:cubicBezTo>
                    <a:pt x="25" y="23"/>
                    <a:pt x="26" y="25"/>
                    <a:pt x="26" y="27"/>
                  </a:cubicBezTo>
                  <a:cubicBezTo>
                    <a:pt x="26" y="28"/>
                    <a:pt x="26" y="28"/>
                    <a:pt x="26" y="29"/>
                  </a:cubicBezTo>
                  <a:cubicBezTo>
                    <a:pt x="25" y="30"/>
                    <a:pt x="24" y="30"/>
                    <a:pt x="23" y="30"/>
                  </a:cubicBezTo>
                  <a:cubicBezTo>
                    <a:pt x="22" y="30"/>
                    <a:pt x="21" y="30"/>
                    <a:pt x="20" y="28"/>
                  </a:cubicBezTo>
                  <a:cubicBezTo>
                    <a:pt x="20" y="28"/>
                    <a:pt x="19" y="27"/>
                    <a:pt x="19" y="26"/>
                  </a:cubicBezTo>
                  <a:cubicBezTo>
                    <a:pt x="19" y="24"/>
                    <a:pt x="18" y="23"/>
                    <a:pt x="18" y="22"/>
                  </a:cubicBezTo>
                  <a:cubicBezTo>
                    <a:pt x="17" y="22"/>
                    <a:pt x="16" y="21"/>
                    <a:pt x="14" y="21"/>
                  </a:cubicBezTo>
                  <a:cubicBezTo>
                    <a:pt x="12" y="21"/>
                    <a:pt x="10" y="22"/>
                    <a:pt x="8" y="24"/>
                  </a:cubicBezTo>
                  <a:cubicBezTo>
                    <a:pt x="6" y="26"/>
                    <a:pt x="6" y="30"/>
                    <a:pt x="6" y="34"/>
                  </a:cubicBezTo>
                  <a:cubicBezTo>
                    <a:pt x="6" y="38"/>
                    <a:pt x="6" y="41"/>
                    <a:pt x="8" y="44"/>
                  </a:cubicBezTo>
                  <a:cubicBezTo>
                    <a:pt x="10" y="48"/>
                    <a:pt x="13" y="49"/>
                    <a:pt x="16" y="49"/>
                  </a:cubicBezTo>
                  <a:cubicBezTo>
                    <a:pt x="18" y="49"/>
                    <a:pt x="20" y="48"/>
                    <a:pt x="22" y="47"/>
                  </a:cubicBezTo>
                  <a:cubicBezTo>
                    <a:pt x="24" y="46"/>
                    <a:pt x="25" y="44"/>
                    <a:pt x="27" y="41"/>
                  </a:cubicBezTo>
                  <a:cubicBezTo>
                    <a:pt x="27" y="41"/>
                    <a:pt x="27" y="41"/>
                    <a:pt x="27" y="41"/>
                  </a:cubicBezTo>
                  <a:close/>
                  <a:moveTo>
                    <a:pt x="45" y="1"/>
                  </a:moveTo>
                  <a:cubicBezTo>
                    <a:pt x="45" y="26"/>
                    <a:pt x="45" y="26"/>
                    <a:pt x="45" y="26"/>
                  </a:cubicBezTo>
                  <a:cubicBezTo>
                    <a:pt x="48" y="22"/>
                    <a:pt x="50" y="21"/>
                    <a:pt x="51" y="20"/>
                  </a:cubicBezTo>
                  <a:cubicBezTo>
                    <a:pt x="53" y="19"/>
                    <a:pt x="54" y="18"/>
                    <a:pt x="56" y="18"/>
                  </a:cubicBezTo>
                  <a:cubicBezTo>
                    <a:pt x="58" y="18"/>
                    <a:pt x="60" y="19"/>
                    <a:pt x="61" y="20"/>
                  </a:cubicBezTo>
                  <a:cubicBezTo>
                    <a:pt x="62" y="21"/>
                    <a:pt x="63" y="23"/>
                    <a:pt x="64" y="25"/>
                  </a:cubicBezTo>
                  <a:cubicBezTo>
                    <a:pt x="64" y="27"/>
                    <a:pt x="64" y="30"/>
                    <a:pt x="64" y="34"/>
                  </a:cubicBezTo>
                  <a:cubicBezTo>
                    <a:pt x="64" y="46"/>
                    <a:pt x="64" y="46"/>
                    <a:pt x="64" y="46"/>
                  </a:cubicBezTo>
                  <a:cubicBezTo>
                    <a:pt x="64" y="48"/>
                    <a:pt x="64" y="50"/>
                    <a:pt x="65" y="50"/>
                  </a:cubicBezTo>
                  <a:cubicBezTo>
                    <a:pt x="65" y="51"/>
                    <a:pt x="66" y="52"/>
                    <a:pt x="66" y="52"/>
                  </a:cubicBezTo>
                  <a:cubicBezTo>
                    <a:pt x="66" y="52"/>
                    <a:pt x="68" y="52"/>
                    <a:pt x="69" y="52"/>
                  </a:cubicBezTo>
                  <a:cubicBezTo>
                    <a:pt x="69" y="54"/>
                    <a:pt x="69" y="54"/>
                    <a:pt x="69" y="54"/>
                  </a:cubicBezTo>
                  <a:cubicBezTo>
                    <a:pt x="53" y="54"/>
                    <a:pt x="53" y="54"/>
                    <a:pt x="53" y="54"/>
                  </a:cubicBezTo>
                  <a:cubicBezTo>
                    <a:pt x="53" y="52"/>
                    <a:pt x="53" y="52"/>
                    <a:pt x="53" y="52"/>
                  </a:cubicBezTo>
                  <a:cubicBezTo>
                    <a:pt x="54" y="52"/>
                    <a:pt x="54" y="52"/>
                    <a:pt x="54" y="52"/>
                  </a:cubicBezTo>
                  <a:cubicBezTo>
                    <a:pt x="56" y="52"/>
                    <a:pt x="56" y="52"/>
                    <a:pt x="57" y="52"/>
                  </a:cubicBezTo>
                  <a:cubicBezTo>
                    <a:pt x="58" y="51"/>
                    <a:pt x="58" y="50"/>
                    <a:pt x="58" y="50"/>
                  </a:cubicBezTo>
                  <a:cubicBezTo>
                    <a:pt x="58" y="49"/>
                    <a:pt x="58" y="48"/>
                    <a:pt x="58" y="46"/>
                  </a:cubicBezTo>
                  <a:cubicBezTo>
                    <a:pt x="58" y="34"/>
                    <a:pt x="58" y="34"/>
                    <a:pt x="58" y="34"/>
                  </a:cubicBezTo>
                  <a:cubicBezTo>
                    <a:pt x="58" y="30"/>
                    <a:pt x="58" y="28"/>
                    <a:pt x="58" y="27"/>
                  </a:cubicBezTo>
                  <a:cubicBezTo>
                    <a:pt x="58" y="26"/>
                    <a:pt x="57" y="25"/>
                    <a:pt x="56" y="24"/>
                  </a:cubicBezTo>
                  <a:cubicBezTo>
                    <a:pt x="56" y="24"/>
                    <a:pt x="55" y="23"/>
                    <a:pt x="54" y="23"/>
                  </a:cubicBezTo>
                  <a:cubicBezTo>
                    <a:pt x="52" y="23"/>
                    <a:pt x="51" y="24"/>
                    <a:pt x="50" y="24"/>
                  </a:cubicBezTo>
                  <a:cubicBezTo>
                    <a:pt x="49" y="25"/>
                    <a:pt x="47" y="26"/>
                    <a:pt x="46" y="28"/>
                  </a:cubicBezTo>
                  <a:cubicBezTo>
                    <a:pt x="46" y="46"/>
                    <a:pt x="46" y="46"/>
                    <a:pt x="46" y="46"/>
                  </a:cubicBezTo>
                  <a:cubicBezTo>
                    <a:pt x="46" y="48"/>
                    <a:pt x="46" y="50"/>
                    <a:pt x="46" y="50"/>
                  </a:cubicBezTo>
                  <a:cubicBezTo>
                    <a:pt x="46" y="51"/>
                    <a:pt x="47" y="52"/>
                    <a:pt x="47" y="52"/>
                  </a:cubicBezTo>
                  <a:cubicBezTo>
                    <a:pt x="48" y="52"/>
                    <a:pt x="49" y="52"/>
                    <a:pt x="51" y="52"/>
                  </a:cubicBezTo>
                  <a:cubicBezTo>
                    <a:pt x="51" y="54"/>
                    <a:pt x="51" y="54"/>
                    <a:pt x="51" y="54"/>
                  </a:cubicBezTo>
                  <a:cubicBezTo>
                    <a:pt x="34" y="54"/>
                    <a:pt x="34" y="54"/>
                    <a:pt x="34" y="54"/>
                  </a:cubicBezTo>
                  <a:cubicBezTo>
                    <a:pt x="34" y="52"/>
                    <a:pt x="34" y="52"/>
                    <a:pt x="34" y="52"/>
                  </a:cubicBezTo>
                  <a:cubicBezTo>
                    <a:pt x="36" y="52"/>
                    <a:pt x="37" y="52"/>
                    <a:pt x="38" y="52"/>
                  </a:cubicBezTo>
                  <a:cubicBezTo>
                    <a:pt x="38" y="51"/>
                    <a:pt x="39" y="51"/>
                    <a:pt x="39" y="50"/>
                  </a:cubicBezTo>
                  <a:cubicBezTo>
                    <a:pt x="40" y="49"/>
                    <a:pt x="40" y="48"/>
                    <a:pt x="40" y="46"/>
                  </a:cubicBezTo>
                  <a:cubicBezTo>
                    <a:pt x="40" y="15"/>
                    <a:pt x="40" y="15"/>
                    <a:pt x="40" y="15"/>
                  </a:cubicBezTo>
                  <a:cubicBezTo>
                    <a:pt x="40" y="11"/>
                    <a:pt x="40" y="8"/>
                    <a:pt x="39" y="8"/>
                  </a:cubicBezTo>
                  <a:cubicBezTo>
                    <a:pt x="39" y="7"/>
                    <a:pt x="39" y="6"/>
                    <a:pt x="38" y="6"/>
                  </a:cubicBezTo>
                  <a:cubicBezTo>
                    <a:pt x="38" y="5"/>
                    <a:pt x="38" y="5"/>
                    <a:pt x="37" y="5"/>
                  </a:cubicBezTo>
                  <a:cubicBezTo>
                    <a:pt x="36" y="5"/>
                    <a:pt x="36" y="5"/>
                    <a:pt x="34" y="6"/>
                  </a:cubicBezTo>
                  <a:cubicBezTo>
                    <a:pt x="34" y="4"/>
                    <a:pt x="34" y="4"/>
                    <a:pt x="34" y="4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5" y="1"/>
                    <a:pt x="45" y="1"/>
                    <a:pt x="45" y="1"/>
                  </a:cubicBezTo>
                  <a:close/>
                  <a:moveTo>
                    <a:pt x="85" y="26"/>
                  </a:moveTo>
                  <a:cubicBezTo>
                    <a:pt x="89" y="21"/>
                    <a:pt x="92" y="19"/>
                    <a:pt x="96" y="19"/>
                  </a:cubicBezTo>
                  <a:cubicBezTo>
                    <a:pt x="97" y="19"/>
                    <a:pt x="99" y="19"/>
                    <a:pt x="100" y="20"/>
                  </a:cubicBezTo>
                  <a:cubicBezTo>
                    <a:pt x="102" y="21"/>
                    <a:pt x="103" y="22"/>
                    <a:pt x="104" y="24"/>
                  </a:cubicBezTo>
                  <a:cubicBezTo>
                    <a:pt x="104" y="26"/>
                    <a:pt x="104" y="28"/>
                    <a:pt x="104" y="31"/>
                  </a:cubicBezTo>
                  <a:cubicBezTo>
                    <a:pt x="104" y="46"/>
                    <a:pt x="104" y="46"/>
                    <a:pt x="104" y="46"/>
                  </a:cubicBezTo>
                  <a:cubicBezTo>
                    <a:pt x="104" y="48"/>
                    <a:pt x="104" y="49"/>
                    <a:pt x="105" y="50"/>
                  </a:cubicBezTo>
                  <a:cubicBezTo>
                    <a:pt x="105" y="51"/>
                    <a:pt x="106" y="51"/>
                    <a:pt x="106" y="52"/>
                  </a:cubicBezTo>
                  <a:cubicBezTo>
                    <a:pt x="106" y="52"/>
                    <a:pt x="108" y="52"/>
                    <a:pt x="109" y="52"/>
                  </a:cubicBezTo>
                  <a:cubicBezTo>
                    <a:pt x="109" y="53"/>
                    <a:pt x="109" y="53"/>
                    <a:pt x="109" y="53"/>
                  </a:cubicBezTo>
                  <a:cubicBezTo>
                    <a:pt x="93" y="53"/>
                    <a:pt x="93" y="53"/>
                    <a:pt x="93" y="53"/>
                  </a:cubicBezTo>
                  <a:cubicBezTo>
                    <a:pt x="93" y="52"/>
                    <a:pt x="93" y="52"/>
                    <a:pt x="93" y="52"/>
                  </a:cubicBezTo>
                  <a:cubicBezTo>
                    <a:pt x="94" y="52"/>
                    <a:pt x="94" y="52"/>
                    <a:pt x="94" y="52"/>
                  </a:cubicBezTo>
                  <a:cubicBezTo>
                    <a:pt x="96" y="52"/>
                    <a:pt x="96" y="52"/>
                    <a:pt x="97" y="51"/>
                  </a:cubicBezTo>
                  <a:cubicBezTo>
                    <a:pt x="98" y="51"/>
                    <a:pt x="98" y="50"/>
                    <a:pt x="98" y="49"/>
                  </a:cubicBezTo>
                  <a:cubicBezTo>
                    <a:pt x="98" y="49"/>
                    <a:pt x="98" y="48"/>
                    <a:pt x="98" y="46"/>
                  </a:cubicBezTo>
                  <a:cubicBezTo>
                    <a:pt x="98" y="32"/>
                    <a:pt x="98" y="32"/>
                    <a:pt x="98" y="32"/>
                  </a:cubicBezTo>
                  <a:cubicBezTo>
                    <a:pt x="98" y="28"/>
                    <a:pt x="98" y="26"/>
                    <a:pt x="97" y="25"/>
                  </a:cubicBezTo>
                  <a:cubicBezTo>
                    <a:pt x="96" y="24"/>
                    <a:pt x="95" y="23"/>
                    <a:pt x="93" y="23"/>
                  </a:cubicBezTo>
                  <a:cubicBezTo>
                    <a:pt x="90" y="23"/>
                    <a:pt x="88" y="24"/>
                    <a:pt x="85" y="28"/>
                  </a:cubicBezTo>
                  <a:cubicBezTo>
                    <a:pt x="85" y="46"/>
                    <a:pt x="85" y="46"/>
                    <a:pt x="85" y="46"/>
                  </a:cubicBezTo>
                  <a:cubicBezTo>
                    <a:pt x="85" y="48"/>
                    <a:pt x="85" y="49"/>
                    <a:pt x="85" y="50"/>
                  </a:cubicBezTo>
                  <a:cubicBezTo>
                    <a:pt x="86" y="51"/>
                    <a:pt x="86" y="51"/>
                    <a:pt x="86" y="52"/>
                  </a:cubicBezTo>
                  <a:cubicBezTo>
                    <a:pt x="87" y="52"/>
                    <a:pt x="88" y="52"/>
                    <a:pt x="90" y="52"/>
                  </a:cubicBezTo>
                  <a:cubicBezTo>
                    <a:pt x="90" y="53"/>
                    <a:pt x="90" y="53"/>
                    <a:pt x="90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74" y="52"/>
                    <a:pt x="74" y="52"/>
                    <a:pt x="74" y="52"/>
                  </a:cubicBezTo>
                  <a:cubicBezTo>
                    <a:pt x="75" y="52"/>
                    <a:pt x="75" y="52"/>
                    <a:pt x="75" y="52"/>
                  </a:cubicBezTo>
                  <a:cubicBezTo>
                    <a:pt x="76" y="52"/>
                    <a:pt x="78" y="52"/>
                    <a:pt x="78" y="51"/>
                  </a:cubicBezTo>
                  <a:cubicBezTo>
                    <a:pt x="78" y="50"/>
                    <a:pt x="79" y="48"/>
                    <a:pt x="79" y="46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29"/>
                    <a:pt x="79" y="26"/>
                    <a:pt x="78" y="25"/>
                  </a:cubicBezTo>
                  <a:cubicBezTo>
                    <a:pt x="78" y="24"/>
                    <a:pt x="78" y="24"/>
                    <a:pt x="78" y="23"/>
                  </a:cubicBezTo>
                  <a:cubicBezTo>
                    <a:pt x="77" y="23"/>
                    <a:pt x="77" y="23"/>
                    <a:pt x="76" y="23"/>
                  </a:cubicBezTo>
                  <a:cubicBezTo>
                    <a:pt x="75" y="23"/>
                    <a:pt x="74" y="23"/>
                    <a:pt x="74" y="23"/>
                  </a:cubicBezTo>
                  <a:cubicBezTo>
                    <a:pt x="73" y="22"/>
                    <a:pt x="73" y="22"/>
                    <a:pt x="73" y="22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5" y="18"/>
                    <a:pt x="85" y="18"/>
                    <a:pt x="85" y="18"/>
                  </a:cubicBezTo>
                  <a:cubicBezTo>
                    <a:pt x="85" y="26"/>
                    <a:pt x="85" y="26"/>
                    <a:pt x="85" y="26"/>
                  </a:cubicBezTo>
                  <a:close/>
                  <a:moveTo>
                    <a:pt x="132" y="19"/>
                  </a:moveTo>
                  <a:cubicBezTo>
                    <a:pt x="136" y="19"/>
                    <a:pt x="140" y="21"/>
                    <a:pt x="144" y="25"/>
                  </a:cubicBezTo>
                  <a:cubicBezTo>
                    <a:pt x="146" y="28"/>
                    <a:pt x="148" y="32"/>
                    <a:pt x="148" y="36"/>
                  </a:cubicBezTo>
                  <a:cubicBezTo>
                    <a:pt x="148" y="40"/>
                    <a:pt x="147" y="42"/>
                    <a:pt x="146" y="46"/>
                  </a:cubicBezTo>
                  <a:cubicBezTo>
                    <a:pt x="144" y="49"/>
                    <a:pt x="142" y="51"/>
                    <a:pt x="140" y="53"/>
                  </a:cubicBezTo>
                  <a:cubicBezTo>
                    <a:pt x="137" y="54"/>
                    <a:pt x="134" y="55"/>
                    <a:pt x="131" y="55"/>
                  </a:cubicBezTo>
                  <a:cubicBezTo>
                    <a:pt x="126" y="55"/>
                    <a:pt x="122" y="53"/>
                    <a:pt x="120" y="49"/>
                  </a:cubicBezTo>
                  <a:cubicBezTo>
                    <a:pt x="117" y="46"/>
                    <a:pt x="116" y="42"/>
                    <a:pt x="116" y="38"/>
                  </a:cubicBezTo>
                  <a:cubicBezTo>
                    <a:pt x="116" y="34"/>
                    <a:pt x="117" y="31"/>
                    <a:pt x="118" y="28"/>
                  </a:cubicBezTo>
                  <a:cubicBezTo>
                    <a:pt x="120" y="26"/>
                    <a:pt x="122" y="23"/>
                    <a:pt x="124" y="22"/>
                  </a:cubicBezTo>
                  <a:cubicBezTo>
                    <a:pt x="126" y="20"/>
                    <a:pt x="129" y="19"/>
                    <a:pt x="132" y="19"/>
                  </a:cubicBezTo>
                  <a:close/>
                  <a:moveTo>
                    <a:pt x="130" y="21"/>
                  </a:moveTo>
                  <a:cubicBezTo>
                    <a:pt x="129" y="21"/>
                    <a:pt x="128" y="22"/>
                    <a:pt x="127" y="22"/>
                  </a:cubicBezTo>
                  <a:cubicBezTo>
                    <a:pt x="126" y="23"/>
                    <a:pt x="124" y="24"/>
                    <a:pt x="124" y="26"/>
                  </a:cubicBezTo>
                  <a:cubicBezTo>
                    <a:pt x="123" y="28"/>
                    <a:pt x="122" y="31"/>
                    <a:pt x="122" y="34"/>
                  </a:cubicBezTo>
                  <a:cubicBezTo>
                    <a:pt x="122" y="39"/>
                    <a:pt x="123" y="43"/>
                    <a:pt x="125" y="47"/>
                  </a:cubicBezTo>
                  <a:cubicBezTo>
                    <a:pt x="127" y="50"/>
                    <a:pt x="130" y="52"/>
                    <a:pt x="133" y="52"/>
                  </a:cubicBezTo>
                  <a:cubicBezTo>
                    <a:pt x="135" y="52"/>
                    <a:pt x="137" y="51"/>
                    <a:pt x="138" y="49"/>
                  </a:cubicBezTo>
                  <a:cubicBezTo>
                    <a:pt x="140" y="47"/>
                    <a:pt x="141" y="44"/>
                    <a:pt x="141" y="39"/>
                  </a:cubicBezTo>
                  <a:cubicBezTo>
                    <a:pt x="141" y="33"/>
                    <a:pt x="140" y="28"/>
                    <a:pt x="137" y="25"/>
                  </a:cubicBezTo>
                  <a:cubicBezTo>
                    <a:pt x="135" y="22"/>
                    <a:pt x="133" y="21"/>
                    <a:pt x="130" y="21"/>
                  </a:cubicBezTo>
                  <a:close/>
                  <a:moveTo>
                    <a:pt x="167" y="1"/>
                  </a:moveTo>
                  <a:cubicBezTo>
                    <a:pt x="167" y="46"/>
                    <a:pt x="167" y="46"/>
                    <a:pt x="167" y="46"/>
                  </a:cubicBezTo>
                  <a:cubicBezTo>
                    <a:pt x="167" y="48"/>
                    <a:pt x="167" y="50"/>
                    <a:pt x="168" y="50"/>
                  </a:cubicBezTo>
                  <a:cubicBezTo>
                    <a:pt x="168" y="51"/>
                    <a:pt x="168" y="52"/>
                    <a:pt x="169" y="52"/>
                  </a:cubicBezTo>
                  <a:cubicBezTo>
                    <a:pt x="170" y="52"/>
                    <a:pt x="170" y="52"/>
                    <a:pt x="172" y="52"/>
                  </a:cubicBezTo>
                  <a:cubicBezTo>
                    <a:pt x="172" y="54"/>
                    <a:pt x="172" y="54"/>
                    <a:pt x="172" y="54"/>
                  </a:cubicBezTo>
                  <a:cubicBezTo>
                    <a:pt x="156" y="54"/>
                    <a:pt x="156" y="54"/>
                    <a:pt x="156" y="54"/>
                  </a:cubicBezTo>
                  <a:cubicBezTo>
                    <a:pt x="156" y="52"/>
                    <a:pt x="156" y="52"/>
                    <a:pt x="156" y="52"/>
                  </a:cubicBezTo>
                  <a:cubicBezTo>
                    <a:pt x="158" y="52"/>
                    <a:pt x="159" y="52"/>
                    <a:pt x="160" y="52"/>
                  </a:cubicBezTo>
                  <a:cubicBezTo>
                    <a:pt x="160" y="52"/>
                    <a:pt x="160" y="51"/>
                    <a:pt x="161" y="50"/>
                  </a:cubicBezTo>
                  <a:cubicBezTo>
                    <a:pt x="161" y="50"/>
                    <a:pt x="161" y="48"/>
                    <a:pt x="161" y="46"/>
                  </a:cubicBezTo>
                  <a:cubicBezTo>
                    <a:pt x="161" y="15"/>
                    <a:pt x="161" y="15"/>
                    <a:pt x="161" y="15"/>
                  </a:cubicBezTo>
                  <a:cubicBezTo>
                    <a:pt x="161" y="11"/>
                    <a:pt x="161" y="9"/>
                    <a:pt x="161" y="8"/>
                  </a:cubicBezTo>
                  <a:cubicBezTo>
                    <a:pt x="161" y="7"/>
                    <a:pt x="160" y="6"/>
                    <a:pt x="160" y="6"/>
                  </a:cubicBezTo>
                  <a:cubicBezTo>
                    <a:pt x="160" y="6"/>
                    <a:pt x="159" y="6"/>
                    <a:pt x="158" y="6"/>
                  </a:cubicBezTo>
                  <a:cubicBezTo>
                    <a:pt x="158" y="6"/>
                    <a:pt x="157" y="6"/>
                    <a:pt x="156" y="6"/>
                  </a:cubicBezTo>
                  <a:cubicBezTo>
                    <a:pt x="155" y="5"/>
                    <a:pt x="155" y="5"/>
                    <a:pt x="155" y="5"/>
                  </a:cubicBezTo>
                  <a:cubicBezTo>
                    <a:pt x="165" y="1"/>
                    <a:pt x="165" y="1"/>
                    <a:pt x="165" y="1"/>
                  </a:cubicBezTo>
                  <a:cubicBezTo>
                    <a:pt x="167" y="1"/>
                    <a:pt x="167" y="1"/>
                    <a:pt x="167" y="1"/>
                  </a:cubicBezTo>
                  <a:cubicBezTo>
                    <a:pt x="167" y="1"/>
                    <a:pt x="167" y="1"/>
                    <a:pt x="167" y="1"/>
                  </a:cubicBezTo>
                  <a:close/>
                  <a:moveTo>
                    <a:pt x="196" y="19"/>
                  </a:moveTo>
                  <a:cubicBezTo>
                    <a:pt x="201" y="19"/>
                    <a:pt x="205" y="21"/>
                    <a:pt x="208" y="25"/>
                  </a:cubicBezTo>
                  <a:cubicBezTo>
                    <a:pt x="210" y="28"/>
                    <a:pt x="212" y="32"/>
                    <a:pt x="212" y="36"/>
                  </a:cubicBezTo>
                  <a:cubicBezTo>
                    <a:pt x="212" y="40"/>
                    <a:pt x="211" y="42"/>
                    <a:pt x="210" y="46"/>
                  </a:cubicBezTo>
                  <a:cubicBezTo>
                    <a:pt x="209" y="49"/>
                    <a:pt x="207" y="51"/>
                    <a:pt x="204" y="53"/>
                  </a:cubicBezTo>
                  <a:cubicBezTo>
                    <a:pt x="202" y="54"/>
                    <a:pt x="199" y="55"/>
                    <a:pt x="196" y="55"/>
                  </a:cubicBezTo>
                  <a:cubicBezTo>
                    <a:pt x="191" y="55"/>
                    <a:pt x="187" y="53"/>
                    <a:pt x="184" y="49"/>
                  </a:cubicBezTo>
                  <a:cubicBezTo>
                    <a:pt x="182" y="46"/>
                    <a:pt x="181" y="42"/>
                    <a:pt x="181" y="38"/>
                  </a:cubicBezTo>
                  <a:cubicBezTo>
                    <a:pt x="181" y="34"/>
                    <a:pt x="182" y="31"/>
                    <a:pt x="183" y="28"/>
                  </a:cubicBezTo>
                  <a:cubicBezTo>
                    <a:pt x="185" y="26"/>
                    <a:pt x="187" y="23"/>
                    <a:pt x="189" y="22"/>
                  </a:cubicBezTo>
                  <a:cubicBezTo>
                    <a:pt x="190" y="20"/>
                    <a:pt x="193" y="19"/>
                    <a:pt x="196" y="19"/>
                  </a:cubicBezTo>
                  <a:close/>
                  <a:moveTo>
                    <a:pt x="195" y="21"/>
                  </a:moveTo>
                  <a:cubicBezTo>
                    <a:pt x="194" y="21"/>
                    <a:pt x="192" y="22"/>
                    <a:pt x="191" y="22"/>
                  </a:cubicBezTo>
                  <a:cubicBezTo>
                    <a:pt x="190" y="23"/>
                    <a:pt x="188" y="24"/>
                    <a:pt x="188" y="26"/>
                  </a:cubicBezTo>
                  <a:cubicBezTo>
                    <a:pt x="187" y="28"/>
                    <a:pt x="186" y="31"/>
                    <a:pt x="186" y="34"/>
                  </a:cubicBezTo>
                  <a:cubicBezTo>
                    <a:pt x="186" y="39"/>
                    <a:pt x="187" y="43"/>
                    <a:pt x="189" y="47"/>
                  </a:cubicBezTo>
                  <a:cubicBezTo>
                    <a:pt x="191" y="50"/>
                    <a:pt x="194" y="52"/>
                    <a:pt x="197" y="52"/>
                  </a:cubicBezTo>
                  <a:cubicBezTo>
                    <a:pt x="199" y="52"/>
                    <a:pt x="201" y="51"/>
                    <a:pt x="202" y="49"/>
                  </a:cubicBezTo>
                  <a:cubicBezTo>
                    <a:pt x="204" y="47"/>
                    <a:pt x="205" y="44"/>
                    <a:pt x="205" y="39"/>
                  </a:cubicBezTo>
                  <a:cubicBezTo>
                    <a:pt x="205" y="33"/>
                    <a:pt x="204" y="28"/>
                    <a:pt x="201" y="25"/>
                  </a:cubicBezTo>
                  <a:cubicBezTo>
                    <a:pt x="200" y="22"/>
                    <a:pt x="197" y="21"/>
                    <a:pt x="195" y="21"/>
                  </a:cubicBezTo>
                  <a:close/>
                  <a:moveTo>
                    <a:pt x="229" y="41"/>
                  </a:moveTo>
                  <a:cubicBezTo>
                    <a:pt x="227" y="40"/>
                    <a:pt x="225" y="39"/>
                    <a:pt x="224" y="37"/>
                  </a:cubicBezTo>
                  <a:cubicBezTo>
                    <a:pt x="223" y="35"/>
                    <a:pt x="222" y="33"/>
                    <a:pt x="222" y="31"/>
                  </a:cubicBezTo>
                  <a:cubicBezTo>
                    <a:pt x="222" y="28"/>
                    <a:pt x="224" y="24"/>
                    <a:pt x="226" y="22"/>
                  </a:cubicBezTo>
                  <a:cubicBezTo>
                    <a:pt x="228" y="20"/>
                    <a:pt x="232" y="18"/>
                    <a:pt x="235" y="18"/>
                  </a:cubicBezTo>
                  <a:cubicBezTo>
                    <a:pt x="238" y="18"/>
                    <a:pt x="241" y="19"/>
                    <a:pt x="243" y="21"/>
                  </a:cubicBezTo>
                  <a:cubicBezTo>
                    <a:pt x="250" y="21"/>
                    <a:pt x="250" y="21"/>
                    <a:pt x="250" y="21"/>
                  </a:cubicBezTo>
                  <a:cubicBezTo>
                    <a:pt x="251" y="21"/>
                    <a:pt x="252" y="21"/>
                    <a:pt x="252" y="21"/>
                  </a:cubicBezTo>
                  <a:cubicBezTo>
                    <a:pt x="252" y="21"/>
                    <a:pt x="252" y="21"/>
                    <a:pt x="252" y="21"/>
                  </a:cubicBezTo>
                  <a:cubicBezTo>
                    <a:pt x="252" y="22"/>
                    <a:pt x="252" y="22"/>
                    <a:pt x="252" y="22"/>
                  </a:cubicBezTo>
                  <a:cubicBezTo>
                    <a:pt x="252" y="23"/>
                    <a:pt x="252" y="24"/>
                    <a:pt x="252" y="24"/>
                  </a:cubicBezTo>
                  <a:cubicBezTo>
                    <a:pt x="252" y="24"/>
                    <a:pt x="252" y="24"/>
                    <a:pt x="252" y="24"/>
                  </a:cubicBezTo>
                  <a:cubicBezTo>
                    <a:pt x="252" y="24"/>
                    <a:pt x="251" y="24"/>
                    <a:pt x="250" y="24"/>
                  </a:cubicBezTo>
                  <a:cubicBezTo>
                    <a:pt x="246" y="24"/>
                    <a:pt x="246" y="24"/>
                    <a:pt x="246" y="24"/>
                  </a:cubicBezTo>
                  <a:cubicBezTo>
                    <a:pt x="247" y="26"/>
                    <a:pt x="248" y="28"/>
                    <a:pt x="248" y="31"/>
                  </a:cubicBezTo>
                  <a:cubicBezTo>
                    <a:pt x="248" y="34"/>
                    <a:pt x="246" y="37"/>
                    <a:pt x="244" y="39"/>
                  </a:cubicBezTo>
                  <a:cubicBezTo>
                    <a:pt x="242" y="41"/>
                    <a:pt x="238" y="42"/>
                    <a:pt x="235" y="42"/>
                  </a:cubicBezTo>
                  <a:cubicBezTo>
                    <a:pt x="233" y="42"/>
                    <a:pt x="232" y="42"/>
                    <a:pt x="230" y="41"/>
                  </a:cubicBezTo>
                  <a:cubicBezTo>
                    <a:pt x="229" y="42"/>
                    <a:pt x="228" y="43"/>
                    <a:pt x="228" y="44"/>
                  </a:cubicBezTo>
                  <a:cubicBezTo>
                    <a:pt x="228" y="44"/>
                    <a:pt x="228" y="45"/>
                    <a:pt x="228" y="45"/>
                  </a:cubicBezTo>
                  <a:cubicBezTo>
                    <a:pt x="228" y="46"/>
                    <a:pt x="228" y="46"/>
                    <a:pt x="228" y="46"/>
                  </a:cubicBezTo>
                  <a:cubicBezTo>
                    <a:pt x="228" y="47"/>
                    <a:pt x="229" y="47"/>
                    <a:pt x="230" y="47"/>
                  </a:cubicBezTo>
                  <a:cubicBezTo>
                    <a:pt x="231" y="47"/>
                    <a:pt x="233" y="47"/>
                    <a:pt x="236" y="48"/>
                  </a:cubicBezTo>
                  <a:cubicBezTo>
                    <a:pt x="240" y="48"/>
                    <a:pt x="244" y="48"/>
                    <a:pt x="245" y="48"/>
                  </a:cubicBezTo>
                  <a:cubicBezTo>
                    <a:pt x="248" y="48"/>
                    <a:pt x="249" y="49"/>
                    <a:pt x="250" y="50"/>
                  </a:cubicBezTo>
                  <a:cubicBezTo>
                    <a:pt x="252" y="52"/>
                    <a:pt x="252" y="54"/>
                    <a:pt x="252" y="56"/>
                  </a:cubicBezTo>
                  <a:cubicBezTo>
                    <a:pt x="252" y="58"/>
                    <a:pt x="251" y="61"/>
                    <a:pt x="249" y="64"/>
                  </a:cubicBezTo>
                  <a:cubicBezTo>
                    <a:pt x="245" y="67"/>
                    <a:pt x="240" y="69"/>
                    <a:pt x="234" y="69"/>
                  </a:cubicBezTo>
                  <a:cubicBezTo>
                    <a:pt x="230" y="69"/>
                    <a:pt x="226" y="68"/>
                    <a:pt x="223" y="66"/>
                  </a:cubicBezTo>
                  <a:cubicBezTo>
                    <a:pt x="221" y="65"/>
                    <a:pt x="220" y="64"/>
                    <a:pt x="220" y="62"/>
                  </a:cubicBezTo>
                  <a:cubicBezTo>
                    <a:pt x="220" y="62"/>
                    <a:pt x="220" y="61"/>
                    <a:pt x="220" y="60"/>
                  </a:cubicBezTo>
                  <a:cubicBezTo>
                    <a:pt x="221" y="60"/>
                    <a:pt x="222" y="58"/>
                    <a:pt x="223" y="56"/>
                  </a:cubicBezTo>
                  <a:cubicBezTo>
                    <a:pt x="223" y="56"/>
                    <a:pt x="224" y="55"/>
                    <a:pt x="226" y="52"/>
                  </a:cubicBezTo>
                  <a:cubicBezTo>
                    <a:pt x="225" y="52"/>
                    <a:pt x="224" y="51"/>
                    <a:pt x="224" y="50"/>
                  </a:cubicBezTo>
                  <a:cubicBezTo>
                    <a:pt x="223" y="50"/>
                    <a:pt x="223" y="49"/>
                    <a:pt x="223" y="48"/>
                  </a:cubicBezTo>
                  <a:cubicBezTo>
                    <a:pt x="223" y="48"/>
                    <a:pt x="223" y="46"/>
                    <a:pt x="224" y="45"/>
                  </a:cubicBezTo>
                  <a:cubicBezTo>
                    <a:pt x="225" y="45"/>
                    <a:pt x="226" y="44"/>
                    <a:pt x="229" y="41"/>
                  </a:cubicBezTo>
                  <a:close/>
                  <a:moveTo>
                    <a:pt x="235" y="20"/>
                  </a:moveTo>
                  <a:cubicBezTo>
                    <a:pt x="233" y="20"/>
                    <a:pt x="232" y="21"/>
                    <a:pt x="230" y="22"/>
                  </a:cubicBezTo>
                  <a:cubicBezTo>
                    <a:pt x="229" y="24"/>
                    <a:pt x="229" y="26"/>
                    <a:pt x="229" y="29"/>
                  </a:cubicBezTo>
                  <a:cubicBezTo>
                    <a:pt x="229" y="33"/>
                    <a:pt x="230" y="36"/>
                    <a:pt x="231" y="38"/>
                  </a:cubicBezTo>
                  <a:cubicBezTo>
                    <a:pt x="232" y="40"/>
                    <a:pt x="234" y="41"/>
                    <a:pt x="236" y="41"/>
                  </a:cubicBezTo>
                  <a:cubicBezTo>
                    <a:pt x="238" y="41"/>
                    <a:pt x="239" y="40"/>
                    <a:pt x="240" y="39"/>
                  </a:cubicBezTo>
                  <a:cubicBezTo>
                    <a:pt x="242" y="37"/>
                    <a:pt x="242" y="35"/>
                    <a:pt x="242" y="32"/>
                  </a:cubicBezTo>
                  <a:cubicBezTo>
                    <a:pt x="242" y="28"/>
                    <a:pt x="241" y="25"/>
                    <a:pt x="240" y="23"/>
                  </a:cubicBezTo>
                  <a:cubicBezTo>
                    <a:pt x="238" y="21"/>
                    <a:pt x="237" y="20"/>
                    <a:pt x="235" y="20"/>
                  </a:cubicBezTo>
                  <a:close/>
                  <a:moveTo>
                    <a:pt x="228" y="54"/>
                  </a:moveTo>
                  <a:cubicBezTo>
                    <a:pt x="227" y="55"/>
                    <a:pt x="226" y="56"/>
                    <a:pt x="226" y="57"/>
                  </a:cubicBezTo>
                  <a:cubicBezTo>
                    <a:pt x="226" y="58"/>
                    <a:pt x="225" y="59"/>
                    <a:pt x="225" y="60"/>
                  </a:cubicBezTo>
                  <a:cubicBezTo>
                    <a:pt x="225" y="62"/>
                    <a:pt x="226" y="63"/>
                    <a:pt x="227" y="64"/>
                  </a:cubicBezTo>
                  <a:cubicBezTo>
                    <a:pt x="230" y="65"/>
                    <a:pt x="233" y="66"/>
                    <a:pt x="238" y="66"/>
                  </a:cubicBezTo>
                  <a:cubicBezTo>
                    <a:pt x="242" y="66"/>
                    <a:pt x="245" y="65"/>
                    <a:pt x="247" y="64"/>
                  </a:cubicBezTo>
                  <a:cubicBezTo>
                    <a:pt x="249" y="62"/>
                    <a:pt x="250" y="60"/>
                    <a:pt x="250" y="58"/>
                  </a:cubicBezTo>
                  <a:cubicBezTo>
                    <a:pt x="250" y="57"/>
                    <a:pt x="250" y="56"/>
                    <a:pt x="248" y="56"/>
                  </a:cubicBezTo>
                  <a:cubicBezTo>
                    <a:pt x="247" y="55"/>
                    <a:pt x="245" y="55"/>
                    <a:pt x="241" y="55"/>
                  </a:cubicBezTo>
                  <a:cubicBezTo>
                    <a:pt x="236" y="54"/>
                    <a:pt x="231" y="54"/>
                    <a:pt x="228" y="54"/>
                  </a:cubicBezTo>
                  <a:close/>
                  <a:moveTo>
                    <a:pt x="258" y="20"/>
                  </a:moveTo>
                  <a:cubicBezTo>
                    <a:pt x="274" y="20"/>
                    <a:pt x="274" y="20"/>
                    <a:pt x="274" y="20"/>
                  </a:cubicBezTo>
                  <a:cubicBezTo>
                    <a:pt x="274" y="21"/>
                    <a:pt x="274" y="21"/>
                    <a:pt x="274" y="21"/>
                  </a:cubicBezTo>
                  <a:cubicBezTo>
                    <a:pt x="273" y="21"/>
                    <a:pt x="273" y="21"/>
                    <a:pt x="273" y="21"/>
                  </a:cubicBezTo>
                  <a:cubicBezTo>
                    <a:pt x="272" y="21"/>
                    <a:pt x="271" y="21"/>
                    <a:pt x="270" y="22"/>
                  </a:cubicBezTo>
                  <a:cubicBezTo>
                    <a:pt x="270" y="22"/>
                    <a:pt x="270" y="23"/>
                    <a:pt x="270" y="23"/>
                  </a:cubicBezTo>
                  <a:cubicBezTo>
                    <a:pt x="270" y="24"/>
                    <a:pt x="270" y="26"/>
                    <a:pt x="271" y="27"/>
                  </a:cubicBezTo>
                  <a:cubicBezTo>
                    <a:pt x="279" y="44"/>
                    <a:pt x="279" y="44"/>
                    <a:pt x="279" y="44"/>
                  </a:cubicBezTo>
                  <a:cubicBezTo>
                    <a:pt x="286" y="26"/>
                    <a:pt x="286" y="26"/>
                    <a:pt x="286" y="26"/>
                  </a:cubicBezTo>
                  <a:cubicBezTo>
                    <a:pt x="286" y="24"/>
                    <a:pt x="287" y="24"/>
                    <a:pt x="287" y="22"/>
                  </a:cubicBezTo>
                  <a:cubicBezTo>
                    <a:pt x="287" y="22"/>
                    <a:pt x="287" y="22"/>
                    <a:pt x="286" y="21"/>
                  </a:cubicBezTo>
                  <a:cubicBezTo>
                    <a:pt x="286" y="21"/>
                    <a:pt x="286" y="21"/>
                    <a:pt x="286" y="20"/>
                  </a:cubicBezTo>
                  <a:cubicBezTo>
                    <a:pt x="285" y="20"/>
                    <a:pt x="284" y="20"/>
                    <a:pt x="284" y="20"/>
                  </a:cubicBezTo>
                  <a:cubicBezTo>
                    <a:pt x="284" y="19"/>
                    <a:pt x="284" y="19"/>
                    <a:pt x="284" y="19"/>
                  </a:cubicBezTo>
                  <a:cubicBezTo>
                    <a:pt x="294" y="19"/>
                    <a:pt x="294" y="19"/>
                    <a:pt x="294" y="19"/>
                  </a:cubicBezTo>
                  <a:cubicBezTo>
                    <a:pt x="294" y="20"/>
                    <a:pt x="294" y="20"/>
                    <a:pt x="294" y="20"/>
                  </a:cubicBezTo>
                  <a:cubicBezTo>
                    <a:pt x="294" y="20"/>
                    <a:pt x="293" y="20"/>
                    <a:pt x="292" y="20"/>
                  </a:cubicBezTo>
                  <a:cubicBezTo>
                    <a:pt x="292" y="21"/>
                    <a:pt x="292" y="21"/>
                    <a:pt x="291" y="22"/>
                  </a:cubicBezTo>
                  <a:cubicBezTo>
                    <a:pt x="290" y="22"/>
                    <a:pt x="290" y="23"/>
                    <a:pt x="290" y="25"/>
                  </a:cubicBezTo>
                  <a:cubicBezTo>
                    <a:pt x="276" y="59"/>
                    <a:pt x="276" y="59"/>
                    <a:pt x="276" y="59"/>
                  </a:cubicBezTo>
                  <a:cubicBezTo>
                    <a:pt x="275" y="62"/>
                    <a:pt x="274" y="64"/>
                    <a:pt x="271" y="66"/>
                  </a:cubicBezTo>
                  <a:cubicBezTo>
                    <a:pt x="269" y="68"/>
                    <a:pt x="267" y="69"/>
                    <a:pt x="265" y="69"/>
                  </a:cubicBezTo>
                  <a:cubicBezTo>
                    <a:pt x="264" y="69"/>
                    <a:pt x="263" y="68"/>
                    <a:pt x="262" y="68"/>
                  </a:cubicBezTo>
                  <a:cubicBezTo>
                    <a:pt x="261" y="67"/>
                    <a:pt x="260" y="66"/>
                    <a:pt x="260" y="65"/>
                  </a:cubicBezTo>
                  <a:cubicBezTo>
                    <a:pt x="260" y="64"/>
                    <a:pt x="261" y="63"/>
                    <a:pt x="261" y="62"/>
                  </a:cubicBezTo>
                  <a:cubicBezTo>
                    <a:pt x="262" y="62"/>
                    <a:pt x="263" y="62"/>
                    <a:pt x="264" y="62"/>
                  </a:cubicBezTo>
                  <a:cubicBezTo>
                    <a:pt x="265" y="62"/>
                    <a:pt x="266" y="62"/>
                    <a:pt x="267" y="62"/>
                  </a:cubicBezTo>
                  <a:cubicBezTo>
                    <a:pt x="268" y="63"/>
                    <a:pt x="269" y="63"/>
                    <a:pt x="269" y="63"/>
                  </a:cubicBezTo>
                  <a:cubicBezTo>
                    <a:pt x="270" y="63"/>
                    <a:pt x="270" y="62"/>
                    <a:pt x="271" y="62"/>
                  </a:cubicBezTo>
                  <a:cubicBezTo>
                    <a:pt x="272" y="61"/>
                    <a:pt x="273" y="59"/>
                    <a:pt x="274" y="57"/>
                  </a:cubicBezTo>
                  <a:cubicBezTo>
                    <a:pt x="276" y="51"/>
                    <a:pt x="276" y="51"/>
                    <a:pt x="276" y="51"/>
                  </a:cubicBezTo>
                  <a:cubicBezTo>
                    <a:pt x="264" y="26"/>
                    <a:pt x="264" y="26"/>
                    <a:pt x="264" y="26"/>
                  </a:cubicBezTo>
                  <a:cubicBezTo>
                    <a:pt x="264" y="25"/>
                    <a:pt x="264" y="24"/>
                    <a:pt x="263" y="23"/>
                  </a:cubicBezTo>
                  <a:cubicBezTo>
                    <a:pt x="262" y="22"/>
                    <a:pt x="262" y="21"/>
                    <a:pt x="261" y="21"/>
                  </a:cubicBezTo>
                  <a:cubicBezTo>
                    <a:pt x="261" y="21"/>
                    <a:pt x="260" y="20"/>
                    <a:pt x="258" y="20"/>
                  </a:cubicBezTo>
                  <a:cubicBezTo>
                    <a:pt x="258" y="20"/>
                    <a:pt x="258" y="20"/>
                    <a:pt x="258" y="20"/>
                  </a:cubicBezTo>
                  <a:close/>
                  <a:moveTo>
                    <a:pt x="331" y="19"/>
                  </a:moveTo>
                  <a:cubicBezTo>
                    <a:pt x="336" y="19"/>
                    <a:pt x="340" y="21"/>
                    <a:pt x="343" y="25"/>
                  </a:cubicBezTo>
                  <a:cubicBezTo>
                    <a:pt x="346" y="28"/>
                    <a:pt x="347" y="32"/>
                    <a:pt x="347" y="36"/>
                  </a:cubicBezTo>
                  <a:cubicBezTo>
                    <a:pt x="347" y="40"/>
                    <a:pt x="346" y="42"/>
                    <a:pt x="345" y="46"/>
                  </a:cubicBezTo>
                  <a:cubicBezTo>
                    <a:pt x="344" y="49"/>
                    <a:pt x="342" y="51"/>
                    <a:pt x="339" y="53"/>
                  </a:cubicBezTo>
                  <a:cubicBezTo>
                    <a:pt x="336" y="54"/>
                    <a:pt x="334" y="55"/>
                    <a:pt x="331" y="55"/>
                  </a:cubicBezTo>
                  <a:cubicBezTo>
                    <a:pt x="326" y="55"/>
                    <a:pt x="322" y="53"/>
                    <a:pt x="319" y="49"/>
                  </a:cubicBezTo>
                  <a:cubicBezTo>
                    <a:pt x="317" y="46"/>
                    <a:pt x="316" y="42"/>
                    <a:pt x="316" y="38"/>
                  </a:cubicBezTo>
                  <a:cubicBezTo>
                    <a:pt x="316" y="34"/>
                    <a:pt x="316" y="31"/>
                    <a:pt x="318" y="28"/>
                  </a:cubicBezTo>
                  <a:cubicBezTo>
                    <a:pt x="320" y="26"/>
                    <a:pt x="322" y="23"/>
                    <a:pt x="324" y="22"/>
                  </a:cubicBezTo>
                  <a:cubicBezTo>
                    <a:pt x="326" y="20"/>
                    <a:pt x="328" y="19"/>
                    <a:pt x="331" y="19"/>
                  </a:cubicBezTo>
                  <a:close/>
                  <a:moveTo>
                    <a:pt x="330" y="21"/>
                  </a:moveTo>
                  <a:cubicBezTo>
                    <a:pt x="329" y="21"/>
                    <a:pt x="328" y="22"/>
                    <a:pt x="326" y="22"/>
                  </a:cubicBezTo>
                  <a:cubicBezTo>
                    <a:pt x="325" y="23"/>
                    <a:pt x="324" y="24"/>
                    <a:pt x="323" y="26"/>
                  </a:cubicBezTo>
                  <a:cubicBezTo>
                    <a:pt x="322" y="28"/>
                    <a:pt x="322" y="31"/>
                    <a:pt x="322" y="34"/>
                  </a:cubicBezTo>
                  <a:cubicBezTo>
                    <a:pt x="322" y="39"/>
                    <a:pt x="323" y="43"/>
                    <a:pt x="325" y="47"/>
                  </a:cubicBezTo>
                  <a:cubicBezTo>
                    <a:pt x="327" y="50"/>
                    <a:pt x="329" y="52"/>
                    <a:pt x="332" y="52"/>
                  </a:cubicBezTo>
                  <a:cubicBezTo>
                    <a:pt x="335" y="52"/>
                    <a:pt x="337" y="51"/>
                    <a:pt x="338" y="49"/>
                  </a:cubicBezTo>
                  <a:cubicBezTo>
                    <a:pt x="340" y="47"/>
                    <a:pt x="340" y="44"/>
                    <a:pt x="340" y="39"/>
                  </a:cubicBezTo>
                  <a:cubicBezTo>
                    <a:pt x="340" y="33"/>
                    <a:pt x="339" y="28"/>
                    <a:pt x="337" y="25"/>
                  </a:cubicBezTo>
                  <a:cubicBezTo>
                    <a:pt x="335" y="22"/>
                    <a:pt x="332" y="21"/>
                    <a:pt x="330" y="21"/>
                  </a:cubicBezTo>
                  <a:close/>
                  <a:moveTo>
                    <a:pt x="368" y="22"/>
                  </a:moveTo>
                  <a:cubicBezTo>
                    <a:pt x="368" y="45"/>
                    <a:pt x="368" y="45"/>
                    <a:pt x="368" y="45"/>
                  </a:cubicBezTo>
                  <a:cubicBezTo>
                    <a:pt x="368" y="48"/>
                    <a:pt x="368" y="50"/>
                    <a:pt x="369" y="51"/>
                  </a:cubicBezTo>
                  <a:cubicBezTo>
                    <a:pt x="370" y="52"/>
                    <a:pt x="371" y="52"/>
                    <a:pt x="373" y="52"/>
                  </a:cubicBezTo>
                  <a:cubicBezTo>
                    <a:pt x="376" y="52"/>
                    <a:pt x="376" y="52"/>
                    <a:pt x="376" y="52"/>
                  </a:cubicBezTo>
                  <a:cubicBezTo>
                    <a:pt x="376" y="54"/>
                    <a:pt x="376" y="54"/>
                    <a:pt x="376" y="54"/>
                  </a:cubicBezTo>
                  <a:cubicBezTo>
                    <a:pt x="356" y="54"/>
                    <a:pt x="356" y="54"/>
                    <a:pt x="356" y="54"/>
                  </a:cubicBezTo>
                  <a:cubicBezTo>
                    <a:pt x="356" y="52"/>
                    <a:pt x="356" y="52"/>
                    <a:pt x="356" y="52"/>
                  </a:cubicBezTo>
                  <a:cubicBezTo>
                    <a:pt x="358" y="52"/>
                    <a:pt x="358" y="52"/>
                    <a:pt x="358" y="52"/>
                  </a:cubicBezTo>
                  <a:cubicBezTo>
                    <a:pt x="358" y="52"/>
                    <a:pt x="360" y="52"/>
                    <a:pt x="360" y="52"/>
                  </a:cubicBezTo>
                  <a:cubicBezTo>
                    <a:pt x="361" y="51"/>
                    <a:pt x="362" y="50"/>
                    <a:pt x="362" y="50"/>
                  </a:cubicBezTo>
                  <a:cubicBezTo>
                    <a:pt x="362" y="49"/>
                    <a:pt x="362" y="47"/>
                    <a:pt x="362" y="45"/>
                  </a:cubicBezTo>
                  <a:cubicBezTo>
                    <a:pt x="362" y="22"/>
                    <a:pt x="362" y="22"/>
                    <a:pt x="362" y="22"/>
                  </a:cubicBezTo>
                  <a:cubicBezTo>
                    <a:pt x="356" y="22"/>
                    <a:pt x="356" y="22"/>
                    <a:pt x="356" y="22"/>
                  </a:cubicBezTo>
                  <a:cubicBezTo>
                    <a:pt x="356" y="20"/>
                    <a:pt x="356" y="20"/>
                    <a:pt x="356" y="20"/>
                  </a:cubicBezTo>
                  <a:cubicBezTo>
                    <a:pt x="362" y="20"/>
                    <a:pt x="362" y="20"/>
                    <a:pt x="362" y="20"/>
                  </a:cubicBezTo>
                  <a:cubicBezTo>
                    <a:pt x="362" y="17"/>
                    <a:pt x="362" y="17"/>
                    <a:pt x="362" y="17"/>
                  </a:cubicBezTo>
                  <a:cubicBezTo>
                    <a:pt x="362" y="14"/>
                    <a:pt x="363" y="11"/>
                    <a:pt x="364" y="8"/>
                  </a:cubicBezTo>
                  <a:cubicBezTo>
                    <a:pt x="365" y="6"/>
                    <a:pt x="367" y="4"/>
                    <a:pt x="369" y="3"/>
                  </a:cubicBezTo>
                  <a:cubicBezTo>
                    <a:pt x="371" y="2"/>
                    <a:pt x="373" y="1"/>
                    <a:pt x="376" y="1"/>
                  </a:cubicBezTo>
                  <a:cubicBezTo>
                    <a:pt x="378" y="1"/>
                    <a:pt x="381" y="2"/>
                    <a:pt x="383" y="3"/>
                  </a:cubicBezTo>
                  <a:cubicBezTo>
                    <a:pt x="384" y="4"/>
                    <a:pt x="385" y="6"/>
                    <a:pt x="385" y="7"/>
                  </a:cubicBezTo>
                  <a:cubicBezTo>
                    <a:pt x="385" y="8"/>
                    <a:pt x="384" y="8"/>
                    <a:pt x="384" y="9"/>
                  </a:cubicBezTo>
                  <a:cubicBezTo>
                    <a:pt x="383" y="10"/>
                    <a:pt x="383" y="10"/>
                    <a:pt x="382" y="10"/>
                  </a:cubicBezTo>
                  <a:cubicBezTo>
                    <a:pt x="382" y="10"/>
                    <a:pt x="381" y="9"/>
                    <a:pt x="380" y="9"/>
                  </a:cubicBezTo>
                  <a:cubicBezTo>
                    <a:pt x="380" y="8"/>
                    <a:pt x="379" y="8"/>
                    <a:pt x="378" y="6"/>
                  </a:cubicBezTo>
                  <a:cubicBezTo>
                    <a:pt x="377" y="5"/>
                    <a:pt x="376" y="4"/>
                    <a:pt x="376" y="3"/>
                  </a:cubicBezTo>
                  <a:cubicBezTo>
                    <a:pt x="375" y="3"/>
                    <a:pt x="374" y="2"/>
                    <a:pt x="373" y="2"/>
                  </a:cubicBezTo>
                  <a:cubicBezTo>
                    <a:pt x="372" y="2"/>
                    <a:pt x="371" y="3"/>
                    <a:pt x="370" y="3"/>
                  </a:cubicBezTo>
                  <a:cubicBezTo>
                    <a:pt x="370" y="4"/>
                    <a:pt x="369" y="5"/>
                    <a:pt x="369" y="6"/>
                  </a:cubicBezTo>
                  <a:cubicBezTo>
                    <a:pt x="368" y="7"/>
                    <a:pt x="368" y="10"/>
                    <a:pt x="368" y="16"/>
                  </a:cubicBezTo>
                  <a:cubicBezTo>
                    <a:pt x="368" y="18"/>
                    <a:pt x="368" y="18"/>
                    <a:pt x="368" y="18"/>
                  </a:cubicBezTo>
                  <a:cubicBezTo>
                    <a:pt x="377" y="18"/>
                    <a:pt x="377" y="18"/>
                    <a:pt x="377" y="18"/>
                  </a:cubicBezTo>
                  <a:cubicBezTo>
                    <a:pt x="377" y="22"/>
                    <a:pt x="377" y="22"/>
                    <a:pt x="377" y="22"/>
                  </a:cubicBezTo>
                  <a:cubicBezTo>
                    <a:pt x="368" y="22"/>
                    <a:pt x="368" y="22"/>
                    <a:pt x="368" y="22"/>
                  </a:cubicBezTo>
                  <a:close/>
                  <a:moveTo>
                    <a:pt x="440" y="2"/>
                  </a:moveTo>
                  <a:cubicBezTo>
                    <a:pt x="441" y="20"/>
                    <a:pt x="441" y="20"/>
                    <a:pt x="441" y="20"/>
                  </a:cubicBezTo>
                  <a:cubicBezTo>
                    <a:pt x="440" y="20"/>
                    <a:pt x="440" y="20"/>
                    <a:pt x="440" y="20"/>
                  </a:cubicBezTo>
                  <a:cubicBezTo>
                    <a:pt x="438" y="14"/>
                    <a:pt x="436" y="11"/>
                    <a:pt x="433" y="8"/>
                  </a:cubicBezTo>
                  <a:cubicBezTo>
                    <a:pt x="430" y="6"/>
                    <a:pt x="427" y="5"/>
                    <a:pt x="423" y="5"/>
                  </a:cubicBezTo>
                  <a:cubicBezTo>
                    <a:pt x="420" y="5"/>
                    <a:pt x="417" y="6"/>
                    <a:pt x="414" y="8"/>
                  </a:cubicBezTo>
                  <a:cubicBezTo>
                    <a:pt x="412" y="9"/>
                    <a:pt x="410" y="12"/>
                    <a:pt x="408" y="16"/>
                  </a:cubicBezTo>
                  <a:cubicBezTo>
                    <a:pt x="407" y="19"/>
                    <a:pt x="406" y="24"/>
                    <a:pt x="406" y="30"/>
                  </a:cubicBezTo>
                  <a:cubicBezTo>
                    <a:pt x="406" y="34"/>
                    <a:pt x="407" y="38"/>
                    <a:pt x="408" y="42"/>
                  </a:cubicBezTo>
                  <a:cubicBezTo>
                    <a:pt x="409" y="45"/>
                    <a:pt x="412" y="48"/>
                    <a:pt x="414" y="49"/>
                  </a:cubicBezTo>
                  <a:cubicBezTo>
                    <a:pt x="417" y="51"/>
                    <a:pt x="420" y="52"/>
                    <a:pt x="424" y="52"/>
                  </a:cubicBezTo>
                  <a:cubicBezTo>
                    <a:pt x="427" y="52"/>
                    <a:pt x="430" y="51"/>
                    <a:pt x="432" y="50"/>
                  </a:cubicBezTo>
                  <a:cubicBezTo>
                    <a:pt x="435" y="49"/>
                    <a:pt x="438" y="46"/>
                    <a:pt x="440" y="42"/>
                  </a:cubicBezTo>
                  <a:cubicBezTo>
                    <a:pt x="442" y="42"/>
                    <a:pt x="442" y="42"/>
                    <a:pt x="442" y="42"/>
                  </a:cubicBezTo>
                  <a:cubicBezTo>
                    <a:pt x="439" y="47"/>
                    <a:pt x="436" y="50"/>
                    <a:pt x="433" y="52"/>
                  </a:cubicBezTo>
                  <a:cubicBezTo>
                    <a:pt x="430" y="54"/>
                    <a:pt x="426" y="56"/>
                    <a:pt x="422" y="56"/>
                  </a:cubicBezTo>
                  <a:cubicBezTo>
                    <a:pt x="414" y="56"/>
                    <a:pt x="407" y="52"/>
                    <a:pt x="403" y="46"/>
                  </a:cubicBezTo>
                  <a:cubicBezTo>
                    <a:pt x="400" y="42"/>
                    <a:pt x="398" y="36"/>
                    <a:pt x="398" y="30"/>
                  </a:cubicBezTo>
                  <a:cubicBezTo>
                    <a:pt x="398" y="25"/>
                    <a:pt x="399" y="20"/>
                    <a:pt x="401" y="16"/>
                  </a:cubicBezTo>
                  <a:cubicBezTo>
                    <a:pt x="403" y="12"/>
                    <a:pt x="406" y="8"/>
                    <a:pt x="410" y="6"/>
                  </a:cubicBezTo>
                  <a:cubicBezTo>
                    <a:pt x="414" y="4"/>
                    <a:pt x="418" y="3"/>
                    <a:pt x="422" y="3"/>
                  </a:cubicBezTo>
                  <a:cubicBezTo>
                    <a:pt x="426" y="3"/>
                    <a:pt x="429" y="4"/>
                    <a:pt x="433" y="6"/>
                  </a:cubicBezTo>
                  <a:cubicBezTo>
                    <a:pt x="434" y="6"/>
                    <a:pt x="434" y="6"/>
                    <a:pt x="435" y="6"/>
                  </a:cubicBezTo>
                  <a:cubicBezTo>
                    <a:pt x="436" y="6"/>
                    <a:pt x="436" y="6"/>
                    <a:pt x="436" y="6"/>
                  </a:cubicBezTo>
                  <a:cubicBezTo>
                    <a:pt x="437" y="5"/>
                    <a:pt x="438" y="4"/>
                    <a:pt x="438" y="3"/>
                  </a:cubicBezTo>
                  <a:cubicBezTo>
                    <a:pt x="440" y="2"/>
                    <a:pt x="440" y="2"/>
                    <a:pt x="440" y="2"/>
                  </a:cubicBezTo>
                  <a:close/>
                  <a:moveTo>
                    <a:pt x="460" y="1"/>
                  </a:moveTo>
                  <a:cubicBezTo>
                    <a:pt x="460" y="26"/>
                    <a:pt x="460" y="26"/>
                    <a:pt x="460" y="26"/>
                  </a:cubicBezTo>
                  <a:cubicBezTo>
                    <a:pt x="463" y="22"/>
                    <a:pt x="465" y="21"/>
                    <a:pt x="466" y="20"/>
                  </a:cubicBezTo>
                  <a:cubicBezTo>
                    <a:pt x="468" y="19"/>
                    <a:pt x="470" y="18"/>
                    <a:pt x="471" y="18"/>
                  </a:cubicBezTo>
                  <a:cubicBezTo>
                    <a:pt x="473" y="18"/>
                    <a:pt x="475" y="19"/>
                    <a:pt x="476" y="20"/>
                  </a:cubicBezTo>
                  <a:cubicBezTo>
                    <a:pt x="477" y="21"/>
                    <a:pt x="478" y="23"/>
                    <a:pt x="479" y="25"/>
                  </a:cubicBezTo>
                  <a:cubicBezTo>
                    <a:pt x="479" y="27"/>
                    <a:pt x="480" y="30"/>
                    <a:pt x="480" y="34"/>
                  </a:cubicBezTo>
                  <a:cubicBezTo>
                    <a:pt x="480" y="46"/>
                    <a:pt x="480" y="46"/>
                    <a:pt x="480" y="46"/>
                  </a:cubicBezTo>
                  <a:cubicBezTo>
                    <a:pt x="480" y="48"/>
                    <a:pt x="480" y="50"/>
                    <a:pt x="480" y="50"/>
                  </a:cubicBezTo>
                  <a:cubicBezTo>
                    <a:pt x="480" y="51"/>
                    <a:pt x="481" y="52"/>
                    <a:pt x="481" y="52"/>
                  </a:cubicBezTo>
                  <a:cubicBezTo>
                    <a:pt x="482" y="52"/>
                    <a:pt x="483" y="52"/>
                    <a:pt x="484" y="52"/>
                  </a:cubicBezTo>
                  <a:cubicBezTo>
                    <a:pt x="484" y="54"/>
                    <a:pt x="484" y="54"/>
                    <a:pt x="484" y="54"/>
                  </a:cubicBezTo>
                  <a:cubicBezTo>
                    <a:pt x="468" y="54"/>
                    <a:pt x="468" y="54"/>
                    <a:pt x="468" y="54"/>
                  </a:cubicBezTo>
                  <a:cubicBezTo>
                    <a:pt x="468" y="52"/>
                    <a:pt x="468" y="52"/>
                    <a:pt x="468" y="52"/>
                  </a:cubicBezTo>
                  <a:cubicBezTo>
                    <a:pt x="469" y="52"/>
                    <a:pt x="469" y="52"/>
                    <a:pt x="469" y="52"/>
                  </a:cubicBezTo>
                  <a:cubicBezTo>
                    <a:pt x="471" y="52"/>
                    <a:pt x="472" y="52"/>
                    <a:pt x="472" y="52"/>
                  </a:cubicBezTo>
                  <a:cubicBezTo>
                    <a:pt x="473" y="51"/>
                    <a:pt x="474" y="50"/>
                    <a:pt x="474" y="50"/>
                  </a:cubicBezTo>
                  <a:cubicBezTo>
                    <a:pt x="474" y="49"/>
                    <a:pt x="474" y="48"/>
                    <a:pt x="474" y="46"/>
                  </a:cubicBezTo>
                  <a:cubicBezTo>
                    <a:pt x="474" y="34"/>
                    <a:pt x="474" y="34"/>
                    <a:pt x="474" y="34"/>
                  </a:cubicBezTo>
                  <a:cubicBezTo>
                    <a:pt x="474" y="30"/>
                    <a:pt x="474" y="28"/>
                    <a:pt x="473" y="27"/>
                  </a:cubicBezTo>
                  <a:cubicBezTo>
                    <a:pt x="473" y="26"/>
                    <a:pt x="472" y="25"/>
                    <a:pt x="472" y="24"/>
                  </a:cubicBezTo>
                  <a:cubicBezTo>
                    <a:pt x="471" y="24"/>
                    <a:pt x="470" y="23"/>
                    <a:pt x="469" y="23"/>
                  </a:cubicBezTo>
                  <a:cubicBezTo>
                    <a:pt x="468" y="23"/>
                    <a:pt x="466" y="24"/>
                    <a:pt x="465" y="24"/>
                  </a:cubicBezTo>
                  <a:cubicBezTo>
                    <a:pt x="464" y="25"/>
                    <a:pt x="462" y="26"/>
                    <a:pt x="461" y="28"/>
                  </a:cubicBezTo>
                  <a:cubicBezTo>
                    <a:pt x="461" y="46"/>
                    <a:pt x="461" y="46"/>
                    <a:pt x="461" y="46"/>
                  </a:cubicBezTo>
                  <a:cubicBezTo>
                    <a:pt x="461" y="48"/>
                    <a:pt x="461" y="50"/>
                    <a:pt x="461" y="50"/>
                  </a:cubicBezTo>
                  <a:cubicBezTo>
                    <a:pt x="462" y="51"/>
                    <a:pt x="462" y="52"/>
                    <a:pt x="462" y="52"/>
                  </a:cubicBezTo>
                  <a:cubicBezTo>
                    <a:pt x="463" y="52"/>
                    <a:pt x="464" y="52"/>
                    <a:pt x="466" y="52"/>
                  </a:cubicBezTo>
                  <a:cubicBezTo>
                    <a:pt x="466" y="54"/>
                    <a:pt x="466" y="54"/>
                    <a:pt x="466" y="54"/>
                  </a:cubicBezTo>
                  <a:cubicBezTo>
                    <a:pt x="450" y="54"/>
                    <a:pt x="450" y="54"/>
                    <a:pt x="450" y="54"/>
                  </a:cubicBezTo>
                  <a:cubicBezTo>
                    <a:pt x="450" y="52"/>
                    <a:pt x="450" y="52"/>
                    <a:pt x="450" y="52"/>
                  </a:cubicBezTo>
                  <a:cubicBezTo>
                    <a:pt x="451" y="52"/>
                    <a:pt x="452" y="52"/>
                    <a:pt x="453" y="52"/>
                  </a:cubicBezTo>
                  <a:cubicBezTo>
                    <a:pt x="454" y="51"/>
                    <a:pt x="454" y="51"/>
                    <a:pt x="454" y="50"/>
                  </a:cubicBezTo>
                  <a:cubicBezTo>
                    <a:pt x="455" y="49"/>
                    <a:pt x="455" y="48"/>
                    <a:pt x="455" y="46"/>
                  </a:cubicBezTo>
                  <a:cubicBezTo>
                    <a:pt x="455" y="15"/>
                    <a:pt x="455" y="15"/>
                    <a:pt x="455" y="15"/>
                  </a:cubicBezTo>
                  <a:cubicBezTo>
                    <a:pt x="455" y="11"/>
                    <a:pt x="455" y="8"/>
                    <a:pt x="454" y="8"/>
                  </a:cubicBezTo>
                  <a:cubicBezTo>
                    <a:pt x="454" y="7"/>
                    <a:pt x="454" y="6"/>
                    <a:pt x="454" y="6"/>
                  </a:cubicBezTo>
                  <a:cubicBezTo>
                    <a:pt x="453" y="5"/>
                    <a:pt x="453" y="5"/>
                    <a:pt x="452" y="5"/>
                  </a:cubicBezTo>
                  <a:cubicBezTo>
                    <a:pt x="452" y="5"/>
                    <a:pt x="451" y="5"/>
                    <a:pt x="450" y="6"/>
                  </a:cubicBezTo>
                  <a:cubicBezTo>
                    <a:pt x="449" y="4"/>
                    <a:pt x="449" y="4"/>
                    <a:pt x="449" y="4"/>
                  </a:cubicBezTo>
                  <a:cubicBezTo>
                    <a:pt x="459" y="0"/>
                    <a:pt x="459" y="0"/>
                    <a:pt x="459" y="0"/>
                  </a:cubicBezTo>
                  <a:cubicBezTo>
                    <a:pt x="460" y="1"/>
                    <a:pt x="460" y="1"/>
                    <a:pt x="460" y="1"/>
                  </a:cubicBezTo>
                  <a:close/>
                  <a:moveTo>
                    <a:pt x="499" y="1"/>
                  </a:moveTo>
                  <a:cubicBezTo>
                    <a:pt x="500" y="1"/>
                    <a:pt x="501" y="1"/>
                    <a:pt x="501" y="2"/>
                  </a:cubicBezTo>
                  <a:cubicBezTo>
                    <a:pt x="502" y="3"/>
                    <a:pt x="502" y="4"/>
                    <a:pt x="502" y="5"/>
                  </a:cubicBezTo>
                  <a:cubicBezTo>
                    <a:pt x="502" y="6"/>
                    <a:pt x="502" y="7"/>
                    <a:pt x="501" y="8"/>
                  </a:cubicBezTo>
                  <a:cubicBezTo>
                    <a:pt x="500" y="8"/>
                    <a:pt x="500" y="9"/>
                    <a:pt x="499" y="9"/>
                  </a:cubicBezTo>
                  <a:cubicBezTo>
                    <a:pt x="498" y="9"/>
                    <a:pt x="497" y="8"/>
                    <a:pt x="496" y="8"/>
                  </a:cubicBezTo>
                  <a:cubicBezTo>
                    <a:pt x="496" y="7"/>
                    <a:pt x="495" y="6"/>
                    <a:pt x="495" y="5"/>
                  </a:cubicBezTo>
                  <a:cubicBezTo>
                    <a:pt x="495" y="4"/>
                    <a:pt x="496" y="3"/>
                    <a:pt x="496" y="2"/>
                  </a:cubicBezTo>
                  <a:cubicBezTo>
                    <a:pt x="497" y="1"/>
                    <a:pt x="498" y="1"/>
                    <a:pt x="499" y="1"/>
                  </a:cubicBezTo>
                  <a:close/>
                  <a:moveTo>
                    <a:pt x="502" y="19"/>
                  </a:moveTo>
                  <a:cubicBezTo>
                    <a:pt x="502" y="46"/>
                    <a:pt x="502" y="46"/>
                    <a:pt x="502" y="46"/>
                  </a:cubicBezTo>
                  <a:cubicBezTo>
                    <a:pt x="502" y="48"/>
                    <a:pt x="502" y="50"/>
                    <a:pt x="502" y="50"/>
                  </a:cubicBezTo>
                  <a:cubicBezTo>
                    <a:pt x="503" y="51"/>
                    <a:pt x="503" y="52"/>
                    <a:pt x="504" y="52"/>
                  </a:cubicBezTo>
                  <a:cubicBezTo>
                    <a:pt x="504" y="52"/>
                    <a:pt x="505" y="52"/>
                    <a:pt x="507" y="52"/>
                  </a:cubicBezTo>
                  <a:cubicBezTo>
                    <a:pt x="507" y="54"/>
                    <a:pt x="507" y="54"/>
                    <a:pt x="507" y="54"/>
                  </a:cubicBezTo>
                  <a:cubicBezTo>
                    <a:pt x="491" y="54"/>
                    <a:pt x="491" y="54"/>
                    <a:pt x="491" y="54"/>
                  </a:cubicBezTo>
                  <a:cubicBezTo>
                    <a:pt x="491" y="52"/>
                    <a:pt x="491" y="52"/>
                    <a:pt x="491" y="52"/>
                  </a:cubicBezTo>
                  <a:cubicBezTo>
                    <a:pt x="492" y="52"/>
                    <a:pt x="494" y="52"/>
                    <a:pt x="494" y="52"/>
                  </a:cubicBezTo>
                  <a:cubicBezTo>
                    <a:pt x="494" y="52"/>
                    <a:pt x="495" y="51"/>
                    <a:pt x="495" y="50"/>
                  </a:cubicBezTo>
                  <a:cubicBezTo>
                    <a:pt x="496" y="50"/>
                    <a:pt x="496" y="48"/>
                    <a:pt x="496" y="46"/>
                  </a:cubicBezTo>
                  <a:cubicBezTo>
                    <a:pt x="496" y="33"/>
                    <a:pt x="496" y="33"/>
                    <a:pt x="496" y="33"/>
                  </a:cubicBezTo>
                  <a:cubicBezTo>
                    <a:pt x="496" y="29"/>
                    <a:pt x="496" y="27"/>
                    <a:pt x="495" y="26"/>
                  </a:cubicBezTo>
                  <a:cubicBezTo>
                    <a:pt x="495" y="25"/>
                    <a:pt x="495" y="24"/>
                    <a:pt x="494" y="24"/>
                  </a:cubicBezTo>
                  <a:cubicBezTo>
                    <a:pt x="494" y="24"/>
                    <a:pt x="494" y="24"/>
                    <a:pt x="493" y="24"/>
                  </a:cubicBezTo>
                  <a:cubicBezTo>
                    <a:pt x="492" y="24"/>
                    <a:pt x="491" y="24"/>
                    <a:pt x="490" y="24"/>
                  </a:cubicBezTo>
                  <a:cubicBezTo>
                    <a:pt x="490" y="23"/>
                    <a:pt x="490" y="23"/>
                    <a:pt x="490" y="23"/>
                  </a:cubicBezTo>
                  <a:cubicBezTo>
                    <a:pt x="500" y="19"/>
                    <a:pt x="500" y="19"/>
                    <a:pt x="500" y="19"/>
                  </a:cubicBezTo>
                  <a:cubicBezTo>
                    <a:pt x="502" y="19"/>
                    <a:pt x="502" y="19"/>
                    <a:pt x="502" y="19"/>
                  </a:cubicBezTo>
                  <a:close/>
                  <a:moveTo>
                    <a:pt x="524" y="26"/>
                  </a:moveTo>
                  <a:cubicBezTo>
                    <a:pt x="528" y="21"/>
                    <a:pt x="532" y="19"/>
                    <a:pt x="535" y="19"/>
                  </a:cubicBezTo>
                  <a:cubicBezTo>
                    <a:pt x="536" y="19"/>
                    <a:pt x="538" y="19"/>
                    <a:pt x="540" y="20"/>
                  </a:cubicBezTo>
                  <a:cubicBezTo>
                    <a:pt x="541" y="21"/>
                    <a:pt x="542" y="22"/>
                    <a:pt x="543" y="24"/>
                  </a:cubicBezTo>
                  <a:cubicBezTo>
                    <a:pt x="543" y="26"/>
                    <a:pt x="544" y="28"/>
                    <a:pt x="544" y="31"/>
                  </a:cubicBezTo>
                  <a:cubicBezTo>
                    <a:pt x="544" y="46"/>
                    <a:pt x="544" y="46"/>
                    <a:pt x="544" y="46"/>
                  </a:cubicBezTo>
                  <a:cubicBezTo>
                    <a:pt x="544" y="48"/>
                    <a:pt x="544" y="49"/>
                    <a:pt x="544" y="50"/>
                  </a:cubicBezTo>
                  <a:cubicBezTo>
                    <a:pt x="544" y="51"/>
                    <a:pt x="545" y="51"/>
                    <a:pt x="545" y="52"/>
                  </a:cubicBezTo>
                  <a:cubicBezTo>
                    <a:pt x="546" y="52"/>
                    <a:pt x="547" y="52"/>
                    <a:pt x="548" y="52"/>
                  </a:cubicBezTo>
                  <a:cubicBezTo>
                    <a:pt x="548" y="53"/>
                    <a:pt x="548" y="53"/>
                    <a:pt x="548" y="53"/>
                  </a:cubicBezTo>
                  <a:cubicBezTo>
                    <a:pt x="532" y="53"/>
                    <a:pt x="532" y="53"/>
                    <a:pt x="532" y="53"/>
                  </a:cubicBezTo>
                  <a:cubicBezTo>
                    <a:pt x="532" y="52"/>
                    <a:pt x="532" y="52"/>
                    <a:pt x="532" y="52"/>
                  </a:cubicBezTo>
                  <a:cubicBezTo>
                    <a:pt x="533" y="52"/>
                    <a:pt x="533" y="52"/>
                    <a:pt x="533" y="52"/>
                  </a:cubicBezTo>
                  <a:cubicBezTo>
                    <a:pt x="535" y="52"/>
                    <a:pt x="536" y="52"/>
                    <a:pt x="536" y="51"/>
                  </a:cubicBezTo>
                  <a:cubicBezTo>
                    <a:pt x="537" y="51"/>
                    <a:pt x="538" y="50"/>
                    <a:pt x="538" y="49"/>
                  </a:cubicBezTo>
                  <a:cubicBezTo>
                    <a:pt x="538" y="49"/>
                    <a:pt x="538" y="48"/>
                    <a:pt x="538" y="46"/>
                  </a:cubicBezTo>
                  <a:cubicBezTo>
                    <a:pt x="538" y="32"/>
                    <a:pt x="538" y="32"/>
                    <a:pt x="538" y="32"/>
                  </a:cubicBezTo>
                  <a:cubicBezTo>
                    <a:pt x="538" y="28"/>
                    <a:pt x="537" y="26"/>
                    <a:pt x="536" y="25"/>
                  </a:cubicBezTo>
                  <a:cubicBezTo>
                    <a:pt x="536" y="24"/>
                    <a:pt x="534" y="23"/>
                    <a:pt x="532" y="23"/>
                  </a:cubicBezTo>
                  <a:cubicBezTo>
                    <a:pt x="530" y="23"/>
                    <a:pt x="527" y="24"/>
                    <a:pt x="524" y="28"/>
                  </a:cubicBezTo>
                  <a:cubicBezTo>
                    <a:pt x="524" y="46"/>
                    <a:pt x="524" y="46"/>
                    <a:pt x="524" y="46"/>
                  </a:cubicBezTo>
                  <a:cubicBezTo>
                    <a:pt x="524" y="48"/>
                    <a:pt x="524" y="49"/>
                    <a:pt x="524" y="50"/>
                  </a:cubicBezTo>
                  <a:cubicBezTo>
                    <a:pt x="525" y="51"/>
                    <a:pt x="525" y="51"/>
                    <a:pt x="526" y="52"/>
                  </a:cubicBezTo>
                  <a:cubicBezTo>
                    <a:pt x="526" y="52"/>
                    <a:pt x="527" y="52"/>
                    <a:pt x="529" y="52"/>
                  </a:cubicBezTo>
                  <a:cubicBezTo>
                    <a:pt x="529" y="53"/>
                    <a:pt x="529" y="53"/>
                    <a:pt x="529" y="53"/>
                  </a:cubicBezTo>
                  <a:cubicBezTo>
                    <a:pt x="513" y="53"/>
                    <a:pt x="513" y="53"/>
                    <a:pt x="513" y="53"/>
                  </a:cubicBezTo>
                  <a:cubicBezTo>
                    <a:pt x="513" y="52"/>
                    <a:pt x="513" y="52"/>
                    <a:pt x="513" y="52"/>
                  </a:cubicBezTo>
                  <a:cubicBezTo>
                    <a:pt x="514" y="52"/>
                    <a:pt x="514" y="52"/>
                    <a:pt x="514" y="52"/>
                  </a:cubicBezTo>
                  <a:cubicBezTo>
                    <a:pt x="516" y="52"/>
                    <a:pt x="517" y="52"/>
                    <a:pt x="517" y="51"/>
                  </a:cubicBezTo>
                  <a:cubicBezTo>
                    <a:pt x="518" y="50"/>
                    <a:pt x="518" y="48"/>
                    <a:pt x="518" y="46"/>
                  </a:cubicBezTo>
                  <a:cubicBezTo>
                    <a:pt x="518" y="33"/>
                    <a:pt x="518" y="33"/>
                    <a:pt x="518" y="33"/>
                  </a:cubicBezTo>
                  <a:cubicBezTo>
                    <a:pt x="518" y="29"/>
                    <a:pt x="518" y="26"/>
                    <a:pt x="518" y="25"/>
                  </a:cubicBezTo>
                  <a:cubicBezTo>
                    <a:pt x="518" y="24"/>
                    <a:pt x="517" y="24"/>
                    <a:pt x="517" y="23"/>
                  </a:cubicBezTo>
                  <a:cubicBezTo>
                    <a:pt x="516" y="23"/>
                    <a:pt x="516" y="23"/>
                    <a:pt x="515" y="23"/>
                  </a:cubicBezTo>
                  <a:cubicBezTo>
                    <a:pt x="514" y="23"/>
                    <a:pt x="514" y="23"/>
                    <a:pt x="513" y="23"/>
                  </a:cubicBezTo>
                  <a:cubicBezTo>
                    <a:pt x="512" y="22"/>
                    <a:pt x="512" y="22"/>
                    <a:pt x="512" y="22"/>
                  </a:cubicBezTo>
                  <a:cubicBezTo>
                    <a:pt x="522" y="18"/>
                    <a:pt x="522" y="18"/>
                    <a:pt x="522" y="18"/>
                  </a:cubicBezTo>
                  <a:cubicBezTo>
                    <a:pt x="524" y="18"/>
                    <a:pt x="524" y="18"/>
                    <a:pt x="524" y="18"/>
                  </a:cubicBezTo>
                  <a:cubicBezTo>
                    <a:pt x="524" y="26"/>
                    <a:pt x="524" y="26"/>
                    <a:pt x="524" y="26"/>
                  </a:cubicBezTo>
                  <a:close/>
                  <a:moveTo>
                    <a:pt x="573" y="49"/>
                  </a:moveTo>
                  <a:cubicBezTo>
                    <a:pt x="570" y="52"/>
                    <a:pt x="568" y="53"/>
                    <a:pt x="567" y="54"/>
                  </a:cubicBezTo>
                  <a:cubicBezTo>
                    <a:pt x="566" y="54"/>
                    <a:pt x="564" y="54"/>
                    <a:pt x="563" y="54"/>
                  </a:cubicBezTo>
                  <a:cubicBezTo>
                    <a:pt x="560" y="54"/>
                    <a:pt x="559" y="54"/>
                    <a:pt x="557" y="52"/>
                  </a:cubicBezTo>
                  <a:cubicBezTo>
                    <a:pt x="556" y="50"/>
                    <a:pt x="555" y="48"/>
                    <a:pt x="555" y="46"/>
                  </a:cubicBezTo>
                  <a:cubicBezTo>
                    <a:pt x="555" y="44"/>
                    <a:pt x="556" y="42"/>
                    <a:pt x="556" y="41"/>
                  </a:cubicBezTo>
                  <a:cubicBezTo>
                    <a:pt x="557" y="40"/>
                    <a:pt x="559" y="38"/>
                    <a:pt x="562" y="36"/>
                  </a:cubicBezTo>
                  <a:cubicBezTo>
                    <a:pt x="564" y="35"/>
                    <a:pt x="568" y="33"/>
                    <a:pt x="574" y="31"/>
                  </a:cubicBezTo>
                  <a:cubicBezTo>
                    <a:pt x="574" y="30"/>
                    <a:pt x="574" y="30"/>
                    <a:pt x="574" y="30"/>
                  </a:cubicBezTo>
                  <a:cubicBezTo>
                    <a:pt x="574" y="26"/>
                    <a:pt x="573" y="24"/>
                    <a:pt x="572" y="23"/>
                  </a:cubicBezTo>
                  <a:cubicBezTo>
                    <a:pt x="571" y="22"/>
                    <a:pt x="570" y="21"/>
                    <a:pt x="568" y="21"/>
                  </a:cubicBezTo>
                  <a:cubicBezTo>
                    <a:pt x="566" y="21"/>
                    <a:pt x="565" y="21"/>
                    <a:pt x="564" y="22"/>
                  </a:cubicBezTo>
                  <a:cubicBezTo>
                    <a:pt x="563" y="23"/>
                    <a:pt x="563" y="24"/>
                    <a:pt x="563" y="25"/>
                  </a:cubicBezTo>
                  <a:cubicBezTo>
                    <a:pt x="563" y="27"/>
                    <a:pt x="563" y="27"/>
                    <a:pt x="563" y="27"/>
                  </a:cubicBezTo>
                  <a:cubicBezTo>
                    <a:pt x="563" y="28"/>
                    <a:pt x="562" y="29"/>
                    <a:pt x="562" y="30"/>
                  </a:cubicBezTo>
                  <a:cubicBezTo>
                    <a:pt x="562" y="30"/>
                    <a:pt x="561" y="30"/>
                    <a:pt x="560" y="30"/>
                  </a:cubicBezTo>
                  <a:cubicBezTo>
                    <a:pt x="559" y="30"/>
                    <a:pt x="558" y="30"/>
                    <a:pt x="558" y="30"/>
                  </a:cubicBezTo>
                  <a:cubicBezTo>
                    <a:pt x="558" y="29"/>
                    <a:pt x="557" y="28"/>
                    <a:pt x="557" y="27"/>
                  </a:cubicBezTo>
                  <a:cubicBezTo>
                    <a:pt x="557" y="25"/>
                    <a:pt x="558" y="23"/>
                    <a:pt x="560" y="21"/>
                  </a:cubicBezTo>
                  <a:cubicBezTo>
                    <a:pt x="562" y="19"/>
                    <a:pt x="566" y="18"/>
                    <a:pt x="569" y="18"/>
                  </a:cubicBezTo>
                  <a:cubicBezTo>
                    <a:pt x="572" y="18"/>
                    <a:pt x="574" y="18"/>
                    <a:pt x="576" y="20"/>
                  </a:cubicBezTo>
                  <a:cubicBezTo>
                    <a:pt x="578" y="20"/>
                    <a:pt x="579" y="22"/>
                    <a:pt x="580" y="23"/>
                  </a:cubicBezTo>
                  <a:cubicBezTo>
                    <a:pt x="580" y="24"/>
                    <a:pt x="580" y="26"/>
                    <a:pt x="580" y="30"/>
                  </a:cubicBezTo>
                  <a:cubicBezTo>
                    <a:pt x="580" y="41"/>
                    <a:pt x="580" y="41"/>
                    <a:pt x="580" y="41"/>
                  </a:cubicBezTo>
                  <a:cubicBezTo>
                    <a:pt x="580" y="44"/>
                    <a:pt x="580" y="46"/>
                    <a:pt x="580" y="47"/>
                  </a:cubicBezTo>
                  <a:cubicBezTo>
                    <a:pt x="580" y="48"/>
                    <a:pt x="581" y="48"/>
                    <a:pt x="581" y="49"/>
                  </a:cubicBezTo>
                  <a:cubicBezTo>
                    <a:pt x="581" y="49"/>
                    <a:pt x="581" y="49"/>
                    <a:pt x="582" y="49"/>
                  </a:cubicBezTo>
                  <a:cubicBezTo>
                    <a:pt x="582" y="49"/>
                    <a:pt x="582" y="49"/>
                    <a:pt x="583" y="49"/>
                  </a:cubicBezTo>
                  <a:cubicBezTo>
                    <a:pt x="583" y="48"/>
                    <a:pt x="584" y="48"/>
                    <a:pt x="586" y="46"/>
                  </a:cubicBezTo>
                  <a:cubicBezTo>
                    <a:pt x="586" y="48"/>
                    <a:pt x="586" y="48"/>
                    <a:pt x="586" y="48"/>
                  </a:cubicBezTo>
                  <a:cubicBezTo>
                    <a:pt x="583" y="52"/>
                    <a:pt x="580" y="54"/>
                    <a:pt x="578" y="54"/>
                  </a:cubicBezTo>
                  <a:cubicBezTo>
                    <a:pt x="577" y="54"/>
                    <a:pt x="576" y="53"/>
                    <a:pt x="575" y="52"/>
                  </a:cubicBezTo>
                  <a:cubicBezTo>
                    <a:pt x="574" y="52"/>
                    <a:pt x="573" y="51"/>
                    <a:pt x="573" y="49"/>
                  </a:cubicBezTo>
                  <a:close/>
                  <a:moveTo>
                    <a:pt x="573" y="46"/>
                  </a:moveTo>
                  <a:cubicBezTo>
                    <a:pt x="573" y="34"/>
                    <a:pt x="573" y="34"/>
                    <a:pt x="573" y="34"/>
                  </a:cubicBezTo>
                  <a:cubicBezTo>
                    <a:pt x="570" y="35"/>
                    <a:pt x="567" y="36"/>
                    <a:pt x="566" y="37"/>
                  </a:cubicBezTo>
                  <a:cubicBezTo>
                    <a:pt x="564" y="38"/>
                    <a:pt x="563" y="39"/>
                    <a:pt x="562" y="40"/>
                  </a:cubicBezTo>
                  <a:cubicBezTo>
                    <a:pt x="562" y="42"/>
                    <a:pt x="561" y="43"/>
                    <a:pt x="561" y="44"/>
                  </a:cubicBezTo>
                  <a:cubicBezTo>
                    <a:pt x="561" y="46"/>
                    <a:pt x="562" y="48"/>
                    <a:pt x="563" y="49"/>
                  </a:cubicBezTo>
                  <a:cubicBezTo>
                    <a:pt x="564" y="50"/>
                    <a:pt x="565" y="50"/>
                    <a:pt x="566" y="50"/>
                  </a:cubicBezTo>
                  <a:cubicBezTo>
                    <a:pt x="568" y="50"/>
                    <a:pt x="570" y="49"/>
                    <a:pt x="573" y="4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3" name="Freeform 36"/>
            <p:cNvSpPr>
              <a:spLocks noEditPoints="1"/>
            </p:cNvSpPr>
            <p:nvPr userDrawn="1"/>
          </p:nvSpPr>
          <p:spPr bwMode="auto">
            <a:xfrm>
              <a:off x="9304400" y="4596116"/>
              <a:ext cx="2255838" cy="300038"/>
            </a:xfrm>
            <a:custGeom>
              <a:avLst/>
              <a:gdLst>
                <a:gd name="T0" fmla="*/ 1465 w 1513"/>
                <a:gd name="T1" fmla="*/ 107 h 200"/>
                <a:gd name="T2" fmla="*/ 1416 w 1513"/>
                <a:gd name="T3" fmla="*/ 130 h 200"/>
                <a:gd name="T4" fmla="*/ 1450 w 1513"/>
                <a:gd name="T5" fmla="*/ 47 h 200"/>
                <a:gd name="T6" fmla="*/ 1458 w 1513"/>
                <a:gd name="T7" fmla="*/ 70 h 200"/>
                <a:gd name="T8" fmla="*/ 1467 w 1513"/>
                <a:gd name="T9" fmla="*/ 146 h 200"/>
                <a:gd name="T10" fmla="*/ 1410 w 1513"/>
                <a:gd name="T11" fmla="*/ 171 h 200"/>
                <a:gd name="T12" fmla="*/ 1408 w 1513"/>
                <a:gd name="T13" fmla="*/ 153 h 200"/>
                <a:gd name="T14" fmla="*/ 1272 w 1513"/>
                <a:gd name="T15" fmla="*/ 125 h 200"/>
                <a:gd name="T16" fmla="*/ 1257 w 1513"/>
                <a:gd name="T17" fmla="*/ 79 h 200"/>
                <a:gd name="T18" fmla="*/ 1298 w 1513"/>
                <a:gd name="T19" fmla="*/ 59 h 200"/>
                <a:gd name="T20" fmla="*/ 1220 w 1513"/>
                <a:gd name="T21" fmla="*/ 139 h 200"/>
                <a:gd name="T22" fmla="*/ 1112 w 1513"/>
                <a:gd name="T23" fmla="*/ 16 h 200"/>
                <a:gd name="T24" fmla="*/ 1064 w 1513"/>
                <a:gd name="T25" fmla="*/ 107 h 200"/>
                <a:gd name="T26" fmla="*/ 1074 w 1513"/>
                <a:gd name="T27" fmla="*/ 95 h 200"/>
                <a:gd name="T28" fmla="*/ 1096 w 1513"/>
                <a:gd name="T29" fmla="*/ 49 h 200"/>
                <a:gd name="T30" fmla="*/ 1098 w 1513"/>
                <a:gd name="T31" fmla="*/ 84 h 200"/>
                <a:gd name="T32" fmla="*/ 1101 w 1513"/>
                <a:gd name="T33" fmla="*/ 154 h 200"/>
                <a:gd name="T34" fmla="*/ 1038 w 1513"/>
                <a:gd name="T35" fmla="*/ 172 h 200"/>
                <a:gd name="T36" fmla="*/ 862 w 1513"/>
                <a:gd name="T37" fmla="*/ 136 h 200"/>
                <a:gd name="T38" fmla="*/ 895 w 1513"/>
                <a:gd name="T39" fmla="*/ 103 h 200"/>
                <a:gd name="T40" fmla="*/ 856 w 1513"/>
                <a:gd name="T41" fmla="*/ 83 h 200"/>
                <a:gd name="T42" fmla="*/ 873 w 1513"/>
                <a:gd name="T43" fmla="*/ 80 h 200"/>
                <a:gd name="T44" fmla="*/ 905 w 1513"/>
                <a:gd name="T45" fmla="*/ 38 h 200"/>
                <a:gd name="T46" fmla="*/ 908 w 1513"/>
                <a:gd name="T47" fmla="*/ 83 h 200"/>
                <a:gd name="T48" fmla="*/ 874 w 1513"/>
                <a:gd name="T49" fmla="*/ 168 h 200"/>
                <a:gd name="T50" fmla="*/ 809 w 1513"/>
                <a:gd name="T51" fmla="*/ 149 h 200"/>
                <a:gd name="T52" fmla="*/ 704 w 1513"/>
                <a:gd name="T53" fmla="*/ 45 h 200"/>
                <a:gd name="T54" fmla="*/ 658 w 1513"/>
                <a:gd name="T55" fmla="*/ 45 h 200"/>
                <a:gd name="T56" fmla="*/ 694 w 1513"/>
                <a:gd name="T57" fmla="*/ 50 h 200"/>
                <a:gd name="T58" fmla="*/ 705 w 1513"/>
                <a:gd name="T59" fmla="*/ 55 h 200"/>
                <a:gd name="T60" fmla="*/ 697 w 1513"/>
                <a:gd name="T61" fmla="*/ 139 h 200"/>
                <a:gd name="T62" fmla="*/ 662 w 1513"/>
                <a:gd name="T63" fmla="*/ 179 h 200"/>
                <a:gd name="T64" fmla="*/ 686 w 1513"/>
                <a:gd name="T65" fmla="*/ 141 h 200"/>
                <a:gd name="T66" fmla="*/ 720 w 1513"/>
                <a:gd name="T67" fmla="*/ 90 h 200"/>
                <a:gd name="T68" fmla="*/ 540 w 1513"/>
                <a:gd name="T69" fmla="*/ 92 h 200"/>
                <a:gd name="T70" fmla="*/ 491 w 1513"/>
                <a:gd name="T71" fmla="*/ 115 h 200"/>
                <a:gd name="T72" fmla="*/ 466 w 1513"/>
                <a:gd name="T73" fmla="*/ 70 h 200"/>
                <a:gd name="T74" fmla="*/ 444 w 1513"/>
                <a:gd name="T75" fmla="*/ 90 h 200"/>
                <a:gd name="T76" fmla="*/ 426 w 1513"/>
                <a:gd name="T77" fmla="*/ 96 h 200"/>
                <a:gd name="T78" fmla="*/ 414 w 1513"/>
                <a:gd name="T79" fmla="*/ 90 h 200"/>
                <a:gd name="T80" fmla="*/ 502 w 1513"/>
                <a:gd name="T81" fmla="*/ 43 h 200"/>
                <a:gd name="T82" fmla="*/ 560 w 1513"/>
                <a:gd name="T83" fmla="*/ 85 h 200"/>
                <a:gd name="T84" fmla="*/ 520 w 1513"/>
                <a:gd name="T85" fmla="*/ 187 h 200"/>
                <a:gd name="T86" fmla="*/ 465 w 1513"/>
                <a:gd name="T87" fmla="*/ 119 h 200"/>
                <a:gd name="T88" fmla="*/ 442 w 1513"/>
                <a:gd name="T89" fmla="*/ 153 h 200"/>
                <a:gd name="T90" fmla="*/ 282 w 1513"/>
                <a:gd name="T91" fmla="*/ 98 h 200"/>
                <a:gd name="T92" fmla="*/ 259 w 1513"/>
                <a:gd name="T93" fmla="*/ 93 h 200"/>
                <a:gd name="T94" fmla="*/ 226 w 1513"/>
                <a:gd name="T95" fmla="*/ 158 h 200"/>
                <a:gd name="T96" fmla="*/ 307 w 1513"/>
                <a:gd name="T97" fmla="*/ 43 h 200"/>
                <a:gd name="T98" fmla="*/ 290 w 1513"/>
                <a:gd name="T99" fmla="*/ 120 h 200"/>
                <a:gd name="T100" fmla="*/ 234 w 1513"/>
                <a:gd name="T101" fmla="*/ 93 h 200"/>
                <a:gd name="T102" fmla="*/ 205 w 1513"/>
                <a:gd name="T103" fmla="*/ 107 h 200"/>
                <a:gd name="T104" fmla="*/ 226 w 1513"/>
                <a:gd name="T105" fmla="*/ 171 h 200"/>
                <a:gd name="T106" fmla="*/ 101 w 1513"/>
                <a:gd name="T107" fmla="*/ 63 h 200"/>
                <a:gd name="T108" fmla="*/ 32 w 1513"/>
                <a:gd name="T109" fmla="*/ 94 h 200"/>
                <a:gd name="T110" fmla="*/ 58 w 1513"/>
                <a:gd name="T111" fmla="*/ 7 h 200"/>
                <a:gd name="T112" fmla="*/ 104 w 1513"/>
                <a:gd name="T113" fmla="*/ 90 h 200"/>
                <a:gd name="T114" fmla="*/ 48 w 1513"/>
                <a:gd name="T115" fmla="*/ 152 h 200"/>
                <a:gd name="T116" fmla="*/ 3 w 1513"/>
                <a:gd name="T117" fmla="*/ 66 h 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513" h="200">
                  <a:moveTo>
                    <a:pt x="1410" y="31"/>
                  </a:moveTo>
                  <a:cubicBezTo>
                    <a:pt x="1410" y="28"/>
                    <a:pt x="1410" y="26"/>
                    <a:pt x="1410" y="23"/>
                  </a:cubicBezTo>
                  <a:cubicBezTo>
                    <a:pt x="1418" y="21"/>
                    <a:pt x="1413" y="3"/>
                    <a:pt x="1421" y="0"/>
                  </a:cubicBezTo>
                  <a:cubicBezTo>
                    <a:pt x="1424" y="0"/>
                    <a:pt x="1424" y="0"/>
                    <a:pt x="1424" y="0"/>
                  </a:cubicBezTo>
                  <a:cubicBezTo>
                    <a:pt x="1425" y="3"/>
                    <a:pt x="1427" y="7"/>
                    <a:pt x="1428" y="11"/>
                  </a:cubicBezTo>
                  <a:cubicBezTo>
                    <a:pt x="1428" y="13"/>
                    <a:pt x="1428" y="15"/>
                    <a:pt x="1428" y="17"/>
                  </a:cubicBezTo>
                  <a:cubicBezTo>
                    <a:pt x="1431" y="30"/>
                    <a:pt x="1429" y="36"/>
                    <a:pt x="1427" y="47"/>
                  </a:cubicBezTo>
                  <a:cubicBezTo>
                    <a:pt x="1414" y="49"/>
                    <a:pt x="1415" y="38"/>
                    <a:pt x="1410" y="31"/>
                  </a:cubicBezTo>
                  <a:close/>
                  <a:moveTo>
                    <a:pt x="1442" y="122"/>
                  </a:moveTo>
                  <a:cubicBezTo>
                    <a:pt x="1442" y="107"/>
                    <a:pt x="1454" y="110"/>
                    <a:pt x="1465" y="107"/>
                  </a:cubicBezTo>
                  <a:cubicBezTo>
                    <a:pt x="1470" y="105"/>
                    <a:pt x="1478" y="101"/>
                    <a:pt x="1482" y="97"/>
                  </a:cubicBezTo>
                  <a:cubicBezTo>
                    <a:pt x="1484" y="95"/>
                    <a:pt x="1484" y="93"/>
                    <a:pt x="1486" y="91"/>
                  </a:cubicBezTo>
                  <a:cubicBezTo>
                    <a:pt x="1485" y="90"/>
                    <a:pt x="1485" y="88"/>
                    <a:pt x="1484" y="87"/>
                  </a:cubicBezTo>
                  <a:cubicBezTo>
                    <a:pt x="1482" y="86"/>
                    <a:pt x="1479" y="83"/>
                    <a:pt x="1477" y="83"/>
                  </a:cubicBezTo>
                  <a:cubicBezTo>
                    <a:pt x="1474" y="81"/>
                    <a:pt x="1470" y="82"/>
                    <a:pt x="1468" y="81"/>
                  </a:cubicBezTo>
                  <a:cubicBezTo>
                    <a:pt x="1452" y="83"/>
                    <a:pt x="1429" y="95"/>
                    <a:pt x="1424" y="105"/>
                  </a:cubicBezTo>
                  <a:cubicBezTo>
                    <a:pt x="1424" y="108"/>
                    <a:pt x="1424" y="111"/>
                    <a:pt x="1424" y="113"/>
                  </a:cubicBezTo>
                  <a:cubicBezTo>
                    <a:pt x="1426" y="115"/>
                    <a:pt x="1428" y="117"/>
                    <a:pt x="1430" y="119"/>
                  </a:cubicBezTo>
                  <a:cubicBezTo>
                    <a:pt x="1430" y="126"/>
                    <a:pt x="1430" y="134"/>
                    <a:pt x="1422" y="135"/>
                  </a:cubicBezTo>
                  <a:cubicBezTo>
                    <a:pt x="1420" y="133"/>
                    <a:pt x="1418" y="132"/>
                    <a:pt x="1416" y="130"/>
                  </a:cubicBezTo>
                  <a:cubicBezTo>
                    <a:pt x="1414" y="132"/>
                    <a:pt x="1413" y="133"/>
                    <a:pt x="1409" y="132"/>
                  </a:cubicBezTo>
                  <a:cubicBezTo>
                    <a:pt x="1407" y="128"/>
                    <a:pt x="1397" y="105"/>
                    <a:pt x="1398" y="102"/>
                  </a:cubicBezTo>
                  <a:cubicBezTo>
                    <a:pt x="1399" y="99"/>
                    <a:pt x="1405" y="97"/>
                    <a:pt x="1408" y="96"/>
                  </a:cubicBezTo>
                  <a:cubicBezTo>
                    <a:pt x="1414" y="93"/>
                    <a:pt x="1418" y="86"/>
                    <a:pt x="1423" y="82"/>
                  </a:cubicBezTo>
                  <a:cubicBezTo>
                    <a:pt x="1426" y="80"/>
                    <a:pt x="1430" y="80"/>
                    <a:pt x="1433" y="79"/>
                  </a:cubicBezTo>
                  <a:cubicBezTo>
                    <a:pt x="1441" y="75"/>
                    <a:pt x="1447" y="65"/>
                    <a:pt x="1454" y="59"/>
                  </a:cubicBezTo>
                  <a:cubicBezTo>
                    <a:pt x="1462" y="51"/>
                    <a:pt x="1472" y="50"/>
                    <a:pt x="1478" y="41"/>
                  </a:cubicBezTo>
                  <a:cubicBezTo>
                    <a:pt x="1478" y="41"/>
                    <a:pt x="1478" y="41"/>
                    <a:pt x="1478" y="40"/>
                  </a:cubicBezTo>
                  <a:cubicBezTo>
                    <a:pt x="1477" y="40"/>
                    <a:pt x="1477" y="40"/>
                    <a:pt x="1477" y="40"/>
                  </a:cubicBezTo>
                  <a:cubicBezTo>
                    <a:pt x="1472" y="45"/>
                    <a:pt x="1459" y="54"/>
                    <a:pt x="1450" y="47"/>
                  </a:cubicBezTo>
                  <a:cubicBezTo>
                    <a:pt x="1446" y="45"/>
                    <a:pt x="1447" y="40"/>
                    <a:pt x="1444" y="37"/>
                  </a:cubicBezTo>
                  <a:cubicBezTo>
                    <a:pt x="1443" y="35"/>
                    <a:pt x="1440" y="34"/>
                    <a:pt x="1440" y="31"/>
                  </a:cubicBezTo>
                  <a:cubicBezTo>
                    <a:pt x="1440" y="29"/>
                    <a:pt x="1441" y="28"/>
                    <a:pt x="1441" y="27"/>
                  </a:cubicBezTo>
                  <a:cubicBezTo>
                    <a:pt x="1447" y="27"/>
                    <a:pt x="1459" y="35"/>
                    <a:pt x="1462" y="38"/>
                  </a:cubicBezTo>
                  <a:cubicBezTo>
                    <a:pt x="1471" y="35"/>
                    <a:pt x="1480" y="33"/>
                    <a:pt x="1488" y="28"/>
                  </a:cubicBezTo>
                  <a:cubicBezTo>
                    <a:pt x="1491" y="26"/>
                    <a:pt x="1496" y="30"/>
                    <a:pt x="1498" y="29"/>
                  </a:cubicBezTo>
                  <a:cubicBezTo>
                    <a:pt x="1502" y="32"/>
                    <a:pt x="1508" y="48"/>
                    <a:pt x="1500" y="52"/>
                  </a:cubicBezTo>
                  <a:cubicBezTo>
                    <a:pt x="1496" y="53"/>
                    <a:pt x="1490" y="53"/>
                    <a:pt x="1486" y="54"/>
                  </a:cubicBezTo>
                  <a:cubicBezTo>
                    <a:pt x="1476" y="56"/>
                    <a:pt x="1464" y="63"/>
                    <a:pt x="1457" y="69"/>
                  </a:cubicBezTo>
                  <a:cubicBezTo>
                    <a:pt x="1457" y="69"/>
                    <a:pt x="1458" y="69"/>
                    <a:pt x="1458" y="70"/>
                  </a:cubicBezTo>
                  <a:cubicBezTo>
                    <a:pt x="1458" y="70"/>
                    <a:pt x="1458" y="70"/>
                    <a:pt x="1458" y="70"/>
                  </a:cubicBezTo>
                  <a:cubicBezTo>
                    <a:pt x="1462" y="71"/>
                    <a:pt x="1469" y="68"/>
                    <a:pt x="1474" y="71"/>
                  </a:cubicBezTo>
                  <a:cubicBezTo>
                    <a:pt x="1485" y="76"/>
                    <a:pt x="1500" y="81"/>
                    <a:pt x="1500" y="99"/>
                  </a:cubicBezTo>
                  <a:cubicBezTo>
                    <a:pt x="1497" y="100"/>
                    <a:pt x="1496" y="102"/>
                    <a:pt x="1494" y="103"/>
                  </a:cubicBezTo>
                  <a:cubicBezTo>
                    <a:pt x="1488" y="105"/>
                    <a:pt x="1482" y="105"/>
                    <a:pt x="1477" y="108"/>
                  </a:cubicBezTo>
                  <a:cubicBezTo>
                    <a:pt x="1477" y="109"/>
                    <a:pt x="1477" y="109"/>
                    <a:pt x="1477" y="110"/>
                  </a:cubicBezTo>
                  <a:cubicBezTo>
                    <a:pt x="1478" y="112"/>
                    <a:pt x="1479" y="113"/>
                    <a:pt x="1479" y="118"/>
                  </a:cubicBezTo>
                  <a:cubicBezTo>
                    <a:pt x="1477" y="119"/>
                    <a:pt x="1478" y="122"/>
                    <a:pt x="1476" y="123"/>
                  </a:cubicBezTo>
                  <a:cubicBezTo>
                    <a:pt x="1472" y="130"/>
                    <a:pt x="1465" y="135"/>
                    <a:pt x="1463" y="142"/>
                  </a:cubicBezTo>
                  <a:cubicBezTo>
                    <a:pt x="1464" y="143"/>
                    <a:pt x="1466" y="145"/>
                    <a:pt x="1467" y="146"/>
                  </a:cubicBezTo>
                  <a:cubicBezTo>
                    <a:pt x="1476" y="149"/>
                    <a:pt x="1513" y="129"/>
                    <a:pt x="1508" y="151"/>
                  </a:cubicBezTo>
                  <a:cubicBezTo>
                    <a:pt x="1507" y="154"/>
                    <a:pt x="1505" y="156"/>
                    <a:pt x="1504" y="158"/>
                  </a:cubicBezTo>
                  <a:cubicBezTo>
                    <a:pt x="1500" y="158"/>
                    <a:pt x="1498" y="157"/>
                    <a:pt x="1495" y="157"/>
                  </a:cubicBezTo>
                  <a:cubicBezTo>
                    <a:pt x="1490" y="155"/>
                    <a:pt x="1472" y="161"/>
                    <a:pt x="1469" y="163"/>
                  </a:cubicBezTo>
                  <a:cubicBezTo>
                    <a:pt x="1470" y="169"/>
                    <a:pt x="1471" y="175"/>
                    <a:pt x="1471" y="182"/>
                  </a:cubicBezTo>
                  <a:cubicBezTo>
                    <a:pt x="1469" y="183"/>
                    <a:pt x="1469" y="185"/>
                    <a:pt x="1468" y="186"/>
                  </a:cubicBezTo>
                  <a:cubicBezTo>
                    <a:pt x="1465" y="188"/>
                    <a:pt x="1462" y="187"/>
                    <a:pt x="1458" y="189"/>
                  </a:cubicBezTo>
                  <a:cubicBezTo>
                    <a:pt x="1456" y="190"/>
                    <a:pt x="1453" y="193"/>
                    <a:pt x="1450" y="193"/>
                  </a:cubicBezTo>
                  <a:cubicBezTo>
                    <a:pt x="1432" y="200"/>
                    <a:pt x="1414" y="183"/>
                    <a:pt x="1410" y="171"/>
                  </a:cubicBezTo>
                  <a:cubicBezTo>
                    <a:pt x="1410" y="171"/>
                    <a:pt x="1410" y="171"/>
                    <a:pt x="1410" y="171"/>
                  </a:cubicBezTo>
                  <a:cubicBezTo>
                    <a:pt x="1416" y="171"/>
                    <a:pt x="1423" y="177"/>
                    <a:pt x="1428" y="179"/>
                  </a:cubicBezTo>
                  <a:cubicBezTo>
                    <a:pt x="1430" y="179"/>
                    <a:pt x="1433" y="179"/>
                    <a:pt x="1435" y="179"/>
                  </a:cubicBezTo>
                  <a:cubicBezTo>
                    <a:pt x="1449" y="179"/>
                    <a:pt x="1457" y="174"/>
                    <a:pt x="1463" y="165"/>
                  </a:cubicBezTo>
                  <a:cubicBezTo>
                    <a:pt x="1463" y="164"/>
                    <a:pt x="1463" y="163"/>
                    <a:pt x="1463" y="162"/>
                  </a:cubicBezTo>
                  <a:cubicBezTo>
                    <a:pt x="1462" y="162"/>
                    <a:pt x="1461" y="161"/>
                    <a:pt x="1460" y="161"/>
                  </a:cubicBezTo>
                  <a:cubicBezTo>
                    <a:pt x="1453" y="158"/>
                    <a:pt x="1440" y="165"/>
                    <a:pt x="1434" y="166"/>
                  </a:cubicBezTo>
                  <a:cubicBezTo>
                    <a:pt x="1428" y="167"/>
                    <a:pt x="1413" y="167"/>
                    <a:pt x="1408" y="164"/>
                  </a:cubicBezTo>
                  <a:cubicBezTo>
                    <a:pt x="1406" y="163"/>
                    <a:pt x="1405" y="161"/>
                    <a:pt x="1404" y="160"/>
                  </a:cubicBezTo>
                  <a:cubicBezTo>
                    <a:pt x="1404" y="159"/>
                    <a:pt x="1404" y="157"/>
                    <a:pt x="1404" y="156"/>
                  </a:cubicBezTo>
                  <a:cubicBezTo>
                    <a:pt x="1406" y="155"/>
                    <a:pt x="1407" y="154"/>
                    <a:pt x="1408" y="153"/>
                  </a:cubicBezTo>
                  <a:cubicBezTo>
                    <a:pt x="1418" y="153"/>
                    <a:pt x="1426" y="153"/>
                    <a:pt x="1436" y="153"/>
                  </a:cubicBezTo>
                  <a:cubicBezTo>
                    <a:pt x="1438" y="152"/>
                    <a:pt x="1442" y="149"/>
                    <a:pt x="1444" y="149"/>
                  </a:cubicBezTo>
                  <a:cubicBezTo>
                    <a:pt x="1448" y="147"/>
                    <a:pt x="1452" y="148"/>
                    <a:pt x="1455" y="147"/>
                  </a:cubicBezTo>
                  <a:cubicBezTo>
                    <a:pt x="1456" y="146"/>
                    <a:pt x="1456" y="146"/>
                    <a:pt x="1457" y="145"/>
                  </a:cubicBezTo>
                  <a:cubicBezTo>
                    <a:pt x="1456" y="143"/>
                    <a:pt x="1454" y="139"/>
                    <a:pt x="1456" y="136"/>
                  </a:cubicBezTo>
                  <a:cubicBezTo>
                    <a:pt x="1458" y="129"/>
                    <a:pt x="1460" y="125"/>
                    <a:pt x="1464" y="118"/>
                  </a:cubicBezTo>
                  <a:cubicBezTo>
                    <a:pt x="1463" y="117"/>
                    <a:pt x="1462" y="117"/>
                    <a:pt x="1461" y="117"/>
                  </a:cubicBezTo>
                  <a:cubicBezTo>
                    <a:pt x="1455" y="118"/>
                    <a:pt x="1451" y="121"/>
                    <a:pt x="1442" y="122"/>
                  </a:cubicBezTo>
                  <a:close/>
                  <a:moveTo>
                    <a:pt x="1272" y="127"/>
                  </a:moveTo>
                  <a:cubicBezTo>
                    <a:pt x="1272" y="125"/>
                    <a:pt x="1271" y="126"/>
                    <a:pt x="1272" y="125"/>
                  </a:cubicBezTo>
                  <a:cubicBezTo>
                    <a:pt x="1274" y="119"/>
                    <a:pt x="1285" y="115"/>
                    <a:pt x="1292" y="119"/>
                  </a:cubicBezTo>
                  <a:cubicBezTo>
                    <a:pt x="1301" y="125"/>
                    <a:pt x="1318" y="137"/>
                    <a:pt x="1316" y="154"/>
                  </a:cubicBezTo>
                  <a:cubicBezTo>
                    <a:pt x="1310" y="157"/>
                    <a:pt x="1309" y="164"/>
                    <a:pt x="1298" y="164"/>
                  </a:cubicBezTo>
                  <a:cubicBezTo>
                    <a:pt x="1298" y="161"/>
                    <a:pt x="1294" y="159"/>
                    <a:pt x="1293" y="157"/>
                  </a:cubicBezTo>
                  <a:cubicBezTo>
                    <a:pt x="1292" y="155"/>
                    <a:pt x="1292" y="152"/>
                    <a:pt x="1291" y="149"/>
                  </a:cubicBezTo>
                  <a:cubicBezTo>
                    <a:pt x="1288" y="143"/>
                    <a:pt x="1279" y="128"/>
                    <a:pt x="1272" y="127"/>
                  </a:cubicBezTo>
                  <a:close/>
                  <a:moveTo>
                    <a:pt x="1216" y="87"/>
                  </a:moveTo>
                  <a:cubicBezTo>
                    <a:pt x="1216" y="86"/>
                    <a:pt x="1217" y="85"/>
                    <a:pt x="1217" y="84"/>
                  </a:cubicBezTo>
                  <a:cubicBezTo>
                    <a:pt x="1222" y="85"/>
                    <a:pt x="1227" y="86"/>
                    <a:pt x="1232" y="87"/>
                  </a:cubicBezTo>
                  <a:cubicBezTo>
                    <a:pt x="1237" y="89"/>
                    <a:pt x="1256" y="82"/>
                    <a:pt x="1257" y="79"/>
                  </a:cubicBezTo>
                  <a:cubicBezTo>
                    <a:pt x="1260" y="74"/>
                    <a:pt x="1260" y="41"/>
                    <a:pt x="1257" y="36"/>
                  </a:cubicBezTo>
                  <a:cubicBezTo>
                    <a:pt x="1255" y="31"/>
                    <a:pt x="1252" y="30"/>
                    <a:pt x="1252" y="23"/>
                  </a:cubicBezTo>
                  <a:cubicBezTo>
                    <a:pt x="1256" y="21"/>
                    <a:pt x="1256" y="20"/>
                    <a:pt x="1264" y="20"/>
                  </a:cubicBezTo>
                  <a:cubicBezTo>
                    <a:pt x="1272" y="26"/>
                    <a:pt x="1273" y="39"/>
                    <a:pt x="1273" y="54"/>
                  </a:cubicBezTo>
                  <a:cubicBezTo>
                    <a:pt x="1273" y="59"/>
                    <a:pt x="1271" y="74"/>
                    <a:pt x="1272" y="74"/>
                  </a:cubicBezTo>
                  <a:cubicBezTo>
                    <a:pt x="1276" y="75"/>
                    <a:pt x="1290" y="70"/>
                    <a:pt x="1293" y="68"/>
                  </a:cubicBezTo>
                  <a:cubicBezTo>
                    <a:pt x="1293" y="63"/>
                    <a:pt x="1292" y="61"/>
                    <a:pt x="1288" y="58"/>
                  </a:cubicBezTo>
                  <a:cubicBezTo>
                    <a:pt x="1288" y="57"/>
                    <a:pt x="1288" y="55"/>
                    <a:pt x="1288" y="53"/>
                  </a:cubicBezTo>
                  <a:cubicBezTo>
                    <a:pt x="1289" y="53"/>
                    <a:pt x="1290" y="54"/>
                    <a:pt x="1290" y="54"/>
                  </a:cubicBezTo>
                  <a:cubicBezTo>
                    <a:pt x="1293" y="55"/>
                    <a:pt x="1295" y="59"/>
                    <a:pt x="1298" y="59"/>
                  </a:cubicBezTo>
                  <a:cubicBezTo>
                    <a:pt x="1306" y="62"/>
                    <a:pt x="1314" y="60"/>
                    <a:pt x="1321" y="63"/>
                  </a:cubicBezTo>
                  <a:cubicBezTo>
                    <a:pt x="1322" y="64"/>
                    <a:pt x="1322" y="63"/>
                    <a:pt x="1322" y="65"/>
                  </a:cubicBezTo>
                  <a:cubicBezTo>
                    <a:pt x="1322" y="67"/>
                    <a:pt x="1322" y="69"/>
                    <a:pt x="1322" y="71"/>
                  </a:cubicBezTo>
                  <a:cubicBezTo>
                    <a:pt x="1321" y="71"/>
                    <a:pt x="1320" y="74"/>
                    <a:pt x="1319" y="75"/>
                  </a:cubicBezTo>
                  <a:cubicBezTo>
                    <a:pt x="1317" y="76"/>
                    <a:pt x="1310" y="75"/>
                    <a:pt x="1308" y="76"/>
                  </a:cubicBezTo>
                  <a:cubicBezTo>
                    <a:pt x="1301" y="79"/>
                    <a:pt x="1273" y="90"/>
                    <a:pt x="1268" y="95"/>
                  </a:cubicBezTo>
                  <a:cubicBezTo>
                    <a:pt x="1264" y="99"/>
                    <a:pt x="1266" y="105"/>
                    <a:pt x="1264" y="110"/>
                  </a:cubicBezTo>
                  <a:cubicBezTo>
                    <a:pt x="1260" y="123"/>
                    <a:pt x="1250" y="153"/>
                    <a:pt x="1232" y="145"/>
                  </a:cubicBezTo>
                  <a:cubicBezTo>
                    <a:pt x="1230" y="145"/>
                    <a:pt x="1229" y="145"/>
                    <a:pt x="1228" y="145"/>
                  </a:cubicBezTo>
                  <a:cubicBezTo>
                    <a:pt x="1225" y="143"/>
                    <a:pt x="1223" y="141"/>
                    <a:pt x="1220" y="139"/>
                  </a:cubicBezTo>
                  <a:cubicBezTo>
                    <a:pt x="1220" y="138"/>
                    <a:pt x="1220" y="137"/>
                    <a:pt x="1220" y="135"/>
                  </a:cubicBezTo>
                  <a:cubicBezTo>
                    <a:pt x="1222" y="135"/>
                    <a:pt x="1225" y="131"/>
                    <a:pt x="1227" y="130"/>
                  </a:cubicBezTo>
                  <a:cubicBezTo>
                    <a:pt x="1232" y="128"/>
                    <a:pt x="1236" y="129"/>
                    <a:pt x="1240" y="127"/>
                  </a:cubicBezTo>
                  <a:cubicBezTo>
                    <a:pt x="1246" y="125"/>
                    <a:pt x="1256" y="107"/>
                    <a:pt x="1254" y="101"/>
                  </a:cubicBezTo>
                  <a:cubicBezTo>
                    <a:pt x="1246" y="100"/>
                    <a:pt x="1236" y="101"/>
                    <a:pt x="1228" y="101"/>
                  </a:cubicBezTo>
                  <a:cubicBezTo>
                    <a:pt x="1225" y="98"/>
                    <a:pt x="1222" y="96"/>
                    <a:pt x="1219" y="93"/>
                  </a:cubicBezTo>
                  <a:cubicBezTo>
                    <a:pt x="1217" y="91"/>
                    <a:pt x="1217" y="88"/>
                    <a:pt x="1216" y="87"/>
                  </a:cubicBezTo>
                  <a:close/>
                  <a:moveTo>
                    <a:pt x="1110" y="21"/>
                  </a:moveTo>
                  <a:cubicBezTo>
                    <a:pt x="1110" y="20"/>
                    <a:pt x="1110" y="19"/>
                    <a:pt x="1110" y="17"/>
                  </a:cubicBezTo>
                  <a:cubicBezTo>
                    <a:pt x="1110" y="17"/>
                    <a:pt x="1111" y="16"/>
                    <a:pt x="1112" y="16"/>
                  </a:cubicBezTo>
                  <a:cubicBezTo>
                    <a:pt x="1124" y="17"/>
                    <a:pt x="1148" y="19"/>
                    <a:pt x="1147" y="35"/>
                  </a:cubicBezTo>
                  <a:cubicBezTo>
                    <a:pt x="1142" y="43"/>
                    <a:pt x="1140" y="49"/>
                    <a:pt x="1128" y="45"/>
                  </a:cubicBezTo>
                  <a:cubicBezTo>
                    <a:pt x="1127" y="43"/>
                    <a:pt x="1126" y="41"/>
                    <a:pt x="1124" y="39"/>
                  </a:cubicBezTo>
                  <a:cubicBezTo>
                    <a:pt x="1123" y="38"/>
                    <a:pt x="1121" y="38"/>
                    <a:pt x="1119" y="37"/>
                  </a:cubicBezTo>
                  <a:cubicBezTo>
                    <a:pt x="1119" y="31"/>
                    <a:pt x="1113" y="23"/>
                    <a:pt x="1110" y="21"/>
                  </a:cubicBezTo>
                  <a:close/>
                  <a:moveTo>
                    <a:pt x="1055" y="126"/>
                  </a:moveTo>
                  <a:cubicBezTo>
                    <a:pt x="1058" y="127"/>
                    <a:pt x="1062" y="127"/>
                    <a:pt x="1064" y="125"/>
                  </a:cubicBezTo>
                  <a:cubicBezTo>
                    <a:pt x="1066" y="124"/>
                    <a:pt x="1068" y="125"/>
                    <a:pt x="1070" y="123"/>
                  </a:cubicBezTo>
                  <a:cubicBezTo>
                    <a:pt x="1074" y="119"/>
                    <a:pt x="1070" y="109"/>
                    <a:pt x="1066" y="107"/>
                  </a:cubicBezTo>
                  <a:cubicBezTo>
                    <a:pt x="1066" y="107"/>
                    <a:pt x="1064" y="107"/>
                    <a:pt x="1064" y="107"/>
                  </a:cubicBezTo>
                  <a:cubicBezTo>
                    <a:pt x="1056" y="125"/>
                    <a:pt x="1056" y="125"/>
                    <a:pt x="1056" y="125"/>
                  </a:cubicBezTo>
                  <a:cubicBezTo>
                    <a:pt x="1056" y="125"/>
                    <a:pt x="1056" y="126"/>
                    <a:pt x="1055" y="126"/>
                  </a:cubicBezTo>
                  <a:close/>
                  <a:moveTo>
                    <a:pt x="1021" y="158"/>
                  </a:moveTo>
                  <a:cubicBezTo>
                    <a:pt x="1021" y="153"/>
                    <a:pt x="1024" y="148"/>
                    <a:pt x="1024" y="143"/>
                  </a:cubicBezTo>
                  <a:cubicBezTo>
                    <a:pt x="1025" y="140"/>
                    <a:pt x="1023" y="136"/>
                    <a:pt x="1024" y="133"/>
                  </a:cubicBezTo>
                  <a:cubicBezTo>
                    <a:pt x="1031" y="132"/>
                    <a:pt x="1042" y="114"/>
                    <a:pt x="1048" y="108"/>
                  </a:cubicBezTo>
                  <a:cubicBezTo>
                    <a:pt x="1051" y="106"/>
                    <a:pt x="1056" y="103"/>
                    <a:pt x="1059" y="102"/>
                  </a:cubicBezTo>
                  <a:cubicBezTo>
                    <a:pt x="1060" y="102"/>
                    <a:pt x="1062" y="102"/>
                    <a:pt x="1063" y="103"/>
                  </a:cubicBezTo>
                  <a:cubicBezTo>
                    <a:pt x="1068" y="104"/>
                    <a:pt x="1072" y="102"/>
                    <a:pt x="1075" y="101"/>
                  </a:cubicBezTo>
                  <a:cubicBezTo>
                    <a:pt x="1075" y="99"/>
                    <a:pt x="1075" y="97"/>
                    <a:pt x="1074" y="95"/>
                  </a:cubicBezTo>
                  <a:cubicBezTo>
                    <a:pt x="1074" y="95"/>
                    <a:pt x="1072" y="92"/>
                    <a:pt x="1072" y="93"/>
                  </a:cubicBezTo>
                  <a:cubicBezTo>
                    <a:pt x="1069" y="93"/>
                    <a:pt x="1067" y="96"/>
                    <a:pt x="1065" y="97"/>
                  </a:cubicBezTo>
                  <a:cubicBezTo>
                    <a:pt x="1064" y="97"/>
                    <a:pt x="1062" y="97"/>
                    <a:pt x="1060" y="97"/>
                  </a:cubicBezTo>
                  <a:cubicBezTo>
                    <a:pt x="1051" y="97"/>
                    <a:pt x="1045" y="88"/>
                    <a:pt x="1047" y="79"/>
                  </a:cubicBezTo>
                  <a:cubicBezTo>
                    <a:pt x="1056" y="81"/>
                    <a:pt x="1069" y="81"/>
                    <a:pt x="1076" y="76"/>
                  </a:cubicBezTo>
                  <a:cubicBezTo>
                    <a:pt x="1078" y="64"/>
                    <a:pt x="1079" y="47"/>
                    <a:pt x="1083" y="37"/>
                  </a:cubicBezTo>
                  <a:cubicBezTo>
                    <a:pt x="1085" y="34"/>
                    <a:pt x="1081" y="25"/>
                    <a:pt x="1084" y="18"/>
                  </a:cubicBezTo>
                  <a:cubicBezTo>
                    <a:pt x="1085" y="18"/>
                    <a:pt x="1087" y="18"/>
                    <a:pt x="1089" y="18"/>
                  </a:cubicBezTo>
                  <a:cubicBezTo>
                    <a:pt x="1090" y="19"/>
                    <a:pt x="1091" y="21"/>
                    <a:pt x="1092" y="22"/>
                  </a:cubicBezTo>
                  <a:cubicBezTo>
                    <a:pt x="1092" y="24"/>
                    <a:pt x="1097" y="47"/>
                    <a:pt x="1096" y="49"/>
                  </a:cubicBezTo>
                  <a:cubicBezTo>
                    <a:pt x="1095" y="53"/>
                    <a:pt x="1090" y="67"/>
                    <a:pt x="1092" y="70"/>
                  </a:cubicBezTo>
                  <a:cubicBezTo>
                    <a:pt x="1092" y="71"/>
                    <a:pt x="1092" y="71"/>
                    <a:pt x="1093" y="71"/>
                  </a:cubicBezTo>
                  <a:cubicBezTo>
                    <a:pt x="1099" y="71"/>
                    <a:pt x="1107" y="67"/>
                    <a:pt x="1109" y="62"/>
                  </a:cubicBezTo>
                  <a:cubicBezTo>
                    <a:pt x="1110" y="58"/>
                    <a:pt x="1107" y="56"/>
                    <a:pt x="1108" y="54"/>
                  </a:cubicBezTo>
                  <a:cubicBezTo>
                    <a:pt x="1108" y="54"/>
                    <a:pt x="1109" y="54"/>
                    <a:pt x="1109" y="54"/>
                  </a:cubicBezTo>
                  <a:cubicBezTo>
                    <a:pt x="1113" y="56"/>
                    <a:pt x="1126" y="58"/>
                    <a:pt x="1132" y="59"/>
                  </a:cubicBezTo>
                  <a:cubicBezTo>
                    <a:pt x="1132" y="61"/>
                    <a:pt x="1132" y="63"/>
                    <a:pt x="1132" y="65"/>
                  </a:cubicBezTo>
                  <a:cubicBezTo>
                    <a:pt x="1131" y="65"/>
                    <a:pt x="1130" y="66"/>
                    <a:pt x="1130" y="66"/>
                  </a:cubicBezTo>
                  <a:cubicBezTo>
                    <a:pt x="1129" y="66"/>
                    <a:pt x="1129" y="65"/>
                    <a:pt x="1129" y="65"/>
                  </a:cubicBezTo>
                  <a:cubicBezTo>
                    <a:pt x="1120" y="68"/>
                    <a:pt x="1100" y="77"/>
                    <a:pt x="1098" y="84"/>
                  </a:cubicBezTo>
                  <a:cubicBezTo>
                    <a:pt x="1096" y="84"/>
                    <a:pt x="1093" y="83"/>
                    <a:pt x="1092" y="85"/>
                  </a:cubicBezTo>
                  <a:cubicBezTo>
                    <a:pt x="1085" y="89"/>
                    <a:pt x="1090" y="98"/>
                    <a:pt x="1088" y="106"/>
                  </a:cubicBezTo>
                  <a:cubicBezTo>
                    <a:pt x="1087" y="109"/>
                    <a:pt x="1086" y="112"/>
                    <a:pt x="1087" y="115"/>
                  </a:cubicBezTo>
                  <a:cubicBezTo>
                    <a:pt x="1088" y="115"/>
                    <a:pt x="1089" y="116"/>
                    <a:pt x="1090" y="116"/>
                  </a:cubicBezTo>
                  <a:cubicBezTo>
                    <a:pt x="1095" y="108"/>
                    <a:pt x="1106" y="105"/>
                    <a:pt x="1114" y="111"/>
                  </a:cubicBezTo>
                  <a:cubicBezTo>
                    <a:pt x="1122" y="117"/>
                    <a:pt x="1116" y="123"/>
                    <a:pt x="1119" y="131"/>
                  </a:cubicBezTo>
                  <a:cubicBezTo>
                    <a:pt x="1120" y="136"/>
                    <a:pt x="1126" y="139"/>
                    <a:pt x="1128" y="145"/>
                  </a:cubicBezTo>
                  <a:cubicBezTo>
                    <a:pt x="1128" y="145"/>
                    <a:pt x="1128" y="147"/>
                    <a:pt x="1129" y="146"/>
                  </a:cubicBezTo>
                  <a:cubicBezTo>
                    <a:pt x="1134" y="161"/>
                    <a:pt x="1113" y="161"/>
                    <a:pt x="1105" y="160"/>
                  </a:cubicBezTo>
                  <a:cubicBezTo>
                    <a:pt x="1104" y="158"/>
                    <a:pt x="1102" y="156"/>
                    <a:pt x="1101" y="154"/>
                  </a:cubicBezTo>
                  <a:cubicBezTo>
                    <a:pt x="1098" y="145"/>
                    <a:pt x="1098" y="133"/>
                    <a:pt x="1090" y="130"/>
                  </a:cubicBezTo>
                  <a:cubicBezTo>
                    <a:pt x="1076" y="139"/>
                    <a:pt x="1092" y="160"/>
                    <a:pt x="1085" y="177"/>
                  </a:cubicBezTo>
                  <a:cubicBezTo>
                    <a:pt x="1085" y="177"/>
                    <a:pt x="1085" y="177"/>
                    <a:pt x="1085" y="177"/>
                  </a:cubicBezTo>
                  <a:cubicBezTo>
                    <a:pt x="1083" y="175"/>
                    <a:pt x="1080" y="175"/>
                    <a:pt x="1079" y="173"/>
                  </a:cubicBezTo>
                  <a:cubicBezTo>
                    <a:pt x="1075" y="170"/>
                    <a:pt x="1072" y="163"/>
                    <a:pt x="1070" y="156"/>
                  </a:cubicBezTo>
                  <a:cubicBezTo>
                    <a:pt x="1068" y="149"/>
                    <a:pt x="1074" y="143"/>
                    <a:pt x="1072" y="139"/>
                  </a:cubicBezTo>
                  <a:cubicBezTo>
                    <a:pt x="1071" y="139"/>
                    <a:pt x="1071" y="138"/>
                    <a:pt x="1070" y="137"/>
                  </a:cubicBezTo>
                  <a:cubicBezTo>
                    <a:pt x="1065" y="137"/>
                    <a:pt x="1056" y="139"/>
                    <a:pt x="1054" y="144"/>
                  </a:cubicBezTo>
                  <a:cubicBezTo>
                    <a:pt x="1053" y="147"/>
                    <a:pt x="1054" y="149"/>
                    <a:pt x="1053" y="151"/>
                  </a:cubicBezTo>
                  <a:cubicBezTo>
                    <a:pt x="1050" y="156"/>
                    <a:pt x="1042" y="170"/>
                    <a:pt x="1038" y="172"/>
                  </a:cubicBezTo>
                  <a:cubicBezTo>
                    <a:pt x="1034" y="173"/>
                    <a:pt x="1030" y="171"/>
                    <a:pt x="1027" y="169"/>
                  </a:cubicBezTo>
                  <a:cubicBezTo>
                    <a:pt x="1028" y="163"/>
                    <a:pt x="1024" y="158"/>
                    <a:pt x="1021" y="158"/>
                  </a:cubicBezTo>
                  <a:close/>
                  <a:moveTo>
                    <a:pt x="913" y="65"/>
                  </a:moveTo>
                  <a:cubicBezTo>
                    <a:pt x="914" y="65"/>
                    <a:pt x="913" y="65"/>
                    <a:pt x="915" y="65"/>
                  </a:cubicBezTo>
                  <a:cubicBezTo>
                    <a:pt x="919" y="64"/>
                    <a:pt x="929" y="61"/>
                    <a:pt x="931" y="58"/>
                  </a:cubicBezTo>
                  <a:cubicBezTo>
                    <a:pt x="931" y="57"/>
                    <a:pt x="931" y="55"/>
                    <a:pt x="931" y="54"/>
                  </a:cubicBezTo>
                  <a:cubicBezTo>
                    <a:pt x="929" y="49"/>
                    <a:pt x="924" y="45"/>
                    <a:pt x="920" y="43"/>
                  </a:cubicBezTo>
                  <a:cubicBezTo>
                    <a:pt x="920" y="43"/>
                    <a:pt x="920" y="43"/>
                    <a:pt x="919" y="43"/>
                  </a:cubicBezTo>
                  <a:cubicBezTo>
                    <a:pt x="917" y="47"/>
                    <a:pt x="913" y="58"/>
                    <a:pt x="913" y="65"/>
                  </a:cubicBezTo>
                  <a:close/>
                  <a:moveTo>
                    <a:pt x="862" y="136"/>
                  </a:moveTo>
                  <a:cubicBezTo>
                    <a:pt x="863" y="139"/>
                    <a:pt x="864" y="143"/>
                    <a:pt x="865" y="147"/>
                  </a:cubicBezTo>
                  <a:cubicBezTo>
                    <a:pt x="870" y="155"/>
                    <a:pt x="887" y="161"/>
                    <a:pt x="898" y="154"/>
                  </a:cubicBezTo>
                  <a:cubicBezTo>
                    <a:pt x="900" y="149"/>
                    <a:pt x="886" y="129"/>
                    <a:pt x="882" y="126"/>
                  </a:cubicBezTo>
                  <a:cubicBezTo>
                    <a:pt x="886" y="126"/>
                    <a:pt x="890" y="126"/>
                    <a:pt x="894" y="126"/>
                  </a:cubicBezTo>
                  <a:cubicBezTo>
                    <a:pt x="896" y="127"/>
                    <a:pt x="913" y="133"/>
                    <a:pt x="914" y="132"/>
                  </a:cubicBezTo>
                  <a:cubicBezTo>
                    <a:pt x="918" y="129"/>
                    <a:pt x="918" y="106"/>
                    <a:pt x="916" y="105"/>
                  </a:cubicBezTo>
                  <a:cubicBezTo>
                    <a:pt x="914" y="104"/>
                    <a:pt x="913" y="104"/>
                    <a:pt x="912" y="104"/>
                  </a:cubicBezTo>
                  <a:cubicBezTo>
                    <a:pt x="910" y="107"/>
                    <a:pt x="907" y="113"/>
                    <a:pt x="904" y="116"/>
                  </a:cubicBezTo>
                  <a:cubicBezTo>
                    <a:pt x="903" y="116"/>
                    <a:pt x="902" y="116"/>
                    <a:pt x="902" y="116"/>
                  </a:cubicBezTo>
                  <a:cubicBezTo>
                    <a:pt x="900" y="112"/>
                    <a:pt x="897" y="108"/>
                    <a:pt x="895" y="103"/>
                  </a:cubicBezTo>
                  <a:cubicBezTo>
                    <a:pt x="893" y="99"/>
                    <a:pt x="896" y="91"/>
                    <a:pt x="894" y="87"/>
                  </a:cubicBezTo>
                  <a:cubicBezTo>
                    <a:pt x="881" y="85"/>
                    <a:pt x="881" y="95"/>
                    <a:pt x="876" y="101"/>
                  </a:cubicBezTo>
                  <a:cubicBezTo>
                    <a:pt x="869" y="111"/>
                    <a:pt x="862" y="119"/>
                    <a:pt x="862" y="136"/>
                  </a:cubicBezTo>
                  <a:close/>
                  <a:moveTo>
                    <a:pt x="801" y="141"/>
                  </a:moveTo>
                  <a:cubicBezTo>
                    <a:pt x="801" y="139"/>
                    <a:pt x="801" y="137"/>
                    <a:pt x="801" y="134"/>
                  </a:cubicBezTo>
                  <a:cubicBezTo>
                    <a:pt x="804" y="132"/>
                    <a:pt x="806" y="128"/>
                    <a:pt x="810" y="126"/>
                  </a:cubicBezTo>
                  <a:cubicBezTo>
                    <a:pt x="808" y="123"/>
                    <a:pt x="808" y="120"/>
                    <a:pt x="808" y="116"/>
                  </a:cubicBezTo>
                  <a:cubicBezTo>
                    <a:pt x="811" y="116"/>
                    <a:pt x="820" y="118"/>
                    <a:pt x="825" y="116"/>
                  </a:cubicBezTo>
                  <a:cubicBezTo>
                    <a:pt x="830" y="115"/>
                    <a:pt x="851" y="107"/>
                    <a:pt x="854" y="104"/>
                  </a:cubicBezTo>
                  <a:cubicBezTo>
                    <a:pt x="856" y="100"/>
                    <a:pt x="854" y="87"/>
                    <a:pt x="856" y="83"/>
                  </a:cubicBezTo>
                  <a:cubicBezTo>
                    <a:pt x="857" y="81"/>
                    <a:pt x="863" y="72"/>
                    <a:pt x="861" y="69"/>
                  </a:cubicBezTo>
                  <a:cubicBezTo>
                    <a:pt x="856" y="62"/>
                    <a:pt x="835" y="75"/>
                    <a:pt x="835" y="59"/>
                  </a:cubicBezTo>
                  <a:cubicBezTo>
                    <a:pt x="836" y="59"/>
                    <a:pt x="836" y="59"/>
                    <a:pt x="837" y="58"/>
                  </a:cubicBezTo>
                  <a:cubicBezTo>
                    <a:pt x="840" y="58"/>
                    <a:pt x="843" y="59"/>
                    <a:pt x="845" y="60"/>
                  </a:cubicBezTo>
                  <a:cubicBezTo>
                    <a:pt x="850" y="57"/>
                    <a:pt x="865" y="52"/>
                    <a:pt x="868" y="47"/>
                  </a:cubicBezTo>
                  <a:cubicBezTo>
                    <a:pt x="873" y="39"/>
                    <a:pt x="871" y="30"/>
                    <a:pt x="878" y="23"/>
                  </a:cubicBezTo>
                  <a:cubicBezTo>
                    <a:pt x="884" y="23"/>
                    <a:pt x="888" y="24"/>
                    <a:pt x="893" y="26"/>
                  </a:cubicBezTo>
                  <a:cubicBezTo>
                    <a:pt x="890" y="36"/>
                    <a:pt x="882" y="41"/>
                    <a:pt x="878" y="49"/>
                  </a:cubicBezTo>
                  <a:cubicBezTo>
                    <a:pt x="875" y="56"/>
                    <a:pt x="874" y="68"/>
                    <a:pt x="873" y="74"/>
                  </a:cubicBezTo>
                  <a:cubicBezTo>
                    <a:pt x="873" y="76"/>
                    <a:pt x="873" y="78"/>
                    <a:pt x="873" y="80"/>
                  </a:cubicBezTo>
                  <a:cubicBezTo>
                    <a:pt x="872" y="80"/>
                    <a:pt x="870" y="88"/>
                    <a:pt x="870" y="90"/>
                  </a:cubicBezTo>
                  <a:cubicBezTo>
                    <a:pt x="871" y="90"/>
                    <a:pt x="871" y="91"/>
                    <a:pt x="871" y="91"/>
                  </a:cubicBezTo>
                  <a:cubicBezTo>
                    <a:pt x="872" y="91"/>
                    <a:pt x="872" y="90"/>
                    <a:pt x="873" y="90"/>
                  </a:cubicBezTo>
                  <a:cubicBezTo>
                    <a:pt x="873" y="90"/>
                    <a:pt x="873" y="90"/>
                    <a:pt x="874" y="90"/>
                  </a:cubicBezTo>
                  <a:cubicBezTo>
                    <a:pt x="875" y="89"/>
                    <a:pt x="877" y="87"/>
                    <a:pt x="877" y="85"/>
                  </a:cubicBezTo>
                  <a:cubicBezTo>
                    <a:pt x="877" y="84"/>
                    <a:pt x="877" y="83"/>
                    <a:pt x="877" y="82"/>
                  </a:cubicBezTo>
                  <a:cubicBezTo>
                    <a:pt x="878" y="80"/>
                    <a:pt x="880" y="79"/>
                    <a:pt x="881" y="77"/>
                  </a:cubicBezTo>
                  <a:cubicBezTo>
                    <a:pt x="887" y="77"/>
                    <a:pt x="895" y="75"/>
                    <a:pt x="897" y="72"/>
                  </a:cubicBezTo>
                  <a:cubicBezTo>
                    <a:pt x="899" y="67"/>
                    <a:pt x="897" y="58"/>
                    <a:pt x="899" y="55"/>
                  </a:cubicBezTo>
                  <a:cubicBezTo>
                    <a:pt x="901" y="51"/>
                    <a:pt x="904" y="42"/>
                    <a:pt x="905" y="38"/>
                  </a:cubicBezTo>
                  <a:cubicBezTo>
                    <a:pt x="907" y="29"/>
                    <a:pt x="898" y="22"/>
                    <a:pt x="903" y="17"/>
                  </a:cubicBezTo>
                  <a:cubicBezTo>
                    <a:pt x="907" y="13"/>
                    <a:pt x="915" y="19"/>
                    <a:pt x="917" y="21"/>
                  </a:cubicBezTo>
                  <a:cubicBezTo>
                    <a:pt x="921" y="25"/>
                    <a:pt x="916" y="31"/>
                    <a:pt x="918" y="36"/>
                  </a:cubicBezTo>
                  <a:cubicBezTo>
                    <a:pt x="920" y="41"/>
                    <a:pt x="930" y="45"/>
                    <a:pt x="934" y="47"/>
                  </a:cubicBezTo>
                  <a:cubicBezTo>
                    <a:pt x="938" y="48"/>
                    <a:pt x="943" y="48"/>
                    <a:pt x="948" y="49"/>
                  </a:cubicBezTo>
                  <a:cubicBezTo>
                    <a:pt x="948" y="49"/>
                    <a:pt x="949" y="50"/>
                    <a:pt x="949" y="50"/>
                  </a:cubicBezTo>
                  <a:cubicBezTo>
                    <a:pt x="949" y="51"/>
                    <a:pt x="948" y="53"/>
                    <a:pt x="948" y="54"/>
                  </a:cubicBezTo>
                  <a:cubicBezTo>
                    <a:pt x="945" y="60"/>
                    <a:pt x="935" y="64"/>
                    <a:pt x="930" y="67"/>
                  </a:cubicBezTo>
                  <a:cubicBezTo>
                    <a:pt x="926" y="70"/>
                    <a:pt x="924" y="75"/>
                    <a:pt x="921" y="77"/>
                  </a:cubicBezTo>
                  <a:cubicBezTo>
                    <a:pt x="916" y="80"/>
                    <a:pt x="910" y="79"/>
                    <a:pt x="908" y="83"/>
                  </a:cubicBezTo>
                  <a:cubicBezTo>
                    <a:pt x="908" y="85"/>
                    <a:pt x="907" y="85"/>
                    <a:pt x="907" y="87"/>
                  </a:cubicBezTo>
                  <a:cubicBezTo>
                    <a:pt x="905" y="86"/>
                    <a:pt x="906" y="90"/>
                    <a:pt x="906" y="91"/>
                  </a:cubicBezTo>
                  <a:cubicBezTo>
                    <a:pt x="910" y="93"/>
                    <a:pt x="924" y="95"/>
                    <a:pt x="926" y="99"/>
                  </a:cubicBezTo>
                  <a:cubicBezTo>
                    <a:pt x="930" y="105"/>
                    <a:pt x="930" y="119"/>
                    <a:pt x="928" y="129"/>
                  </a:cubicBezTo>
                  <a:cubicBezTo>
                    <a:pt x="927" y="131"/>
                    <a:pt x="926" y="134"/>
                    <a:pt x="927" y="138"/>
                  </a:cubicBezTo>
                  <a:cubicBezTo>
                    <a:pt x="944" y="144"/>
                    <a:pt x="968" y="157"/>
                    <a:pt x="946" y="175"/>
                  </a:cubicBezTo>
                  <a:cubicBezTo>
                    <a:pt x="930" y="175"/>
                    <a:pt x="930" y="166"/>
                    <a:pt x="917" y="161"/>
                  </a:cubicBezTo>
                  <a:cubicBezTo>
                    <a:pt x="915" y="161"/>
                    <a:pt x="906" y="165"/>
                    <a:pt x="905" y="165"/>
                  </a:cubicBezTo>
                  <a:cubicBezTo>
                    <a:pt x="903" y="165"/>
                    <a:pt x="901" y="165"/>
                    <a:pt x="899" y="165"/>
                  </a:cubicBezTo>
                  <a:cubicBezTo>
                    <a:pt x="892" y="168"/>
                    <a:pt x="882" y="170"/>
                    <a:pt x="874" y="168"/>
                  </a:cubicBezTo>
                  <a:cubicBezTo>
                    <a:pt x="872" y="163"/>
                    <a:pt x="867" y="157"/>
                    <a:pt x="863" y="153"/>
                  </a:cubicBezTo>
                  <a:cubicBezTo>
                    <a:pt x="863" y="153"/>
                    <a:pt x="863" y="153"/>
                    <a:pt x="863" y="153"/>
                  </a:cubicBezTo>
                  <a:cubicBezTo>
                    <a:pt x="862" y="154"/>
                    <a:pt x="862" y="154"/>
                    <a:pt x="862" y="154"/>
                  </a:cubicBezTo>
                  <a:cubicBezTo>
                    <a:pt x="862" y="162"/>
                    <a:pt x="869" y="172"/>
                    <a:pt x="864" y="179"/>
                  </a:cubicBezTo>
                  <a:cubicBezTo>
                    <a:pt x="863" y="179"/>
                    <a:pt x="861" y="179"/>
                    <a:pt x="859" y="178"/>
                  </a:cubicBezTo>
                  <a:cubicBezTo>
                    <a:pt x="855" y="176"/>
                    <a:pt x="854" y="171"/>
                    <a:pt x="851" y="167"/>
                  </a:cubicBezTo>
                  <a:cubicBezTo>
                    <a:pt x="850" y="165"/>
                    <a:pt x="850" y="163"/>
                    <a:pt x="849" y="161"/>
                  </a:cubicBezTo>
                  <a:cubicBezTo>
                    <a:pt x="846" y="159"/>
                    <a:pt x="844" y="156"/>
                    <a:pt x="841" y="153"/>
                  </a:cubicBezTo>
                  <a:cubicBezTo>
                    <a:pt x="839" y="151"/>
                    <a:pt x="840" y="146"/>
                    <a:pt x="837" y="144"/>
                  </a:cubicBezTo>
                  <a:cubicBezTo>
                    <a:pt x="834" y="141"/>
                    <a:pt x="817" y="153"/>
                    <a:pt x="809" y="149"/>
                  </a:cubicBezTo>
                  <a:cubicBezTo>
                    <a:pt x="806" y="147"/>
                    <a:pt x="803" y="144"/>
                    <a:pt x="801" y="141"/>
                  </a:cubicBezTo>
                  <a:close/>
                  <a:moveTo>
                    <a:pt x="704" y="44"/>
                  </a:moveTo>
                  <a:cubicBezTo>
                    <a:pt x="705" y="43"/>
                    <a:pt x="706" y="43"/>
                    <a:pt x="707" y="42"/>
                  </a:cubicBezTo>
                  <a:cubicBezTo>
                    <a:pt x="707" y="41"/>
                    <a:pt x="707" y="41"/>
                    <a:pt x="706" y="40"/>
                  </a:cubicBezTo>
                  <a:cubicBezTo>
                    <a:pt x="706" y="40"/>
                    <a:pt x="706" y="40"/>
                    <a:pt x="706" y="40"/>
                  </a:cubicBezTo>
                  <a:cubicBezTo>
                    <a:pt x="706" y="40"/>
                    <a:pt x="706" y="40"/>
                    <a:pt x="705" y="40"/>
                  </a:cubicBezTo>
                  <a:cubicBezTo>
                    <a:pt x="705" y="41"/>
                    <a:pt x="705" y="43"/>
                    <a:pt x="704" y="44"/>
                  </a:cubicBezTo>
                  <a:close/>
                  <a:moveTo>
                    <a:pt x="702" y="45"/>
                  </a:moveTo>
                  <a:cubicBezTo>
                    <a:pt x="702" y="46"/>
                    <a:pt x="703" y="46"/>
                    <a:pt x="703" y="46"/>
                  </a:cubicBezTo>
                  <a:cubicBezTo>
                    <a:pt x="704" y="46"/>
                    <a:pt x="704" y="46"/>
                    <a:pt x="704" y="45"/>
                  </a:cubicBezTo>
                  <a:cubicBezTo>
                    <a:pt x="704" y="45"/>
                    <a:pt x="704" y="45"/>
                    <a:pt x="704" y="45"/>
                  </a:cubicBezTo>
                  <a:cubicBezTo>
                    <a:pt x="704" y="45"/>
                    <a:pt x="704" y="44"/>
                    <a:pt x="704" y="44"/>
                  </a:cubicBezTo>
                  <a:cubicBezTo>
                    <a:pt x="704" y="44"/>
                    <a:pt x="703" y="43"/>
                    <a:pt x="703" y="43"/>
                  </a:cubicBezTo>
                  <a:cubicBezTo>
                    <a:pt x="703" y="43"/>
                    <a:pt x="703" y="44"/>
                    <a:pt x="702" y="44"/>
                  </a:cubicBezTo>
                  <a:cubicBezTo>
                    <a:pt x="702" y="45"/>
                    <a:pt x="702" y="45"/>
                    <a:pt x="702" y="45"/>
                  </a:cubicBezTo>
                  <a:close/>
                  <a:moveTo>
                    <a:pt x="637" y="47"/>
                  </a:moveTo>
                  <a:cubicBezTo>
                    <a:pt x="637" y="41"/>
                    <a:pt x="637" y="35"/>
                    <a:pt x="639" y="30"/>
                  </a:cubicBezTo>
                  <a:cubicBezTo>
                    <a:pt x="639" y="27"/>
                    <a:pt x="639" y="25"/>
                    <a:pt x="638" y="23"/>
                  </a:cubicBezTo>
                  <a:cubicBezTo>
                    <a:pt x="640" y="23"/>
                    <a:pt x="647" y="21"/>
                    <a:pt x="647" y="21"/>
                  </a:cubicBezTo>
                  <a:cubicBezTo>
                    <a:pt x="652" y="29"/>
                    <a:pt x="651" y="39"/>
                    <a:pt x="658" y="45"/>
                  </a:cubicBezTo>
                  <a:cubicBezTo>
                    <a:pt x="658" y="48"/>
                    <a:pt x="658" y="51"/>
                    <a:pt x="658" y="55"/>
                  </a:cubicBezTo>
                  <a:cubicBezTo>
                    <a:pt x="656" y="55"/>
                    <a:pt x="654" y="58"/>
                    <a:pt x="653" y="59"/>
                  </a:cubicBezTo>
                  <a:cubicBezTo>
                    <a:pt x="643" y="59"/>
                    <a:pt x="640" y="53"/>
                    <a:pt x="637" y="47"/>
                  </a:cubicBezTo>
                  <a:close/>
                  <a:moveTo>
                    <a:pt x="621" y="118"/>
                  </a:moveTo>
                  <a:cubicBezTo>
                    <a:pt x="621" y="113"/>
                    <a:pt x="621" y="109"/>
                    <a:pt x="621" y="105"/>
                  </a:cubicBezTo>
                  <a:cubicBezTo>
                    <a:pt x="628" y="104"/>
                    <a:pt x="632" y="97"/>
                    <a:pt x="636" y="92"/>
                  </a:cubicBezTo>
                  <a:cubicBezTo>
                    <a:pt x="640" y="85"/>
                    <a:pt x="652" y="76"/>
                    <a:pt x="660" y="71"/>
                  </a:cubicBezTo>
                  <a:cubicBezTo>
                    <a:pt x="663" y="70"/>
                    <a:pt x="678" y="62"/>
                    <a:pt x="677" y="61"/>
                  </a:cubicBezTo>
                  <a:cubicBezTo>
                    <a:pt x="680" y="60"/>
                    <a:pt x="693" y="54"/>
                    <a:pt x="694" y="51"/>
                  </a:cubicBezTo>
                  <a:cubicBezTo>
                    <a:pt x="694" y="50"/>
                    <a:pt x="694" y="50"/>
                    <a:pt x="694" y="50"/>
                  </a:cubicBezTo>
                  <a:cubicBezTo>
                    <a:pt x="692" y="49"/>
                    <a:pt x="681" y="45"/>
                    <a:pt x="680" y="44"/>
                  </a:cubicBezTo>
                  <a:cubicBezTo>
                    <a:pt x="678" y="43"/>
                    <a:pt x="676" y="39"/>
                    <a:pt x="675" y="39"/>
                  </a:cubicBezTo>
                  <a:cubicBezTo>
                    <a:pt x="675" y="38"/>
                    <a:pt x="675" y="37"/>
                    <a:pt x="675" y="37"/>
                  </a:cubicBezTo>
                  <a:cubicBezTo>
                    <a:pt x="684" y="39"/>
                    <a:pt x="702" y="36"/>
                    <a:pt x="707" y="33"/>
                  </a:cubicBezTo>
                  <a:cubicBezTo>
                    <a:pt x="709" y="31"/>
                    <a:pt x="712" y="28"/>
                    <a:pt x="716" y="27"/>
                  </a:cubicBezTo>
                  <a:cubicBezTo>
                    <a:pt x="721" y="26"/>
                    <a:pt x="736" y="34"/>
                    <a:pt x="739" y="36"/>
                  </a:cubicBezTo>
                  <a:cubicBezTo>
                    <a:pt x="739" y="38"/>
                    <a:pt x="738" y="39"/>
                    <a:pt x="738" y="41"/>
                  </a:cubicBezTo>
                  <a:cubicBezTo>
                    <a:pt x="736" y="42"/>
                    <a:pt x="734" y="44"/>
                    <a:pt x="732" y="45"/>
                  </a:cubicBezTo>
                  <a:cubicBezTo>
                    <a:pt x="731" y="45"/>
                    <a:pt x="730" y="45"/>
                    <a:pt x="730" y="45"/>
                  </a:cubicBezTo>
                  <a:cubicBezTo>
                    <a:pt x="724" y="47"/>
                    <a:pt x="709" y="51"/>
                    <a:pt x="705" y="55"/>
                  </a:cubicBezTo>
                  <a:cubicBezTo>
                    <a:pt x="706" y="56"/>
                    <a:pt x="706" y="57"/>
                    <a:pt x="706" y="58"/>
                  </a:cubicBezTo>
                  <a:cubicBezTo>
                    <a:pt x="708" y="59"/>
                    <a:pt x="710" y="60"/>
                    <a:pt x="712" y="61"/>
                  </a:cubicBezTo>
                  <a:cubicBezTo>
                    <a:pt x="713" y="61"/>
                    <a:pt x="715" y="61"/>
                    <a:pt x="717" y="61"/>
                  </a:cubicBezTo>
                  <a:cubicBezTo>
                    <a:pt x="724" y="65"/>
                    <a:pt x="744" y="92"/>
                    <a:pt x="730" y="103"/>
                  </a:cubicBezTo>
                  <a:cubicBezTo>
                    <a:pt x="728" y="104"/>
                    <a:pt x="716" y="108"/>
                    <a:pt x="717" y="108"/>
                  </a:cubicBezTo>
                  <a:cubicBezTo>
                    <a:pt x="711" y="111"/>
                    <a:pt x="705" y="106"/>
                    <a:pt x="702" y="111"/>
                  </a:cubicBezTo>
                  <a:cubicBezTo>
                    <a:pt x="702" y="114"/>
                    <a:pt x="702" y="117"/>
                    <a:pt x="702" y="120"/>
                  </a:cubicBezTo>
                  <a:cubicBezTo>
                    <a:pt x="699" y="125"/>
                    <a:pt x="694" y="130"/>
                    <a:pt x="690" y="134"/>
                  </a:cubicBezTo>
                  <a:cubicBezTo>
                    <a:pt x="690" y="136"/>
                    <a:pt x="690" y="137"/>
                    <a:pt x="691" y="137"/>
                  </a:cubicBezTo>
                  <a:cubicBezTo>
                    <a:pt x="692" y="139"/>
                    <a:pt x="695" y="139"/>
                    <a:pt x="697" y="139"/>
                  </a:cubicBezTo>
                  <a:cubicBezTo>
                    <a:pt x="698" y="138"/>
                    <a:pt x="699" y="137"/>
                    <a:pt x="700" y="134"/>
                  </a:cubicBezTo>
                  <a:cubicBezTo>
                    <a:pt x="711" y="134"/>
                    <a:pt x="716" y="138"/>
                    <a:pt x="726" y="140"/>
                  </a:cubicBezTo>
                  <a:cubicBezTo>
                    <a:pt x="727" y="143"/>
                    <a:pt x="730" y="149"/>
                    <a:pt x="729" y="151"/>
                  </a:cubicBezTo>
                  <a:cubicBezTo>
                    <a:pt x="728" y="152"/>
                    <a:pt x="727" y="154"/>
                    <a:pt x="725" y="155"/>
                  </a:cubicBezTo>
                  <a:cubicBezTo>
                    <a:pt x="716" y="158"/>
                    <a:pt x="712" y="149"/>
                    <a:pt x="705" y="150"/>
                  </a:cubicBezTo>
                  <a:cubicBezTo>
                    <a:pt x="704" y="149"/>
                    <a:pt x="700" y="153"/>
                    <a:pt x="699" y="155"/>
                  </a:cubicBezTo>
                  <a:cubicBezTo>
                    <a:pt x="698" y="157"/>
                    <a:pt x="700" y="159"/>
                    <a:pt x="700" y="160"/>
                  </a:cubicBezTo>
                  <a:cubicBezTo>
                    <a:pt x="700" y="162"/>
                    <a:pt x="700" y="164"/>
                    <a:pt x="700" y="166"/>
                  </a:cubicBezTo>
                  <a:cubicBezTo>
                    <a:pt x="702" y="174"/>
                    <a:pt x="698" y="180"/>
                    <a:pt x="692" y="183"/>
                  </a:cubicBezTo>
                  <a:cubicBezTo>
                    <a:pt x="685" y="187"/>
                    <a:pt x="666" y="181"/>
                    <a:pt x="662" y="179"/>
                  </a:cubicBezTo>
                  <a:cubicBezTo>
                    <a:pt x="662" y="177"/>
                    <a:pt x="653" y="173"/>
                    <a:pt x="651" y="173"/>
                  </a:cubicBezTo>
                  <a:cubicBezTo>
                    <a:pt x="651" y="172"/>
                    <a:pt x="652" y="172"/>
                    <a:pt x="652" y="172"/>
                  </a:cubicBezTo>
                  <a:cubicBezTo>
                    <a:pt x="660" y="170"/>
                    <a:pt x="676" y="168"/>
                    <a:pt x="683" y="163"/>
                  </a:cubicBezTo>
                  <a:cubicBezTo>
                    <a:pt x="685" y="162"/>
                    <a:pt x="692" y="157"/>
                    <a:pt x="689" y="155"/>
                  </a:cubicBezTo>
                  <a:cubicBezTo>
                    <a:pt x="685" y="154"/>
                    <a:pt x="675" y="155"/>
                    <a:pt x="672" y="157"/>
                  </a:cubicBezTo>
                  <a:cubicBezTo>
                    <a:pt x="668" y="159"/>
                    <a:pt x="653" y="154"/>
                    <a:pt x="652" y="153"/>
                  </a:cubicBezTo>
                  <a:cubicBezTo>
                    <a:pt x="650" y="152"/>
                    <a:pt x="650" y="151"/>
                    <a:pt x="649" y="149"/>
                  </a:cubicBezTo>
                  <a:cubicBezTo>
                    <a:pt x="649" y="148"/>
                    <a:pt x="649" y="148"/>
                    <a:pt x="650" y="147"/>
                  </a:cubicBezTo>
                  <a:cubicBezTo>
                    <a:pt x="660" y="147"/>
                    <a:pt x="674" y="146"/>
                    <a:pt x="684" y="144"/>
                  </a:cubicBezTo>
                  <a:cubicBezTo>
                    <a:pt x="685" y="143"/>
                    <a:pt x="685" y="142"/>
                    <a:pt x="686" y="141"/>
                  </a:cubicBezTo>
                  <a:cubicBezTo>
                    <a:pt x="686" y="141"/>
                    <a:pt x="686" y="141"/>
                    <a:pt x="686" y="140"/>
                  </a:cubicBezTo>
                  <a:cubicBezTo>
                    <a:pt x="684" y="139"/>
                    <a:pt x="684" y="138"/>
                    <a:pt x="682" y="137"/>
                  </a:cubicBezTo>
                  <a:cubicBezTo>
                    <a:pt x="682" y="133"/>
                    <a:pt x="681" y="129"/>
                    <a:pt x="683" y="125"/>
                  </a:cubicBezTo>
                  <a:cubicBezTo>
                    <a:pt x="685" y="122"/>
                    <a:pt x="691" y="115"/>
                    <a:pt x="690" y="111"/>
                  </a:cubicBezTo>
                  <a:cubicBezTo>
                    <a:pt x="690" y="109"/>
                    <a:pt x="689" y="109"/>
                    <a:pt x="688" y="109"/>
                  </a:cubicBezTo>
                  <a:cubicBezTo>
                    <a:pt x="680" y="105"/>
                    <a:pt x="670" y="123"/>
                    <a:pt x="665" y="118"/>
                  </a:cubicBezTo>
                  <a:cubicBezTo>
                    <a:pt x="666" y="112"/>
                    <a:pt x="667" y="106"/>
                    <a:pt x="670" y="102"/>
                  </a:cubicBezTo>
                  <a:cubicBezTo>
                    <a:pt x="675" y="96"/>
                    <a:pt x="690" y="97"/>
                    <a:pt x="695" y="102"/>
                  </a:cubicBezTo>
                  <a:cubicBezTo>
                    <a:pt x="701" y="102"/>
                    <a:pt x="703" y="100"/>
                    <a:pt x="707" y="98"/>
                  </a:cubicBezTo>
                  <a:cubicBezTo>
                    <a:pt x="711" y="95"/>
                    <a:pt x="717" y="94"/>
                    <a:pt x="720" y="90"/>
                  </a:cubicBezTo>
                  <a:cubicBezTo>
                    <a:pt x="720" y="89"/>
                    <a:pt x="720" y="88"/>
                    <a:pt x="720" y="89"/>
                  </a:cubicBezTo>
                  <a:cubicBezTo>
                    <a:pt x="726" y="78"/>
                    <a:pt x="710" y="68"/>
                    <a:pt x="705" y="66"/>
                  </a:cubicBezTo>
                  <a:cubicBezTo>
                    <a:pt x="694" y="63"/>
                    <a:pt x="681" y="76"/>
                    <a:pt x="678" y="81"/>
                  </a:cubicBezTo>
                  <a:cubicBezTo>
                    <a:pt x="670" y="91"/>
                    <a:pt x="657" y="97"/>
                    <a:pt x="649" y="107"/>
                  </a:cubicBezTo>
                  <a:cubicBezTo>
                    <a:pt x="645" y="112"/>
                    <a:pt x="646" y="118"/>
                    <a:pt x="644" y="123"/>
                  </a:cubicBezTo>
                  <a:cubicBezTo>
                    <a:pt x="643" y="127"/>
                    <a:pt x="640" y="131"/>
                    <a:pt x="639" y="133"/>
                  </a:cubicBezTo>
                  <a:cubicBezTo>
                    <a:pt x="632" y="134"/>
                    <a:pt x="625" y="130"/>
                    <a:pt x="623" y="125"/>
                  </a:cubicBezTo>
                  <a:cubicBezTo>
                    <a:pt x="621" y="123"/>
                    <a:pt x="623" y="120"/>
                    <a:pt x="621" y="118"/>
                  </a:cubicBezTo>
                  <a:close/>
                  <a:moveTo>
                    <a:pt x="537" y="94"/>
                  </a:moveTo>
                  <a:cubicBezTo>
                    <a:pt x="538" y="94"/>
                    <a:pt x="540" y="93"/>
                    <a:pt x="540" y="92"/>
                  </a:cubicBezTo>
                  <a:cubicBezTo>
                    <a:pt x="541" y="91"/>
                    <a:pt x="540" y="90"/>
                    <a:pt x="540" y="89"/>
                  </a:cubicBezTo>
                  <a:cubicBezTo>
                    <a:pt x="539" y="90"/>
                    <a:pt x="539" y="90"/>
                    <a:pt x="539" y="90"/>
                  </a:cubicBezTo>
                  <a:cubicBezTo>
                    <a:pt x="538" y="91"/>
                    <a:pt x="538" y="93"/>
                    <a:pt x="537" y="94"/>
                  </a:cubicBezTo>
                  <a:close/>
                  <a:moveTo>
                    <a:pt x="503" y="79"/>
                  </a:moveTo>
                  <a:cubicBezTo>
                    <a:pt x="504" y="80"/>
                    <a:pt x="505" y="81"/>
                    <a:pt x="507" y="79"/>
                  </a:cubicBezTo>
                  <a:cubicBezTo>
                    <a:pt x="507" y="77"/>
                    <a:pt x="508" y="77"/>
                    <a:pt x="508" y="75"/>
                  </a:cubicBezTo>
                  <a:cubicBezTo>
                    <a:pt x="508" y="75"/>
                    <a:pt x="507" y="75"/>
                    <a:pt x="507" y="74"/>
                  </a:cubicBezTo>
                  <a:cubicBezTo>
                    <a:pt x="506" y="75"/>
                    <a:pt x="505" y="75"/>
                    <a:pt x="504" y="75"/>
                  </a:cubicBezTo>
                  <a:cubicBezTo>
                    <a:pt x="504" y="77"/>
                    <a:pt x="504" y="77"/>
                    <a:pt x="503" y="79"/>
                  </a:cubicBezTo>
                  <a:close/>
                  <a:moveTo>
                    <a:pt x="491" y="115"/>
                  </a:moveTo>
                  <a:cubicBezTo>
                    <a:pt x="496" y="117"/>
                    <a:pt x="504" y="111"/>
                    <a:pt x="507" y="108"/>
                  </a:cubicBezTo>
                  <a:cubicBezTo>
                    <a:pt x="506" y="107"/>
                    <a:pt x="506" y="105"/>
                    <a:pt x="506" y="104"/>
                  </a:cubicBezTo>
                  <a:cubicBezTo>
                    <a:pt x="505" y="104"/>
                    <a:pt x="505" y="103"/>
                    <a:pt x="504" y="103"/>
                  </a:cubicBezTo>
                  <a:cubicBezTo>
                    <a:pt x="501" y="105"/>
                    <a:pt x="494" y="109"/>
                    <a:pt x="491" y="113"/>
                  </a:cubicBezTo>
                  <a:cubicBezTo>
                    <a:pt x="491" y="113"/>
                    <a:pt x="491" y="114"/>
                    <a:pt x="491" y="115"/>
                  </a:cubicBezTo>
                  <a:close/>
                  <a:moveTo>
                    <a:pt x="460" y="78"/>
                  </a:moveTo>
                  <a:cubicBezTo>
                    <a:pt x="461" y="79"/>
                    <a:pt x="462" y="79"/>
                    <a:pt x="463" y="79"/>
                  </a:cubicBezTo>
                  <a:cubicBezTo>
                    <a:pt x="466" y="77"/>
                    <a:pt x="468" y="75"/>
                    <a:pt x="470" y="73"/>
                  </a:cubicBezTo>
                  <a:cubicBezTo>
                    <a:pt x="470" y="71"/>
                    <a:pt x="470" y="71"/>
                    <a:pt x="470" y="69"/>
                  </a:cubicBezTo>
                  <a:cubicBezTo>
                    <a:pt x="468" y="69"/>
                    <a:pt x="467" y="70"/>
                    <a:pt x="466" y="70"/>
                  </a:cubicBezTo>
                  <a:cubicBezTo>
                    <a:pt x="464" y="71"/>
                    <a:pt x="461" y="74"/>
                    <a:pt x="460" y="78"/>
                  </a:cubicBezTo>
                  <a:close/>
                  <a:moveTo>
                    <a:pt x="453" y="106"/>
                  </a:moveTo>
                  <a:cubicBezTo>
                    <a:pt x="454" y="106"/>
                    <a:pt x="454" y="106"/>
                    <a:pt x="455" y="106"/>
                  </a:cubicBezTo>
                  <a:cubicBezTo>
                    <a:pt x="457" y="103"/>
                    <a:pt x="473" y="90"/>
                    <a:pt x="469" y="87"/>
                  </a:cubicBezTo>
                  <a:cubicBezTo>
                    <a:pt x="458" y="82"/>
                    <a:pt x="453" y="96"/>
                    <a:pt x="453" y="106"/>
                  </a:cubicBezTo>
                  <a:close/>
                  <a:moveTo>
                    <a:pt x="438" y="93"/>
                  </a:moveTo>
                  <a:cubicBezTo>
                    <a:pt x="439" y="93"/>
                    <a:pt x="440" y="94"/>
                    <a:pt x="440" y="95"/>
                  </a:cubicBezTo>
                  <a:cubicBezTo>
                    <a:pt x="442" y="95"/>
                    <a:pt x="443" y="95"/>
                    <a:pt x="444" y="95"/>
                  </a:cubicBezTo>
                  <a:cubicBezTo>
                    <a:pt x="445" y="94"/>
                    <a:pt x="446" y="93"/>
                    <a:pt x="446" y="92"/>
                  </a:cubicBezTo>
                  <a:cubicBezTo>
                    <a:pt x="445" y="91"/>
                    <a:pt x="444" y="91"/>
                    <a:pt x="444" y="90"/>
                  </a:cubicBezTo>
                  <a:cubicBezTo>
                    <a:pt x="444" y="91"/>
                    <a:pt x="439" y="91"/>
                    <a:pt x="438" y="92"/>
                  </a:cubicBezTo>
                  <a:cubicBezTo>
                    <a:pt x="438" y="92"/>
                    <a:pt x="438" y="92"/>
                    <a:pt x="438" y="93"/>
                  </a:cubicBezTo>
                  <a:close/>
                  <a:moveTo>
                    <a:pt x="425" y="130"/>
                  </a:moveTo>
                  <a:cubicBezTo>
                    <a:pt x="429" y="129"/>
                    <a:pt x="448" y="117"/>
                    <a:pt x="439" y="112"/>
                  </a:cubicBezTo>
                  <a:cubicBezTo>
                    <a:pt x="438" y="112"/>
                    <a:pt x="438" y="112"/>
                    <a:pt x="437" y="112"/>
                  </a:cubicBezTo>
                  <a:cubicBezTo>
                    <a:pt x="435" y="119"/>
                    <a:pt x="428" y="123"/>
                    <a:pt x="425" y="130"/>
                  </a:cubicBezTo>
                  <a:close/>
                  <a:moveTo>
                    <a:pt x="398" y="150"/>
                  </a:moveTo>
                  <a:cubicBezTo>
                    <a:pt x="398" y="144"/>
                    <a:pt x="399" y="138"/>
                    <a:pt x="399" y="133"/>
                  </a:cubicBezTo>
                  <a:cubicBezTo>
                    <a:pt x="403" y="131"/>
                    <a:pt x="426" y="102"/>
                    <a:pt x="429" y="97"/>
                  </a:cubicBezTo>
                  <a:cubicBezTo>
                    <a:pt x="428" y="96"/>
                    <a:pt x="428" y="96"/>
                    <a:pt x="426" y="96"/>
                  </a:cubicBezTo>
                  <a:cubicBezTo>
                    <a:pt x="424" y="97"/>
                    <a:pt x="405" y="104"/>
                    <a:pt x="401" y="101"/>
                  </a:cubicBezTo>
                  <a:cubicBezTo>
                    <a:pt x="400" y="100"/>
                    <a:pt x="400" y="100"/>
                    <a:pt x="400" y="100"/>
                  </a:cubicBezTo>
                  <a:cubicBezTo>
                    <a:pt x="400" y="86"/>
                    <a:pt x="411" y="79"/>
                    <a:pt x="418" y="74"/>
                  </a:cubicBezTo>
                  <a:cubicBezTo>
                    <a:pt x="424" y="70"/>
                    <a:pt x="428" y="65"/>
                    <a:pt x="432" y="60"/>
                  </a:cubicBezTo>
                  <a:cubicBezTo>
                    <a:pt x="437" y="54"/>
                    <a:pt x="450" y="45"/>
                    <a:pt x="453" y="38"/>
                  </a:cubicBezTo>
                  <a:cubicBezTo>
                    <a:pt x="454" y="34"/>
                    <a:pt x="454" y="29"/>
                    <a:pt x="454" y="25"/>
                  </a:cubicBezTo>
                  <a:cubicBezTo>
                    <a:pt x="462" y="22"/>
                    <a:pt x="468" y="24"/>
                    <a:pt x="473" y="28"/>
                  </a:cubicBezTo>
                  <a:cubicBezTo>
                    <a:pt x="468" y="46"/>
                    <a:pt x="437" y="68"/>
                    <a:pt x="423" y="81"/>
                  </a:cubicBezTo>
                  <a:cubicBezTo>
                    <a:pt x="420" y="84"/>
                    <a:pt x="416" y="86"/>
                    <a:pt x="413" y="89"/>
                  </a:cubicBezTo>
                  <a:cubicBezTo>
                    <a:pt x="413" y="90"/>
                    <a:pt x="413" y="90"/>
                    <a:pt x="414" y="90"/>
                  </a:cubicBezTo>
                  <a:cubicBezTo>
                    <a:pt x="419" y="90"/>
                    <a:pt x="426" y="88"/>
                    <a:pt x="430" y="86"/>
                  </a:cubicBezTo>
                  <a:cubicBezTo>
                    <a:pt x="436" y="85"/>
                    <a:pt x="441" y="85"/>
                    <a:pt x="447" y="84"/>
                  </a:cubicBezTo>
                  <a:cubicBezTo>
                    <a:pt x="451" y="81"/>
                    <a:pt x="451" y="77"/>
                    <a:pt x="453" y="73"/>
                  </a:cubicBezTo>
                  <a:cubicBezTo>
                    <a:pt x="457" y="67"/>
                    <a:pt x="460" y="60"/>
                    <a:pt x="466" y="55"/>
                  </a:cubicBezTo>
                  <a:cubicBezTo>
                    <a:pt x="469" y="55"/>
                    <a:pt x="472" y="55"/>
                    <a:pt x="474" y="55"/>
                  </a:cubicBezTo>
                  <a:cubicBezTo>
                    <a:pt x="475" y="57"/>
                    <a:pt x="477" y="58"/>
                    <a:pt x="478" y="59"/>
                  </a:cubicBezTo>
                  <a:cubicBezTo>
                    <a:pt x="481" y="63"/>
                    <a:pt x="483" y="67"/>
                    <a:pt x="485" y="71"/>
                  </a:cubicBezTo>
                  <a:cubicBezTo>
                    <a:pt x="488" y="69"/>
                    <a:pt x="495" y="62"/>
                    <a:pt x="492" y="57"/>
                  </a:cubicBezTo>
                  <a:cubicBezTo>
                    <a:pt x="491" y="54"/>
                    <a:pt x="488" y="53"/>
                    <a:pt x="490" y="49"/>
                  </a:cubicBezTo>
                  <a:cubicBezTo>
                    <a:pt x="490" y="46"/>
                    <a:pt x="498" y="42"/>
                    <a:pt x="502" y="43"/>
                  </a:cubicBezTo>
                  <a:cubicBezTo>
                    <a:pt x="502" y="47"/>
                    <a:pt x="506" y="51"/>
                    <a:pt x="508" y="53"/>
                  </a:cubicBezTo>
                  <a:cubicBezTo>
                    <a:pt x="515" y="55"/>
                    <a:pt x="513" y="47"/>
                    <a:pt x="514" y="43"/>
                  </a:cubicBezTo>
                  <a:cubicBezTo>
                    <a:pt x="517" y="34"/>
                    <a:pt x="512" y="13"/>
                    <a:pt x="524" y="13"/>
                  </a:cubicBezTo>
                  <a:cubicBezTo>
                    <a:pt x="525" y="15"/>
                    <a:pt x="530" y="19"/>
                    <a:pt x="532" y="21"/>
                  </a:cubicBezTo>
                  <a:cubicBezTo>
                    <a:pt x="532" y="21"/>
                    <a:pt x="532" y="21"/>
                    <a:pt x="533" y="21"/>
                  </a:cubicBezTo>
                  <a:cubicBezTo>
                    <a:pt x="535" y="25"/>
                    <a:pt x="536" y="27"/>
                    <a:pt x="539" y="30"/>
                  </a:cubicBezTo>
                  <a:cubicBezTo>
                    <a:pt x="541" y="34"/>
                    <a:pt x="544" y="42"/>
                    <a:pt x="545" y="47"/>
                  </a:cubicBezTo>
                  <a:cubicBezTo>
                    <a:pt x="546" y="51"/>
                    <a:pt x="542" y="54"/>
                    <a:pt x="543" y="59"/>
                  </a:cubicBezTo>
                  <a:cubicBezTo>
                    <a:pt x="546" y="65"/>
                    <a:pt x="553" y="69"/>
                    <a:pt x="556" y="75"/>
                  </a:cubicBezTo>
                  <a:cubicBezTo>
                    <a:pt x="558" y="79"/>
                    <a:pt x="558" y="83"/>
                    <a:pt x="560" y="85"/>
                  </a:cubicBezTo>
                  <a:cubicBezTo>
                    <a:pt x="564" y="89"/>
                    <a:pt x="570" y="91"/>
                    <a:pt x="574" y="95"/>
                  </a:cubicBezTo>
                  <a:cubicBezTo>
                    <a:pt x="574" y="97"/>
                    <a:pt x="574" y="98"/>
                    <a:pt x="574" y="99"/>
                  </a:cubicBezTo>
                  <a:cubicBezTo>
                    <a:pt x="572" y="100"/>
                    <a:pt x="570" y="102"/>
                    <a:pt x="568" y="103"/>
                  </a:cubicBezTo>
                  <a:cubicBezTo>
                    <a:pt x="565" y="105"/>
                    <a:pt x="561" y="104"/>
                    <a:pt x="559" y="105"/>
                  </a:cubicBezTo>
                  <a:cubicBezTo>
                    <a:pt x="552" y="106"/>
                    <a:pt x="543" y="109"/>
                    <a:pt x="539" y="114"/>
                  </a:cubicBezTo>
                  <a:cubicBezTo>
                    <a:pt x="536" y="117"/>
                    <a:pt x="536" y="135"/>
                    <a:pt x="535" y="141"/>
                  </a:cubicBezTo>
                  <a:cubicBezTo>
                    <a:pt x="535" y="143"/>
                    <a:pt x="534" y="145"/>
                    <a:pt x="534" y="148"/>
                  </a:cubicBezTo>
                  <a:cubicBezTo>
                    <a:pt x="532" y="152"/>
                    <a:pt x="531" y="158"/>
                    <a:pt x="530" y="163"/>
                  </a:cubicBezTo>
                  <a:cubicBezTo>
                    <a:pt x="530" y="164"/>
                    <a:pt x="530" y="165"/>
                    <a:pt x="530" y="166"/>
                  </a:cubicBezTo>
                  <a:cubicBezTo>
                    <a:pt x="526" y="174"/>
                    <a:pt x="524" y="181"/>
                    <a:pt x="520" y="187"/>
                  </a:cubicBezTo>
                  <a:cubicBezTo>
                    <a:pt x="520" y="190"/>
                    <a:pt x="520" y="193"/>
                    <a:pt x="520" y="195"/>
                  </a:cubicBezTo>
                  <a:cubicBezTo>
                    <a:pt x="519" y="195"/>
                    <a:pt x="519" y="195"/>
                    <a:pt x="519" y="195"/>
                  </a:cubicBezTo>
                  <a:cubicBezTo>
                    <a:pt x="518" y="193"/>
                    <a:pt x="515" y="191"/>
                    <a:pt x="514" y="189"/>
                  </a:cubicBezTo>
                  <a:cubicBezTo>
                    <a:pt x="511" y="185"/>
                    <a:pt x="511" y="181"/>
                    <a:pt x="509" y="177"/>
                  </a:cubicBezTo>
                  <a:cubicBezTo>
                    <a:pt x="509" y="175"/>
                    <a:pt x="509" y="173"/>
                    <a:pt x="509" y="171"/>
                  </a:cubicBezTo>
                  <a:cubicBezTo>
                    <a:pt x="507" y="163"/>
                    <a:pt x="509" y="147"/>
                    <a:pt x="508" y="135"/>
                  </a:cubicBezTo>
                  <a:cubicBezTo>
                    <a:pt x="507" y="135"/>
                    <a:pt x="506" y="135"/>
                    <a:pt x="507" y="134"/>
                  </a:cubicBezTo>
                  <a:cubicBezTo>
                    <a:pt x="497" y="136"/>
                    <a:pt x="489" y="139"/>
                    <a:pt x="481" y="142"/>
                  </a:cubicBezTo>
                  <a:cubicBezTo>
                    <a:pt x="476" y="142"/>
                    <a:pt x="472" y="143"/>
                    <a:pt x="467" y="143"/>
                  </a:cubicBezTo>
                  <a:cubicBezTo>
                    <a:pt x="462" y="138"/>
                    <a:pt x="463" y="125"/>
                    <a:pt x="465" y="119"/>
                  </a:cubicBezTo>
                  <a:cubicBezTo>
                    <a:pt x="470" y="117"/>
                    <a:pt x="476" y="112"/>
                    <a:pt x="478" y="108"/>
                  </a:cubicBezTo>
                  <a:cubicBezTo>
                    <a:pt x="478" y="107"/>
                    <a:pt x="478" y="105"/>
                    <a:pt x="478" y="104"/>
                  </a:cubicBezTo>
                  <a:cubicBezTo>
                    <a:pt x="484" y="97"/>
                    <a:pt x="492" y="90"/>
                    <a:pt x="488" y="77"/>
                  </a:cubicBezTo>
                  <a:cubicBezTo>
                    <a:pt x="488" y="77"/>
                    <a:pt x="488" y="77"/>
                    <a:pt x="487" y="77"/>
                  </a:cubicBezTo>
                  <a:cubicBezTo>
                    <a:pt x="473" y="87"/>
                    <a:pt x="476" y="96"/>
                    <a:pt x="467" y="109"/>
                  </a:cubicBezTo>
                  <a:cubicBezTo>
                    <a:pt x="461" y="117"/>
                    <a:pt x="456" y="117"/>
                    <a:pt x="452" y="129"/>
                  </a:cubicBezTo>
                  <a:cubicBezTo>
                    <a:pt x="448" y="140"/>
                    <a:pt x="457" y="156"/>
                    <a:pt x="457" y="165"/>
                  </a:cubicBezTo>
                  <a:cubicBezTo>
                    <a:pt x="455" y="165"/>
                    <a:pt x="455" y="167"/>
                    <a:pt x="454" y="167"/>
                  </a:cubicBezTo>
                  <a:cubicBezTo>
                    <a:pt x="452" y="167"/>
                    <a:pt x="452" y="167"/>
                    <a:pt x="450" y="167"/>
                  </a:cubicBezTo>
                  <a:cubicBezTo>
                    <a:pt x="447" y="163"/>
                    <a:pt x="444" y="159"/>
                    <a:pt x="442" y="153"/>
                  </a:cubicBezTo>
                  <a:cubicBezTo>
                    <a:pt x="440" y="149"/>
                    <a:pt x="441" y="145"/>
                    <a:pt x="439" y="141"/>
                  </a:cubicBezTo>
                  <a:cubicBezTo>
                    <a:pt x="438" y="141"/>
                    <a:pt x="438" y="141"/>
                    <a:pt x="437" y="141"/>
                  </a:cubicBezTo>
                  <a:cubicBezTo>
                    <a:pt x="431" y="151"/>
                    <a:pt x="418" y="157"/>
                    <a:pt x="402" y="157"/>
                  </a:cubicBezTo>
                  <a:cubicBezTo>
                    <a:pt x="402" y="156"/>
                    <a:pt x="400" y="155"/>
                    <a:pt x="400" y="155"/>
                  </a:cubicBezTo>
                  <a:cubicBezTo>
                    <a:pt x="398" y="153"/>
                    <a:pt x="398" y="151"/>
                    <a:pt x="398" y="150"/>
                  </a:cubicBezTo>
                  <a:close/>
                  <a:moveTo>
                    <a:pt x="278" y="104"/>
                  </a:moveTo>
                  <a:cubicBezTo>
                    <a:pt x="279" y="106"/>
                    <a:pt x="280" y="109"/>
                    <a:pt x="281" y="111"/>
                  </a:cubicBezTo>
                  <a:cubicBezTo>
                    <a:pt x="282" y="111"/>
                    <a:pt x="282" y="111"/>
                    <a:pt x="282" y="111"/>
                  </a:cubicBezTo>
                  <a:cubicBezTo>
                    <a:pt x="283" y="108"/>
                    <a:pt x="286" y="101"/>
                    <a:pt x="283" y="99"/>
                  </a:cubicBezTo>
                  <a:cubicBezTo>
                    <a:pt x="283" y="99"/>
                    <a:pt x="282" y="99"/>
                    <a:pt x="282" y="98"/>
                  </a:cubicBezTo>
                  <a:cubicBezTo>
                    <a:pt x="281" y="98"/>
                    <a:pt x="280" y="98"/>
                    <a:pt x="279" y="99"/>
                  </a:cubicBezTo>
                  <a:cubicBezTo>
                    <a:pt x="279" y="102"/>
                    <a:pt x="278" y="101"/>
                    <a:pt x="278" y="104"/>
                  </a:cubicBezTo>
                  <a:close/>
                  <a:moveTo>
                    <a:pt x="257" y="97"/>
                  </a:moveTo>
                  <a:cubicBezTo>
                    <a:pt x="257" y="97"/>
                    <a:pt x="257" y="98"/>
                    <a:pt x="257" y="99"/>
                  </a:cubicBezTo>
                  <a:cubicBezTo>
                    <a:pt x="258" y="99"/>
                    <a:pt x="258" y="99"/>
                    <a:pt x="258" y="99"/>
                  </a:cubicBezTo>
                  <a:cubicBezTo>
                    <a:pt x="258" y="99"/>
                    <a:pt x="259" y="99"/>
                    <a:pt x="259" y="99"/>
                  </a:cubicBezTo>
                  <a:cubicBezTo>
                    <a:pt x="260" y="98"/>
                    <a:pt x="260" y="97"/>
                    <a:pt x="261" y="97"/>
                  </a:cubicBezTo>
                  <a:cubicBezTo>
                    <a:pt x="261" y="95"/>
                    <a:pt x="261" y="95"/>
                    <a:pt x="260" y="93"/>
                  </a:cubicBezTo>
                  <a:cubicBezTo>
                    <a:pt x="260" y="93"/>
                    <a:pt x="260" y="93"/>
                    <a:pt x="260" y="93"/>
                  </a:cubicBezTo>
                  <a:cubicBezTo>
                    <a:pt x="259" y="93"/>
                    <a:pt x="259" y="93"/>
                    <a:pt x="259" y="93"/>
                  </a:cubicBezTo>
                  <a:cubicBezTo>
                    <a:pt x="258" y="94"/>
                    <a:pt x="258" y="95"/>
                    <a:pt x="257" y="97"/>
                  </a:cubicBezTo>
                  <a:close/>
                  <a:moveTo>
                    <a:pt x="236" y="104"/>
                  </a:moveTo>
                  <a:cubicBezTo>
                    <a:pt x="236" y="105"/>
                    <a:pt x="237" y="105"/>
                    <a:pt x="238" y="105"/>
                  </a:cubicBezTo>
                  <a:cubicBezTo>
                    <a:pt x="241" y="104"/>
                    <a:pt x="242" y="102"/>
                    <a:pt x="245" y="100"/>
                  </a:cubicBezTo>
                  <a:cubicBezTo>
                    <a:pt x="245" y="99"/>
                    <a:pt x="245" y="98"/>
                    <a:pt x="245" y="97"/>
                  </a:cubicBezTo>
                  <a:cubicBezTo>
                    <a:pt x="244" y="97"/>
                    <a:pt x="244" y="97"/>
                    <a:pt x="244" y="97"/>
                  </a:cubicBezTo>
                  <a:cubicBezTo>
                    <a:pt x="244" y="97"/>
                    <a:pt x="243" y="97"/>
                    <a:pt x="242" y="97"/>
                  </a:cubicBezTo>
                  <a:cubicBezTo>
                    <a:pt x="240" y="99"/>
                    <a:pt x="238" y="101"/>
                    <a:pt x="236" y="104"/>
                  </a:cubicBezTo>
                  <a:close/>
                  <a:moveTo>
                    <a:pt x="216" y="151"/>
                  </a:moveTo>
                  <a:cubicBezTo>
                    <a:pt x="217" y="152"/>
                    <a:pt x="225" y="157"/>
                    <a:pt x="226" y="158"/>
                  </a:cubicBezTo>
                  <a:cubicBezTo>
                    <a:pt x="230" y="159"/>
                    <a:pt x="253" y="155"/>
                    <a:pt x="254" y="154"/>
                  </a:cubicBezTo>
                  <a:cubicBezTo>
                    <a:pt x="254" y="153"/>
                    <a:pt x="253" y="151"/>
                    <a:pt x="252" y="149"/>
                  </a:cubicBezTo>
                  <a:cubicBezTo>
                    <a:pt x="253" y="149"/>
                    <a:pt x="253" y="149"/>
                    <a:pt x="253" y="149"/>
                  </a:cubicBezTo>
                  <a:cubicBezTo>
                    <a:pt x="259" y="147"/>
                    <a:pt x="266" y="162"/>
                    <a:pt x="274" y="147"/>
                  </a:cubicBezTo>
                  <a:cubicBezTo>
                    <a:pt x="280" y="149"/>
                    <a:pt x="289" y="157"/>
                    <a:pt x="296" y="153"/>
                  </a:cubicBezTo>
                  <a:cubicBezTo>
                    <a:pt x="309" y="147"/>
                    <a:pt x="312" y="126"/>
                    <a:pt x="312" y="104"/>
                  </a:cubicBezTo>
                  <a:cubicBezTo>
                    <a:pt x="312" y="97"/>
                    <a:pt x="313" y="86"/>
                    <a:pt x="310" y="81"/>
                  </a:cubicBezTo>
                  <a:cubicBezTo>
                    <a:pt x="310" y="78"/>
                    <a:pt x="310" y="75"/>
                    <a:pt x="310" y="73"/>
                  </a:cubicBezTo>
                  <a:cubicBezTo>
                    <a:pt x="310" y="67"/>
                    <a:pt x="310" y="56"/>
                    <a:pt x="308" y="51"/>
                  </a:cubicBezTo>
                  <a:cubicBezTo>
                    <a:pt x="308" y="49"/>
                    <a:pt x="307" y="45"/>
                    <a:pt x="307" y="43"/>
                  </a:cubicBezTo>
                  <a:cubicBezTo>
                    <a:pt x="305" y="35"/>
                    <a:pt x="304" y="27"/>
                    <a:pt x="301" y="21"/>
                  </a:cubicBezTo>
                  <a:cubicBezTo>
                    <a:pt x="270" y="17"/>
                    <a:pt x="248" y="27"/>
                    <a:pt x="235" y="46"/>
                  </a:cubicBezTo>
                  <a:cubicBezTo>
                    <a:pt x="232" y="50"/>
                    <a:pt x="222" y="63"/>
                    <a:pt x="225" y="70"/>
                  </a:cubicBezTo>
                  <a:cubicBezTo>
                    <a:pt x="233" y="70"/>
                    <a:pt x="243" y="58"/>
                    <a:pt x="249" y="54"/>
                  </a:cubicBezTo>
                  <a:cubicBezTo>
                    <a:pt x="250" y="54"/>
                    <a:pt x="254" y="53"/>
                    <a:pt x="254" y="53"/>
                  </a:cubicBezTo>
                  <a:cubicBezTo>
                    <a:pt x="280" y="51"/>
                    <a:pt x="264" y="71"/>
                    <a:pt x="264" y="83"/>
                  </a:cubicBezTo>
                  <a:cubicBezTo>
                    <a:pt x="268" y="85"/>
                    <a:pt x="278" y="95"/>
                    <a:pt x="284" y="92"/>
                  </a:cubicBezTo>
                  <a:cubicBezTo>
                    <a:pt x="284" y="91"/>
                    <a:pt x="285" y="90"/>
                    <a:pt x="286" y="90"/>
                  </a:cubicBezTo>
                  <a:cubicBezTo>
                    <a:pt x="293" y="90"/>
                    <a:pt x="311" y="103"/>
                    <a:pt x="302" y="112"/>
                  </a:cubicBezTo>
                  <a:cubicBezTo>
                    <a:pt x="299" y="115"/>
                    <a:pt x="294" y="117"/>
                    <a:pt x="290" y="120"/>
                  </a:cubicBezTo>
                  <a:cubicBezTo>
                    <a:pt x="285" y="123"/>
                    <a:pt x="280" y="129"/>
                    <a:pt x="274" y="133"/>
                  </a:cubicBezTo>
                  <a:cubicBezTo>
                    <a:pt x="274" y="133"/>
                    <a:pt x="272" y="133"/>
                    <a:pt x="273" y="134"/>
                  </a:cubicBezTo>
                  <a:cubicBezTo>
                    <a:pt x="268" y="137"/>
                    <a:pt x="260" y="139"/>
                    <a:pt x="254" y="143"/>
                  </a:cubicBezTo>
                  <a:cubicBezTo>
                    <a:pt x="251" y="145"/>
                    <a:pt x="243" y="143"/>
                    <a:pt x="240" y="143"/>
                  </a:cubicBezTo>
                  <a:cubicBezTo>
                    <a:pt x="238" y="140"/>
                    <a:pt x="232" y="133"/>
                    <a:pt x="236" y="127"/>
                  </a:cubicBezTo>
                  <a:cubicBezTo>
                    <a:pt x="237" y="124"/>
                    <a:pt x="242" y="120"/>
                    <a:pt x="244" y="119"/>
                  </a:cubicBezTo>
                  <a:cubicBezTo>
                    <a:pt x="244" y="116"/>
                    <a:pt x="243" y="116"/>
                    <a:pt x="241" y="116"/>
                  </a:cubicBezTo>
                  <a:cubicBezTo>
                    <a:pt x="238" y="121"/>
                    <a:pt x="227" y="110"/>
                    <a:pt x="226" y="108"/>
                  </a:cubicBezTo>
                  <a:cubicBezTo>
                    <a:pt x="226" y="105"/>
                    <a:pt x="226" y="102"/>
                    <a:pt x="226" y="99"/>
                  </a:cubicBezTo>
                  <a:cubicBezTo>
                    <a:pt x="229" y="98"/>
                    <a:pt x="231" y="95"/>
                    <a:pt x="234" y="93"/>
                  </a:cubicBezTo>
                  <a:cubicBezTo>
                    <a:pt x="242" y="89"/>
                    <a:pt x="256" y="87"/>
                    <a:pt x="252" y="74"/>
                  </a:cubicBezTo>
                  <a:cubicBezTo>
                    <a:pt x="252" y="74"/>
                    <a:pt x="251" y="74"/>
                    <a:pt x="250" y="74"/>
                  </a:cubicBezTo>
                  <a:cubicBezTo>
                    <a:pt x="246" y="78"/>
                    <a:pt x="227" y="77"/>
                    <a:pt x="223" y="83"/>
                  </a:cubicBezTo>
                  <a:cubicBezTo>
                    <a:pt x="220" y="86"/>
                    <a:pt x="223" y="93"/>
                    <a:pt x="221" y="97"/>
                  </a:cubicBezTo>
                  <a:cubicBezTo>
                    <a:pt x="219" y="97"/>
                    <a:pt x="220" y="103"/>
                    <a:pt x="218" y="105"/>
                  </a:cubicBezTo>
                  <a:cubicBezTo>
                    <a:pt x="214" y="114"/>
                    <a:pt x="219" y="132"/>
                    <a:pt x="217" y="141"/>
                  </a:cubicBezTo>
                  <a:cubicBezTo>
                    <a:pt x="217" y="144"/>
                    <a:pt x="216" y="149"/>
                    <a:pt x="216" y="151"/>
                  </a:cubicBezTo>
                  <a:close/>
                  <a:moveTo>
                    <a:pt x="197" y="154"/>
                  </a:moveTo>
                  <a:cubicBezTo>
                    <a:pt x="197" y="141"/>
                    <a:pt x="202" y="127"/>
                    <a:pt x="205" y="115"/>
                  </a:cubicBezTo>
                  <a:cubicBezTo>
                    <a:pt x="205" y="113"/>
                    <a:pt x="205" y="110"/>
                    <a:pt x="205" y="107"/>
                  </a:cubicBezTo>
                  <a:cubicBezTo>
                    <a:pt x="205" y="93"/>
                    <a:pt x="199" y="79"/>
                    <a:pt x="201" y="66"/>
                  </a:cubicBezTo>
                  <a:cubicBezTo>
                    <a:pt x="205" y="39"/>
                    <a:pt x="229" y="25"/>
                    <a:pt x="252" y="17"/>
                  </a:cubicBezTo>
                  <a:cubicBezTo>
                    <a:pt x="261" y="15"/>
                    <a:pt x="289" y="6"/>
                    <a:pt x="300" y="13"/>
                  </a:cubicBezTo>
                  <a:cubicBezTo>
                    <a:pt x="302" y="13"/>
                    <a:pt x="306" y="13"/>
                    <a:pt x="308" y="15"/>
                  </a:cubicBezTo>
                  <a:cubicBezTo>
                    <a:pt x="330" y="29"/>
                    <a:pt x="324" y="79"/>
                    <a:pt x="325" y="113"/>
                  </a:cubicBezTo>
                  <a:cubicBezTo>
                    <a:pt x="325" y="129"/>
                    <a:pt x="328" y="154"/>
                    <a:pt x="320" y="163"/>
                  </a:cubicBezTo>
                  <a:cubicBezTo>
                    <a:pt x="318" y="166"/>
                    <a:pt x="294" y="183"/>
                    <a:pt x="287" y="179"/>
                  </a:cubicBezTo>
                  <a:cubicBezTo>
                    <a:pt x="280" y="175"/>
                    <a:pt x="274" y="165"/>
                    <a:pt x="264" y="164"/>
                  </a:cubicBezTo>
                  <a:cubicBezTo>
                    <a:pt x="261" y="163"/>
                    <a:pt x="257" y="167"/>
                    <a:pt x="254" y="168"/>
                  </a:cubicBezTo>
                  <a:cubicBezTo>
                    <a:pt x="252" y="169"/>
                    <a:pt x="230" y="173"/>
                    <a:pt x="226" y="171"/>
                  </a:cubicBezTo>
                  <a:cubicBezTo>
                    <a:pt x="221" y="170"/>
                    <a:pt x="220" y="167"/>
                    <a:pt x="216" y="164"/>
                  </a:cubicBezTo>
                  <a:cubicBezTo>
                    <a:pt x="216" y="164"/>
                    <a:pt x="216" y="164"/>
                    <a:pt x="216" y="164"/>
                  </a:cubicBezTo>
                  <a:cubicBezTo>
                    <a:pt x="213" y="166"/>
                    <a:pt x="211" y="170"/>
                    <a:pt x="206" y="170"/>
                  </a:cubicBezTo>
                  <a:cubicBezTo>
                    <a:pt x="204" y="168"/>
                    <a:pt x="202" y="166"/>
                    <a:pt x="201" y="164"/>
                  </a:cubicBezTo>
                  <a:cubicBezTo>
                    <a:pt x="199" y="161"/>
                    <a:pt x="199" y="158"/>
                    <a:pt x="197" y="154"/>
                  </a:cubicBezTo>
                  <a:close/>
                  <a:moveTo>
                    <a:pt x="83" y="79"/>
                  </a:moveTo>
                  <a:cubicBezTo>
                    <a:pt x="84" y="83"/>
                    <a:pt x="84" y="85"/>
                    <a:pt x="85" y="87"/>
                  </a:cubicBezTo>
                  <a:cubicBezTo>
                    <a:pt x="92" y="84"/>
                    <a:pt x="115" y="69"/>
                    <a:pt x="116" y="62"/>
                  </a:cubicBezTo>
                  <a:cubicBezTo>
                    <a:pt x="116" y="62"/>
                    <a:pt x="116" y="62"/>
                    <a:pt x="115" y="62"/>
                  </a:cubicBezTo>
                  <a:cubicBezTo>
                    <a:pt x="111" y="60"/>
                    <a:pt x="105" y="62"/>
                    <a:pt x="101" y="63"/>
                  </a:cubicBezTo>
                  <a:cubicBezTo>
                    <a:pt x="98" y="63"/>
                    <a:pt x="96" y="63"/>
                    <a:pt x="93" y="63"/>
                  </a:cubicBezTo>
                  <a:cubicBezTo>
                    <a:pt x="84" y="65"/>
                    <a:pt x="82" y="70"/>
                    <a:pt x="83" y="79"/>
                  </a:cubicBezTo>
                  <a:close/>
                  <a:moveTo>
                    <a:pt x="32" y="97"/>
                  </a:moveTo>
                  <a:cubicBezTo>
                    <a:pt x="36" y="101"/>
                    <a:pt x="36" y="104"/>
                    <a:pt x="36" y="112"/>
                  </a:cubicBezTo>
                  <a:cubicBezTo>
                    <a:pt x="38" y="113"/>
                    <a:pt x="38" y="113"/>
                    <a:pt x="38" y="114"/>
                  </a:cubicBezTo>
                  <a:cubicBezTo>
                    <a:pt x="41" y="114"/>
                    <a:pt x="44" y="114"/>
                    <a:pt x="46" y="113"/>
                  </a:cubicBezTo>
                  <a:cubicBezTo>
                    <a:pt x="47" y="111"/>
                    <a:pt x="50" y="108"/>
                    <a:pt x="50" y="106"/>
                  </a:cubicBezTo>
                  <a:cubicBezTo>
                    <a:pt x="52" y="100"/>
                    <a:pt x="53" y="86"/>
                    <a:pt x="49" y="83"/>
                  </a:cubicBezTo>
                  <a:cubicBezTo>
                    <a:pt x="49" y="83"/>
                    <a:pt x="49" y="82"/>
                    <a:pt x="48" y="82"/>
                  </a:cubicBezTo>
                  <a:cubicBezTo>
                    <a:pt x="42" y="82"/>
                    <a:pt x="34" y="89"/>
                    <a:pt x="32" y="94"/>
                  </a:cubicBezTo>
                  <a:cubicBezTo>
                    <a:pt x="32" y="95"/>
                    <a:pt x="32" y="96"/>
                    <a:pt x="32" y="97"/>
                  </a:cubicBezTo>
                  <a:close/>
                  <a:moveTo>
                    <a:pt x="3" y="66"/>
                  </a:moveTo>
                  <a:cubicBezTo>
                    <a:pt x="9" y="66"/>
                    <a:pt x="12" y="70"/>
                    <a:pt x="14" y="73"/>
                  </a:cubicBezTo>
                  <a:cubicBezTo>
                    <a:pt x="16" y="73"/>
                    <a:pt x="18" y="73"/>
                    <a:pt x="19" y="73"/>
                  </a:cubicBezTo>
                  <a:cubicBezTo>
                    <a:pt x="22" y="71"/>
                    <a:pt x="24" y="69"/>
                    <a:pt x="26" y="67"/>
                  </a:cubicBezTo>
                  <a:cubicBezTo>
                    <a:pt x="31" y="64"/>
                    <a:pt x="38" y="63"/>
                    <a:pt x="44" y="60"/>
                  </a:cubicBezTo>
                  <a:cubicBezTo>
                    <a:pt x="48" y="57"/>
                    <a:pt x="51" y="59"/>
                    <a:pt x="54" y="55"/>
                  </a:cubicBezTo>
                  <a:cubicBezTo>
                    <a:pt x="57" y="47"/>
                    <a:pt x="51" y="40"/>
                    <a:pt x="54" y="31"/>
                  </a:cubicBezTo>
                  <a:cubicBezTo>
                    <a:pt x="55" y="26"/>
                    <a:pt x="56" y="23"/>
                    <a:pt x="57" y="17"/>
                  </a:cubicBezTo>
                  <a:cubicBezTo>
                    <a:pt x="57" y="17"/>
                    <a:pt x="56" y="5"/>
                    <a:pt x="58" y="7"/>
                  </a:cubicBezTo>
                  <a:cubicBezTo>
                    <a:pt x="58" y="6"/>
                    <a:pt x="58" y="6"/>
                    <a:pt x="59" y="6"/>
                  </a:cubicBezTo>
                  <a:cubicBezTo>
                    <a:pt x="69" y="5"/>
                    <a:pt x="83" y="21"/>
                    <a:pt x="92" y="27"/>
                  </a:cubicBezTo>
                  <a:cubicBezTo>
                    <a:pt x="92" y="35"/>
                    <a:pt x="89" y="43"/>
                    <a:pt x="90" y="51"/>
                  </a:cubicBezTo>
                  <a:cubicBezTo>
                    <a:pt x="100" y="55"/>
                    <a:pt x="115" y="50"/>
                    <a:pt x="126" y="48"/>
                  </a:cubicBezTo>
                  <a:cubicBezTo>
                    <a:pt x="130" y="48"/>
                    <a:pt x="134" y="48"/>
                    <a:pt x="138" y="49"/>
                  </a:cubicBezTo>
                  <a:cubicBezTo>
                    <a:pt x="140" y="50"/>
                    <a:pt x="142" y="53"/>
                    <a:pt x="144" y="53"/>
                  </a:cubicBezTo>
                  <a:cubicBezTo>
                    <a:pt x="144" y="53"/>
                    <a:pt x="144" y="55"/>
                    <a:pt x="144" y="55"/>
                  </a:cubicBezTo>
                  <a:cubicBezTo>
                    <a:pt x="140" y="59"/>
                    <a:pt x="136" y="64"/>
                    <a:pt x="133" y="68"/>
                  </a:cubicBezTo>
                  <a:cubicBezTo>
                    <a:pt x="130" y="71"/>
                    <a:pt x="120" y="76"/>
                    <a:pt x="114" y="79"/>
                  </a:cubicBezTo>
                  <a:cubicBezTo>
                    <a:pt x="110" y="82"/>
                    <a:pt x="104" y="83"/>
                    <a:pt x="104" y="90"/>
                  </a:cubicBezTo>
                  <a:cubicBezTo>
                    <a:pt x="105" y="91"/>
                    <a:pt x="106" y="91"/>
                    <a:pt x="106" y="92"/>
                  </a:cubicBezTo>
                  <a:cubicBezTo>
                    <a:pt x="114" y="95"/>
                    <a:pt x="125" y="91"/>
                    <a:pt x="128" y="99"/>
                  </a:cubicBezTo>
                  <a:cubicBezTo>
                    <a:pt x="129" y="101"/>
                    <a:pt x="130" y="103"/>
                    <a:pt x="129" y="105"/>
                  </a:cubicBezTo>
                  <a:cubicBezTo>
                    <a:pt x="124" y="112"/>
                    <a:pt x="112" y="106"/>
                    <a:pt x="105" y="111"/>
                  </a:cubicBezTo>
                  <a:cubicBezTo>
                    <a:pt x="99" y="115"/>
                    <a:pt x="94" y="120"/>
                    <a:pt x="89" y="124"/>
                  </a:cubicBezTo>
                  <a:cubicBezTo>
                    <a:pt x="84" y="127"/>
                    <a:pt x="79" y="125"/>
                    <a:pt x="76" y="130"/>
                  </a:cubicBezTo>
                  <a:cubicBezTo>
                    <a:pt x="72" y="136"/>
                    <a:pt x="76" y="147"/>
                    <a:pt x="74" y="153"/>
                  </a:cubicBezTo>
                  <a:cubicBezTo>
                    <a:pt x="74" y="155"/>
                    <a:pt x="73" y="156"/>
                    <a:pt x="73" y="157"/>
                  </a:cubicBezTo>
                  <a:cubicBezTo>
                    <a:pt x="64" y="159"/>
                    <a:pt x="66" y="177"/>
                    <a:pt x="59" y="183"/>
                  </a:cubicBezTo>
                  <a:cubicBezTo>
                    <a:pt x="57" y="172"/>
                    <a:pt x="50" y="162"/>
                    <a:pt x="48" y="152"/>
                  </a:cubicBezTo>
                  <a:cubicBezTo>
                    <a:pt x="48" y="147"/>
                    <a:pt x="50" y="142"/>
                    <a:pt x="46" y="139"/>
                  </a:cubicBezTo>
                  <a:cubicBezTo>
                    <a:pt x="44" y="138"/>
                    <a:pt x="40" y="139"/>
                    <a:pt x="38" y="138"/>
                  </a:cubicBezTo>
                  <a:cubicBezTo>
                    <a:pt x="36" y="132"/>
                    <a:pt x="34" y="123"/>
                    <a:pt x="26" y="121"/>
                  </a:cubicBezTo>
                  <a:cubicBezTo>
                    <a:pt x="23" y="120"/>
                    <a:pt x="22" y="122"/>
                    <a:pt x="17" y="122"/>
                  </a:cubicBezTo>
                  <a:cubicBezTo>
                    <a:pt x="16" y="120"/>
                    <a:pt x="15" y="116"/>
                    <a:pt x="14" y="114"/>
                  </a:cubicBezTo>
                  <a:cubicBezTo>
                    <a:pt x="12" y="111"/>
                    <a:pt x="7" y="110"/>
                    <a:pt x="5" y="107"/>
                  </a:cubicBezTo>
                  <a:cubicBezTo>
                    <a:pt x="5" y="107"/>
                    <a:pt x="5" y="107"/>
                    <a:pt x="5" y="107"/>
                  </a:cubicBezTo>
                  <a:cubicBezTo>
                    <a:pt x="3" y="102"/>
                    <a:pt x="5" y="99"/>
                    <a:pt x="4" y="96"/>
                  </a:cubicBezTo>
                  <a:cubicBezTo>
                    <a:pt x="4" y="94"/>
                    <a:pt x="1" y="93"/>
                    <a:pt x="0" y="90"/>
                  </a:cubicBezTo>
                  <a:cubicBezTo>
                    <a:pt x="4" y="85"/>
                    <a:pt x="3" y="76"/>
                    <a:pt x="3" y="6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4" name="Freeform 37"/>
            <p:cNvSpPr>
              <a:spLocks noEditPoints="1"/>
            </p:cNvSpPr>
            <p:nvPr userDrawn="1"/>
          </p:nvSpPr>
          <p:spPr bwMode="auto">
            <a:xfrm>
              <a:off x="8797988" y="4643741"/>
              <a:ext cx="334963" cy="325438"/>
            </a:xfrm>
            <a:custGeom>
              <a:avLst/>
              <a:gdLst>
                <a:gd name="T0" fmla="*/ 218 w 225"/>
                <a:gd name="T1" fmla="*/ 76 h 216"/>
                <a:gd name="T2" fmla="*/ 170 w 225"/>
                <a:gd name="T3" fmla="*/ 32 h 216"/>
                <a:gd name="T4" fmla="*/ 113 w 225"/>
                <a:gd name="T5" fmla="*/ 0 h 216"/>
                <a:gd name="T6" fmla="*/ 56 w 225"/>
                <a:gd name="T7" fmla="*/ 32 h 216"/>
                <a:gd name="T8" fmla="*/ 8 w 225"/>
                <a:gd name="T9" fmla="*/ 76 h 216"/>
                <a:gd name="T10" fmla="*/ 21 w 225"/>
                <a:gd name="T11" fmla="*/ 140 h 216"/>
                <a:gd name="T12" fmla="*/ 48 w 225"/>
                <a:gd name="T13" fmla="*/ 200 h 216"/>
                <a:gd name="T14" fmla="*/ 112 w 225"/>
                <a:gd name="T15" fmla="*/ 207 h 216"/>
                <a:gd name="T16" fmla="*/ 177 w 225"/>
                <a:gd name="T17" fmla="*/ 200 h 216"/>
                <a:gd name="T18" fmla="*/ 204 w 225"/>
                <a:gd name="T19" fmla="*/ 140 h 216"/>
                <a:gd name="T20" fmla="*/ 218 w 225"/>
                <a:gd name="T21" fmla="*/ 76 h 216"/>
                <a:gd name="T22" fmla="*/ 113 w 225"/>
                <a:gd name="T23" fmla="*/ 201 h 216"/>
                <a:gd name="T24" fmla="*/ 22 w 225"/>
                <a:gd name="T25" fmla="*/ 110 h 216"/>
                <a:gd name="T26" fmla="*/ 113 w 225"/>
                <a:gd name="T27" fmla="*/ 20 h 216"/>
                <a:gd name="T28" fmla="*/ 204 w 225"/>
                <a:gd name="T29" fmla="*/ 111 h 216"/>
                <a:gd name="T30" fmla="*/ 113 w 225"/>
                <a:gd name="T31" fmla="*/ 201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25" h="216">
                  <a:moveTo>
                    <a:pt x="218" y="76"/>
                  </a:moveTo>
                  <a:cubicBezTo>
                    <a:pt x="210" y="53"/>
                    <a:pt x="191" y="37"/>
                    <a:pt x="170" y="32"/>
                  </a:cubicBezTo>
                  <a:cubicBezTo>
                    <a:pt x="158" y="13"/>
                    <a:pt x="137" y="0"/>
                    <a:pt x="113" y="0"/>
                  </a:cubicBezTo>
                  <a:cubicBezTo>
                    <a:pt x="89" y="0"/>
                    <a:pt x="68" y="13"/>
                    <a:pt x="56" y="32"/>
                  </a:cubicBezTo>
                  <a:cubicBezTo>
                    <a:pt x="34" y="37"/>
                    <a:pt x="15" y="53"/>
                    <a:pt x="8" y="76"/>
                  </a:cubicBezTo>
                  <a:cubicBezTo>
                    <a:pt x="0" y="99"/>
                    <a:pt x="6" y="123"/>
                    <a:pt x="21" y="140"/>
                  </a:cubicBezTo>
                  <a:cubicBezTo>
                    <a:pt x="18" y="163"/>
                    <a:pt x="28" y="185"/>
                    <a:pt x="48" y="200"/>
                  </a:cubicBezTo>
                  <a:cubicBezTo>
                    <a:pt x="67" y="214"/>
                    <a:pt x="92" y="216"/>
                    <a:pt x="112" y="207"/>
                  </a:cubicBezTo>
                  <a:cubicBezTo>
                    <a:pt x="133" y="216"/>
                    <a:pt x="158" y="214"/>
                    <a:pt x="177" y="200"/>
                  </a:cubicBezTo>
                  <a:cubicBezTo>
                    <a:pt x="197" y="186"/>
                    <a:pt x="206" y="163"/>
                    <a:pt x="204" y="140"/>
                  </a:cubicBezTo>
                  <a:cubicBezTo>
                    <a:pt x="220" y="123"/>
                    <a:pt x="225" y="99"/>
                    <a:pt x="218" y="76"/>
                  </a:cubicBezTo>
                  <a:close/>
                  <a:moveTo>
                    <a:pt x="113" y="201"/>
                  </a:moveTo>
                  <a:cubicBezTo>
                    <a:pt x="63" y="201"/>
                    <a:pt x="22" y="160"/>
                    <a:pt x="22" y="110"/>
                  </a:cubicBezTo>
                  <a:cubicBezTo>
                    <a:pt x="22" y="60"/>
                    <a:pt x="62" y="20"/>
                    <a:pt x="113" y="20"/>
                  </a:cubicBezTo>
                  <a:cubicBezTo>
                    <a:pt x="163" y="20"/>
                    <a:pt x="204" y="61"/>
                    <a:pt x="204" y="111"/>
                  </a:cubicBezTo>
                  <a:cubicBezTo>
                    <a:pt x="204" y="161"/>
                    <a:pt x="163" y="201"/>
                    <a:pt x="113" y="2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5" name="Freeform 38"/>
            <p:cNvSpPr>
              <a:spLocks noEditPoints="1"/>
            </p:cNvSpPr>
            <p:nvPr userDrawn="1"/>
          </p:nvSpPr>
          <p:spPr bwMode="auto">
            <a:xfrm>
              <a:off x="8872600" y="4775504"/>
              <a:ext cx="84138" cy="26988"/>
            </a:xfrm>
            <a:custGeom>
              <a:avLst/>
              <a:gdLst>
                <a:gd name="T0" fmla="*/ 4 w 56"/>
                <a:gd name="T1" fmla="*/ 17 h 18"/>
                <a:gd name="T2" fmla="*/ 0 w 56"/>
                <a:gd name="T3" fmla="*/ 7 h 18"/>
                <a:gd name="T4" fmla="*/ 3 w 56"/>
                <a:gd name="T5" fmla="*/ 2 h 18"/>
                <a:gd name="T6" fmla="*/ 8 w 56"/>
                <a:gd name="T7" fmla="*/ 0 h 18"/>
                <a:gd name="T8" fmla="*/ 15 w 56"/>
                <a:gd name="T9" fmla="*/ 13 h 18"/>
                <a:gd name="T10" fmla="*/ 19 w 56"/>
                <a:gd name="T11" fmla="*/ 14 h 18"/>
                <a:gd name="T12" fmla="*/ 22 w 56"/>
                <a:gd name="T13" fmla="*/ 14 h 18"/>
                <a:gd name="T14" fmla="*/ 20 w 56"/>
                <a:gd name="T15" fmla="*/ 12 h 18"/>
                <a:gd name="T16" fmla="*/ 14 w 56"/>
                <a:gd name="T17" fmla="*/ 6 h 18"/>
                <a:gd name="T18" fmla="*/ 20 w 56"/>
                <a:gd name="T19" fmla="*/ 0 h 18"/>
                <a:gd name="T20" fmla="*/ 26 w 56"/>
                <a:gd name="T21" fmla="*/ 8 h 18"/>
                <a:gd name="T22" fmla="*/ 19 w 56"/>
                <a:gd name="T23" fmla="*/ 18 h 18"/>
                <a:gd name="T24" fmla="*/ 15 w 56"/>
                <a:gd name="T25" fmla="*/ 13 h 18"/>
                <a:gd name="T26" fmla="*/ 22 w 56"/>
                <a:gd name="T27" fmla="*/ 3 h 18"/>
                <a:gd name="T28" fmla="*/ 18 w 56"/>
                <a:gd name="T29" fmla="*/ 3 h 18"/>
                <a:gd name="T30" fmla="*/ 18 w 56"/>
                <a:gd name="T31" fmla="*/ 8 h 18"/>
                <a:gd name="T32" fmla="*/ 22 w 56"/>
                <a:gd name="T33" fmla="*/ 8 h 18"/>
                <a:gd name="T34" fmla="*/ 30 w 56"/>
                <a:gd name="T35" fmla="*/ 13 h 18"/>
                <a:gd name="T36" fmla="*/ 34 w 56"/>
                <a:gd name="T37" fmla="*/ 14 h 18"/>
                <a:gd name="T38" fmla="*/ 38 w 56"/>
                <a:gd name="T39" fmla="*/ 14 h 18"/>
                <a:gd name="T40" fmla="*/ 38 w 56"/>
                <a:gd name="T41" fmla="*/ 9 h 18"/>
                <a:gd name="T42" fmla="*/ 33 w 56"/>
                <a:gd name="T43" fmla="*/ 10 h 18"/>
                <a:gd name="T44" fmla="*/ 32 w 56"/>
                <a:gd name="T45" fmla="*/ 0 h 18"/>
                <a:gd name="T46" fmla="*/ 41 w 56"/>
                <a:gd name="T47" fmla="*/ 3 h 18"/>
                <a:gd name="T48" fmla="*/ 34 w 56"/>
                <a:gd name="T49" fmla="*/ 6 h 18"/>
                <a:gd name="T50" fmla="*/ 41 w 56"/>
                <a:gd name="T51" fmla="*/ 8 h 18"/>
                <a:gd name="T52" fmla="*/ 41 w 56"/>
                <a:gd name="T53" fmla="*/ 16 h 18"/>
                <a:gd name="T54" fmla="*/ 32 w 56"/>
                <a:gd name="T55" fmla="*/ 17 h 18"/>
                <a:gd name="T56" fmla="*/ 48 w 56"/>
                <a:gd name="T57" fmla="*/ 8 h 18"/>
                <a:gd name="T58" fmla="*/ 45 w 56"/>
                <a:gd name="T59" fmla="*/ 4 h 18"/>
                <a:gd name="T60" fmla="*/ 50 w 56"/>
                <a:gd name="T61" fmla="*/ 0 h 18"/>
                <a:gd name="T62" fmla="*/ 56 w 56"/>
                <a:gd name="T63" fmla="*/ 4 h 18"/>
                <a:gd name="T64" fmla="*/ 53 w 56"/>
                <a:gd name="T65" fmla="*/ 8 h 18"/>
                <a:gd name="T66" fmla="*/ 56 w 56"/>
                <a:gd name="T67" fmla="*/ 12 h 18"/>
                <a:gd name="T68" fmla="*/ 50 w 56"/>
                <a:gd name="T69" fmla="*/ 18 h 18"/>
                <a:gd name="T70" fmla="*/ 44 w 56"/>
                <a:gd name="T71" fmla="*/ 13 h 18"/>
                <a:gd name="T72" fmla="*/ 48 w 56"/>
                <a:gd name="T73" fmla="*/ 8 h 18"/>
                <a:gd name="T74" fmla="*/ 49 w 56"/>
                <a:gd name="T75" fmla="*/ 6 h 18"/>
                <a:gd name="T76" fmla="*/ 52 w 56"/>
                <a:gd name="T77" fmla="*/ 6 h 18"/>
                <a:gd name="T78" fmla="*/ 52 w 56"/>
                <a:gd name="T79" fmla="*/ 3 h 18"/>
                <a:gd name="T80" fmla="*/ 49 w 56"/>
                <a:gd name="T81" fmla="*/ 3 h 18"/>
                <a:gd name="T82" fmla="*/ 48 w 56"/>
                <a:gd name="T83" fmla="*/ 12 h 18"/>
                <a:gd name="T84" fmla="*/ 51 w 56"/>
                <a:gd name="T85" fmla="*/ 15 h 18"/>
                <a:gd name="T86" fmla="*/ 54 w 56"/>
                <a:gd name="T87" fmla="*/ 12 h 18"/>
                <a:gd name="T88" fmla="*/ 51 w 56"/>
                <a:gd name="T89" fmla="*/ 9 h 18"/>
                <a:gd name="T90" fmla="*/ 48 w 56"/>
                <a:gd name="T91" fmla="*/ 1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6" h="18">
                  <a:moveTo>
                    <a:pt x="8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4" y="4"/>
                    <a:pt x="4" y="4"/>
                    <a:pt x="4" y="4"/>
                  </a:cubicBezTo>
                  <a:cubicBezTo>
                    <a:pt x="3" y="6"/>
                    <a:pt x="2" y="6"/>
                    <a:pt x="0" y="7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" y="4"/>
                    <a:pt x="2" y="3"/>
                    <a:pt x="3" y="2"/>
                  </a:cubicBezTo>
                  <a:cubicBezTo>
                    <a:pt x="4" y="2"/>
                    <a:pt x="4" y="1"/>
                    <a:pt x="5" y="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8" y="17"/>
                    <a:pt x="8" y="17"/>
                    <a:pt x="8" y="17"/>
                  </a:cubicBezTo>
                  <a:close/>
                  <a:moveTo>
                    <a:pt x="15" y="13"/>
                  </a:moveTo>
                  <a:cubicBezTo>
                    <a:pt x="18" y="13"/>
                    <a:pt x="18" y="13"/>
                    <a:pt x="18" y="13"/>
                  </a:cubicBezTo>
                  <a:cubicBezTo>
                    <a:pt x="18" y="14"/>
                    <a:pt x="18" y="14"/>
                    <a:pt x="19" y="14"/>
                  </a:cubicBezTo>
                  <a:cubicBezTo>
                    <a:pt x="19" y="15"/>
                    <a:pt x="20" y="15"/>
                    <a:pt x="20" y="15"/>
                  </a:cubicBezTo>
                  <a:cubicBezTo>
                    <a:pt x="21" y="15"/>
                    <a:pt x="21" y="14"/>
                    <a:pt x="22" y="14"/>
                  </a:cubicBezTo>
                  <a:cubicBezTo>
                    <a:pt x="22" y="13"/>
                    <a:pt x="23" y="12"/>
                    <a:pt x="23" y="10"/>
                  </a:cubicBezTo>
                  <a:cubicBezTo>
                    <a:pt x="22" y="11"/>
                    <a:pt x="21" y="12"/>
                    <a:pt x="20" y="12"/>
                  </a:cubicBezTo>
                  <a:cubicBezTo>
                    <a:pt x="18" y="12"/>
                    <a:pt x="17" y="11"/>
                    <a:pt x="16" y="10"/>
                  </a:cubicBezTo>
                  <a:cubicBezTo>
                    <a:pt x="15" y="9"/>
                    <a:pt x="14" y="8"/>
                    <a:pt x="14" y="6"/>
                  </a:cubicBezTo>
                  <a:cubicBezTo>
                    <a:pt x="14" y="4"/>
                    <a:pt x="15" y="2"/>
                    <a:pt x="16" y="1"/>
                  </a:cubicBezTo>
                  <a:cubicBezTo>
                    <a:pt x="17" y="0"/>
                    <a:pt x="18" y="0"/>
                    <a:pt x="20" y="0"/>
                  </a:cubicBezTo>
                  <a:cubicBezTo>
                    <a:pt x="22" y="0"/>
                    <a:pt x="23" y="0"/>
                    <a:pt x="24" y="2"/>
                  </a:cubicBezTo>
                  <a:cubicBezTo>
                    <a:pt x="26" y="3"/>
                    <a:pt x="26" y="5"/>
                    <a:pt x="26" y="8"/>
                  </a:cubicBezTo>
                  <a:cubicBezTo>
                    <a:pt x="26" y="12"/>
                    <a:pt x="25" y="14"/>
                    <a:pt x="24" y="16"/>
                  </a:cubicBezTo>
                  <a:cubicBezTo>
                    <a:pt x="23" y="17"/>
                    <a:pt x="21" y="18"/>
                    <a:pt x="19" y="18"/>
                  </a:cubicBezTo>
                  <a:cubicBezTo>
                    <a:pt x="18" y="18"/>
                    <a:pt x="17" y="17"/>
                    <a:pt x="16" y="16"/>
                  </a:cubicBezTo>
                  <a:cubicBezTo>
                    <a:pt x="16" y="16"/>
                    <a:pt x="15" y="15"/>
                    <a:pt x="15" y="13"/>
                  </a:cubicBezTo>
                  <a:close/>
                  <a:moveTo>
                    <a:pt x="22" y="6"/>
                  </a:moveTo>
                  <a:cubicBezTo>
                    <a:pt x="22" y="4"/>
                    <a:pt x="22" y="4"/>
                    <a:pt x="22" y="3"/>
                  </a:cubicBezTo>
                  <a:cubicBezTo>
                    <a:pt x="21" y="2"/>
                    <a:pt x="21" y="2"/>
                    <a:pt x="20" y="2"/>
                  </a:cubicBezTo>
                  <a:cubicBezTo>
                    <a:pt x="19" y="2"/>
                    <a:pt x="19" y="3"/>
                    <a:pt x="18" y="3"/>
                  </a:cubicBezTo>
                  <a:cubicBezTo>
                    <a:pt x="18" y="4"/>
                    <a:pt x="18" y="4"/>
                    <a:pt x="18" y="6"/>
                  </a:cubicBezTo>
                  <a:cubicBezTo>
                    <a:pt x="18" y="7"/>
                    <a:pt x="18" y="8"/>
                    <a:pt x="18" y="8"/>
                  </a:cubicBezTo>
                  <a:cubicBezTo>
                    <a:pt x="19" y="8"/>
                    <a:pt x="20" y="9"/>
                    <a:pt x="20" y="9"/>
                  </a:cubicBezTo>
                  <a:cubicBezTo>
                    <a:pt x="21" y="9"/>
                    <a:pt x="21" y="8"/>
                    <a:pt x="22" y="8"/>
                  </a:cubicBezTo>
                  <a:cubicBezTo>
                    <a:pt x="22" y="8"/>
                    <a:pt x="22" y="7"/>
                    <a:pt x="22" y="6"/>
                  </a:cubicBezTo>
                  <a:close/>
                  <a:moveTo>
                    <a:pt x="30" y="13"/>
                  </a:moveTo>
                  <a:cubicBezTo>
                    <a:pt x="34" y="12"/>
                    <a:pt x="34" y="12"/>
                    <a:pt x="34" y="12"/>
                  </a:cubicBezTo>
                  <a:cubicBezTo>
                    <a:pt x="34" y="13"/>
                    <a:pt x="34" y="14"/>
                    <a:pt x="34" y="14"/>
                  </a:cubicBezTo>
                  <a:cubicBezTo>
                    <a:pt x="35" y="15"/>
                    <a:pt x="36" y="15"/>
                    <a:pt x="36" y="15"/>
                  </a:cubicBezTo>
                  <a:cubicBezTo>
                    <a:pt x="37" y="15"/>
                    <a:pt x="37" y="15"/>
                    <a:pt x="38" y="14"/>
                  </a:cubicBezTo>
                  <a:cubicBezTo>
                    <a:pt x="38" y="14"/>
                    <a:pt x="39" y="13"/>
                    <a:pt x="39" y="12"/>
                  </a:cubicBezTo>
                  <a:cubicBezTo>
                    <a:pt x="39" y="10"/>
                    <a:pt x="38" y="10"/>
                    <a:pt x="38" y="9"/>
                  </a:cubicBezTo>
                  <a:cubicBezTo>
                    <a:pt x="38" y="9"/>
                    <a:pt x="37" y="8"/>
                    <a:pt x="36" y="8"/>
                  </a:cubicBezTo>
                  <a:cubicBezTo>
                    <a:pt x="35" y="8"/>
                    <a:pt x="34" y="9"/>
                    <a:pt x="33" y="10"/>
                  </a:cubicBezTo>
                  <a:cubicBezTo>
                    <a:pt x="30" y="9"/>
                    <a:pt x="30" y="9"/>
                    <a:pt x="30" y="9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3"/>
                    <a:pt x="41" y="3"/>
                    <a:pt x="41" y="3"/>
                  </a:cubicBezTo>
                  <a:cubicBezTo>
                    <a:pt x="35" y="3"/>
                    <a:pt x="35" y="3"/>
                    <a:pt x="35" y="3"/>
                  </a:cubicBezTo>
                  <a:cubicBezTo>
                    <a:pt x="34" y="6"/>
                    <a:pt x="34" y="6"/>
                    <a:pt x="34" y="6"/>
                  </a:cubicBezTo>
                  <a:cubicBezTo>
                    <a:pt x="35" y="6"/>
                    <a:pt x="36" y="6"/>
                    <a:pt x="37" y="6"/>
                  </a:cubicBezTo>
                  <a:cubicBezTo>
                    <a:pt x="38" y="6"/>
                    <a:pt x="40" y="6"/>
                    <a:pt x="41" y="8"/>
                  </a:cubicBezTo>
                  <a:cubicBezTo>
                    <a:pt x="42" y="9"/>
                    <a:pt x="42" y="10"/>
                    <a:pt x="42" y="12"/>
                  </a:cubicBezTo>
                  <a:cubicBezTo>
                    <a:pt x="42" y="14"/>
                    <a:pt x="42" y="15"/>
                    <a:pt x="41" y="16"/>
                  </a:cubicBezTo>
                  <a:cubicBezTo>
                    <a:pt x="40" y="18"/>
                    <a:pt x="38" y="18"/>
                    <a:pt x="36" y="18"/>
                  </a:cubicBezTo>
                  <a:cubicBezTo>
                    <a:pt x="35" y="18"/>
                    <a:pt x="33" y="18"/>
                    <a:pt x="32" y="17"/>
                  </a:cubicBezTo>
                  <a:cubicBezTo>
                    <a:pt x="31" y="16"/>
                    <a:pt x="30" y="14"/>
                    <a:pt x="30" y="13"/>
                  </a:cubicBezTo>
                  <a:close/>
                  <a:moveTo>
                    <a:pt x="48" y="8"/>
                  </a:moveTo>
                  <a:cubicBezTo>
                    <a:pt x="47" y="7"/>
                    <a:pt x="46" y="7"/>
                    <a:pt x="46" y="6"/>
                  </a:cubicBezTo>
                  <a:cubicBezTo>
                    <a:pt x="46" y="5"/>
                    <a:pt x="45" y="5"/>
                    <a:pt x="45" y="4"/>
                  </a:cubicBezTo>
                  <a:cubicBezTo>
                    <a:pt x="45" y="3"/>
                    <a:pt x="46" y="2"/>
                    <a:pt x="46" y="1"/>
                  </a:cubicBezTo>
                  <a:cubicBezTo>
                    <a:pt x="47" y="0"/>
                    <a:pt x="49" y="0"/>
                    <a:pt x="50" y="0"/>
                  </a:cubicBezTo>
                  <a:cubicBezTo>
                    <a:pt x="52" y="0"/>
                    <a:pt x="54" y="0"/>
                    <a:pt x="54" y="1"/>
                  </a:cubicBezTo>
                  <a:cubicBezTo>
                    <a:pt x="55" y="2"/>
                    <a:pt x="56" y="3"/>
                    <a:pt x="56" y="4"/>
                  </a:cubicBezTo>
                  <a:cubicBezTo>
                    <a:pt x="56" y="5"/>
                    <a:pt x="56" y="6"/>
                    <a:pt x="55" y="6"/>
                  </a:cubicBezTo>
                  <a:cubicBezTo>
                    <a:pt x="55" y="7"/>
                    <a:pt x="54" y="8"/>
                    <a:pt x="53" y="8"/>
                  </a:cubicBezTo>
                  <a:cubicBezTo>
                    <a:pt x="54" y="8"/>
                    <a:pt x="55" y="9"/>
                    <a:pt x="56" y="10"/>
                  </a:cubicBezTo>
                  <a:cubicBezTo>
                    <a:pt x="56" y="10"/>
                    <a:pt x="56" y="11"/>
                    <a:pt x="56" y="12"/>
                  </a:cubicBezTo>
                  <a:cubicBezTo>
                    <a:pt x="56" y="14"/>
                    <a:pt x="56" y="15"/>
                    <a:pt x="55" y="16"/>
                  </a:cubicBezTo>
                  <a:cubicBezTo>
                    <a:pt x="54" y="18"/>
                    <a:pt x="52" y="18"/>
                    <a:pt x="50" y="18"/>
                  </a:cubicBezTo>
                  <a:cubicBezTo>
                    <a:pt x="49" y="18"/>
                    <a:pt x="48" y="18"/>
                    <a:pt x="46" y="17"/>
                  </a:cubicBezTo>
                  <a:cubicBezTo>
                    <a:pt x="45" y="16"/>
                    <a:pt x="44" y="14"/>
                    <a:pt x="44" y="13"/>
                  </a:cubicBezTo>
                  <a:cubicBezTo>
                    <a:pt x="44" y="12"/>
                    <a:pt x="45" y="11"/>
                    <a:pt x="45" y="10"/>
                  </a:cubicBezTo>
                  <a:cubicBezTo>
                    <a:pt x="46" y="9"/>
                    <a:pt x="47" y="8"/>
                    <a:pt x="48" y="8"/>
                  </a:cubicBezTo>
                  <a:close/>
                  <a:moveTo>
                    <a:pt x="49" y="4"/>
                  </a:moveTo>
                  <a:cubicBezTo>
                    <a:pt x="49" y="5"/>
                    <a:pt x="49" y="6"/>
                    <a:pt x="49" y="6"/>
                  </a:cubicBezTo>
                  <a:cubicBezTo>
                    <a:pt x="50" y="6"/>
                    <a:pt x="50" y="6"/>
                    <a:pt x="51" y="6"/>
                  </a:cubicBezTo>
                  <a:cubicBezTo>
                    <a:pt x="52" y="6"/>
                    <a:pt x="52" y="6"/>
                    <a:pt x="52" y="6"/>
                  </a:cubicBezTo>
                  <a:cubicBezTo>
                    <a:pt x="53" y="6"/>
                    <a:pt x="53" y="5"/>
                    <a:pt x="53" y="4"/>
                  </a:cubicBezTo>
                  <a:cubicBezTo>
                    <a:pt x="53" y="4"/>
                    <a:pt x="53" y="3"/>
                    <a:pt x="52" y="3"/>
                  </a:cubicBezTo>
                  <a:cubicBezTo>
                    <a:pt x="52" y="2"/>
                    <a:pt x="52" y="2"/>
                    <a:pt x="51" y="2"/>
                  </a:cubicBezTo>
                  <a:cubicBezTo>
                    <a:pt x="50" y="2"/>
                    <a:pt x="50" y="2"/>
                    <a:pt x="49" y="3"/>
                  </a:cubicBezTo>
                  <a:cubicBezTo>
                    <a:pt x="49" y="3"/>
                    <a:pt x="49" y="4"/>
                    <a:pt x="49" y="4"/>
                  </a:cubicBezTo>
                  <a:close/>
                  <a:moveTo>
                    <a:pt x="48" y="12"/>
                  </a:moveTo>
                  <a:cubicBezTo>
                    <a:pt x="48" y="13"/>
                    <a:pt x="49" y="14"/>
                    <a:pt x="49" y="14"/>
                  </a:cubicBezTo>
                  <a:cubicBezTo>
                    <a:pt x="50" y="15"/>
                    <a:pt x="50" y="15"/>
                    <a:pt x="51" y="15"/>
                  </a:cubicBezTo>
                  <a:cubicBezTo>
                    <a:pt x="52" y="15"/>
                    <a:pt x="52" y="15"/>
                    <a:pt x="53" y="14"/>
                  </a:cubicBezTo>
                  <a:cubicBezTo>
                    <a:pt x="53" y="14"/>
                    <a:pt x="54" y="13"/>
                    <a:pt x="54" y="12"/>
                  </a:cubicBezTo>
                  <a:cubicBezTo>
                    <a:pt x="54" y="11"/>
                    <a:pt x="53" y="10"/>
                    <a:pt x="53" y="10"/>
                  </a:cubicBezTo>
                  <a:cubicBezTo>
                    <a:pt x="52" y="10"/>
                    <a:pt x="52" y="9"/>
                    <a:pt x="51" y="9"/>
                  </a:cubicBezTo>
                  <a:cubicBezTo>
                    <a:pt x="50" y="9"/>
                    <a:pt x="50" y="10"/>
                    <a:pt x="49" y="10"/>
                  </a:cubicBezTo>
                  <a:cubicBezTo>
                    <a:pt x="49" y="11"/>
                    <a:pt x="48" y="11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6" name="Freeform 39"/>
            <p:cNvSpPr>
              <a:spLocks noEditPoints="1"/>
            </p:cNvSpPr>
            <p:nvPr userDrawn="1"/>
          </p:nvSpPr>
          <p:spPr bwMode="auto">
            <a:xfrm>
              <a:off x="8729725" y="4570716"/>
              <a:ext cx="474663" cy="477838"/>
            </a:xfrm>
            <a:custGeom>
              <a:avLst/>
              <a:gdLst>
                <a:gd name="T0" fmla="*/ 159 w 318"/>
                <a:gd name="T1" fmla="*/ 0 h 318"/>
                <a:gd name="T2" fmla="*/ 0 w 318"/>
                <a:gd name="T3" fmla="*/ 159 h 318"/>
                <a:gd name="T4" fmla="*/ 159 w 318"/>
                <a:gd name="T5" fmla="*/ 318 h 318"/>
                <a:gd name="T6" fmla="*/ 318 w 318"/>
                <a:gd name="T7" fmla="*/ 159 h 318"/>
                <a:gd name="T8" fmla="*/ 159 w 318"/>
                <a:gd name="T9" fmla="*/ 0 h 318"/>
                <a:gd name="T10" fmla="*/ 159 w 318"/>
                <a:gd name="T11" fmla="*/ 312 h 318"/>
                <a:gd name="T12" fmla="*/ 6 w 318"/>
                <a:gd name="T13" fmla="*/ 159 h 318"/>
                <a:gd name="T14" fmla="*/ 159 w 318"/>
                <a:gd name="T15" fmla="*/ 6 h 318"/>
                <a:gd name="T16" fmla="*/ 312 w 318"/>
                <a:gd name="T17" fmla="*/ 160 h 318"/>
                <a:gd name="T18" fmla="*/ 159 w 318"/>
                <a:gd name="T19" fmla="*/ 31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18" h="318">
                  <a:moveTo>
                    <a:pt x="159" y="0"/>
                  </a:moveTo>
                  <a:cubicBezTo>
                    <a:pt x="71" y="0"/>
                    <a:pt x="0" y="72"/>
                    <a:pt x="0" y="159"/>
                  </a:cubicBezTo>
                  <a:cubicBezTo>
                    <a:pt x="0" y="247"/>
                    <a:pt x="71" y="318"/>
                    <a:pt x="159" y="318"/>
                  </a:cubicBezTo>
                  <a:cubicBezTo>
                    <a:pt x="246" y="318"/>
                    <a:pt x="318" y="247"/>
                    <a:pt x="318" y="159"/>
                  </a:cubicBezTo>
                  <a:cubicBezTo>
                    <a:pt x="317" y="72"/>
                    <a:pt x="246" y="0"/>
                    <a:pt x="159" y="0"/>
                  </a:cubicBezTo>
                  <a:close/>
                  <a:moveTo>
                    <a:pt x="159" y="312"/>
                  </a:moveTo>
                  <a:cubicBezTo>
                    <a:pt x="74" y="312"/>
                    <a:pt x="6" y="244"/>
                    <a:pt x="6" y="159"/>
                  </a:cubicBezTo>
                  <a:cubicBezTo>
                    <a:pt x="6" y="75"/>
                    <a:pt x="74" y="6"/>
                    <a:pt x="159" y="6"/>
                  </a:cubicBezTo>
                  <a:cubicBezTo>
                    <a:pt x="243" y="6"/>
                    <a:pt x="312" y="75"/>
                    <a:pt x="312" y="160"/>
                  </a:cubicBezTo>
                  <a:cubicBezTo>
                    <a:pt x="312" y="244"/>
                    <a:pt x="243" y="312"/>
                    <a:pt x="159" y="3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7" name="Freeform 40"/>
            <p:cNvSpPr>
              <a:spLocks noEditPoints="1"/>
            </p:cNvSpPr>
            <p:nvPr userDrawn="1"/>
          </p:nvSpPr>
          <p:spPr bwMode="auto">
            <a:xfrm>
              <a:off x="8763063" y="4810429"/>
              <a:ext cx="407988" cy="204788"/>
            </a:xfrm>
            <a:custGeom>
              <a:avLst/>
              <a:gdLst>
                <a:gd name="T0" fmla="*/ 258 w 274"/>
                <a:gd name="T1" fmla="*/ 63 h 137"/>
                <a:gd name="T2" fmla="*/ 1 w 274"/>
                <a:gd name="T3" fmla="*/ 12 h 137"/>
                <a:gd name="T4" fmla="*/ 14 w 274"/>
                <a:gd name="T5" fmla="*/ 9 h 137"/>
                <a:gd name="T6" fmla="*/ 1 w 274"/>
                <a:gd name="T7" fmla="*/ 17 h 137"/>
                <a:gd name="T8" fmla="*/ 16 w 274"/>
                <a:gd name="T9" fmla="*/ 29 h 137"/>
                <a:gd name="T10" fmla="*/ 11 w 274"/>
                <a:gd name="T11" fmla="*/ 27 h 137"/>
                <a:gd name="T12" fmla="*/ 14 w 274"/>
                <a:gd name="T13" fmla="*/ 36 h 137"/>
                <a:gd name="T14" fmla="*/ 18 w 274"/>
                <a:gd name="T15" fmla="*/ 47 h 137"/>
                <a:gd name="T16" fmla="*/ 21 w 274"/>
                <a:gd name="T17" fmla="*/ 57 h 137"/>
                <a:gd name="T18" fmla="*/ 21 w 274"/>
                <a:gd name="T19" fmla="*/ 55 h 137"/>
                <a:gd name="T20" fmla="*/ 19 w 274"/>
                <a:gd name="T21" fmla="*/ 66 h 137"/>
                <a:gd name="T22" fmla="*/ 22 w 274"/>
                <a:gd name="T23" fmla="*/ 62 h 137"/>
                <a:gd name="T24" fmla="*/ 22 w 274"/>
                <a:gd name="T25" fmla="*/ 71 h 137"/>
                <a:gd name="T26" fmla="*/ 30 w 274"/>
                <a:gd name="T27" fmla="*/ 71 h 137"/>
                <a:gd name="T28" fmla="*/ 30 w 274"/>
                <a:gd name="T29" fmla="*/ 86 h 137"/>
                <a:gd name="T30" fmla="*/ 36 w 274"/>
                <a:gd name="T31" fmla="*/ 79 h 137"/>
                <a:gd name="T32" fmla="*/ 47 w 274"/>
                <a:gd name="T33" fmla="*/ 90 h 137"/>
                <a:gd name="T34" fmla="*/ 58 w 274"/>
                <a:gd name="T35" fmla="*/ 96 h 137"/>
                <a:gd name="T36" fmla="*/ 51 w 274"/>
                <a:gd name="T37" fmla="*/ 95 h 137"/>
                <a:gd name="T38" fmla="*/ 58 w 274"/>
                <a:gd name="T39" fmla="*/ 105 h 137"/>
                <a:gd name="T40" fmla="*/ 67 w 274"/>
                <a:gd name="T41" fmla="*/ 106 h 137"/>
                <a:gd name="T42" fmla="*/ 76 w 274"/>
                <a:gd name="T43" fmla="*/ 112 h 137"/>
                <a:gd name="T44" fmla="*/ 82 w 274"/>
                <a:gd name="T45" fmla="*/ 111 h 137"/>
                <a:gd name="T46" fmla="*/ 78 w 274"/>
                <a:gd name="T47" fmla="*/ 113 h 137"/>
                <a:gd name="T48" fmla="*/ 83 w 274"/>
                <a:gd name="T49" fmla="*/ 123 h 137"/>
                <a:gd name="T50" fmla="*/ 97 w 274"/>
                <a:gd name="T51" fmla="*/ 121 h 137"/>
                <a:gd name="T52" fmla="*/ 100 w 274"/>
                <a:gd name="T53" fmla="*/ 125 h 137"/>
                <a:gd name="T54" fmla="*/ 108 w 274"/>
                <a:gd name="T55" fmla="*/ 126 h 137"/>
                <a:gd name="T56" fmla="*/ 113 w 274"/>
                <a:gd name="T57" fmla="*/ 126 h 137"/>
                <a:gd name="T58" fmla="*/ 132 w 274"/>
                <a:gd name="T59" fmla="*/ 136 h 137"/>
                <a:gd name="T60" fmla="*/ 126 w 274"/>
                <a:gd name="T61" fmla="*/ 130 h 137"/>
                <a:gd name="T62" fmla="*/ 128 w 274"/>
                <a:gd name="T63" fmla="*/ 135 h 137"/>
                <a:gd name="T64" fmla="*/ 135 w 274"/>
                <a:gd name="T65" fmla="*/ 135 h 137"/>
                <a:gd name="T66" fmla="*/ 149 w 274"/>
                <a:gd name="T67" fmla="*/ 136 h 137"/>
                <a:gd name="T68" fmla="*/ 152 w 274"/>
                <a:gd name="T69" fmla="*/ 133 h 137"/>
                <a:gd name="T70" fmla="*/ 167 w 274"/>
                <a:gd name="T71" fmla="*/ 131 h 137"/>
                <a:gd name="T72" fmla="*/ 180 w 274"/>
                <a:gd name="T73" fmla="*/ 128 h 137"/>
                <a:gd name="T74" fmla="*/ 175 w 274"/>
                <a:gd name="T75" fmla="*/ 122 h 137"/>
                <a:gd name="T76" fmla="*/ 187 w 274"/>
                <a:gd name="T77" fmla="*/ 119 h 137"/>
                <a:gd name="T78" fmla="*/ 192 w 274"/>
                <a:gd name="T79" fmla="*/ 117 h 137"/>
                <a:gd name="T80" fmla="*/ 199 w 274"/>
                <a:gd name="T81" fmla="*/ 119 h 137"/>
                <a:gd name="T82" fmla="*/ 203 w 274"/>
                <a:gd name="T83" fmla="*/ 119 h 137"/>
                <a:gd name="T84" fmla="*/ 217 w 274"/>
                <a:gd name="T85" fmla="*/ 111 h 137"/>
                <a:gd name="T86" fmla="*/ 217 w 274"/>
                <a:gd name="T87" fmla="*/ 106 h 137"/>
                <a:gd name="T88" fmla="*/ 232 w 274"/>
                <a:gd name="T89" fmla="*/ 96 h 137"/>
                <a:gd name="T90" fmla="*/ 231 w 274"/>
                <a:gd name="T91" fmla="*/ 97 h 137"/>
                <a:gd name="T92" fmla="*/ 238 w 274"/>
                <a:gd name="T93" fmla="*/ 95 h 137"/>
                <a:gd name="T94" fmla="*/ 234 w 274"/>
                <a:gd name="T95" fmla="*/ 85 h 137"/>
                <a:gd name="T96" fmla="*/ 242 w 274"/>
                <a:gd name="T97" fmla="*/ 73 h 137"/>
                <a:gd name="T98" fmla="*/ 238 w 274"/>
                <a:gd name="T99" fmla="*/ 77 h 137"/>
                <a:gd name="T100" fmla="*/ 252 w 274"/>
                <a:gd name="T101" fmla="*/ 71 h 137"/>
                <a:gd name="T102" fmla="*/ 266 w 274"/>
                <a:gd name="T103" fmla="*/ 40 h 137"/>
                <a:gd name="T104" fmla="*/ 258 w 274"/>
                <a:gd name="T105" fmla="*/ 48 h 137"/>
                <a:gd name="T106" fmla="*/ 268 w 274"/>
                <a:gd name="T107" fmla="*/ 35 h 137"/>
                <a:gd name="T108" fmla="*/ 259 w 274"/>
                <a:gd name="T109" fmla="*/ 22 h 137"/>
                <a:gd name="T110" fmla="*/ 262 w 274"/>
                <a:gd name="T111" fmla="*/ 27 h 137"/>
                <a:gd name="T112" fmla="*/ 273 w 274"/>
                <a:gd name="T113" fmla="*/ 17 h 137"/>
                <a:gd name="T114" fmla="*/ 273 w 274"/>
                <a:gd name="T115" fmla="*/ 12 h 137"/>
                <a:gd name="T116" fmla="*/ 266 w 274"/>
                <a:gd name="T117" fmla="*/ 7 h 137"/>
                <a:gd name="T118" fmla="*/ 269 w 274"/>
                <a:gd name="T119" fmla="*/ 7 h 1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274" h="137">
                  <a:moveTo>
                    <a:pt x="250" y="51"/>
                  </a:moveTo>
                  <a:cubicBezTo>
                    <a:pt x="250" y="51"/>
                    <a:pt x="250" y="51"/>
                    <a:pt x="250" y="51"/>
                  </a:cubicBezTo>
                  <a:cubicBezTo>
                    <a:pt x="250" y="52"/>
                    <a:pt x="250" y="52"/>
                    <a:pt x="250" y="52"/>
                  </a:cubicBezTo>
                  <a:cubicBezTo>
                    <a:pt x="250" y="53"/>
                    <a:pt x="250" y="53"/>
                    <a:pt x="249" y="53"/>
                  </a:cubicBezTo>
                  <a:cubicBezTo>
                    <a:pt x="249" y="53"/>
                    <a:pt x="248" y="53"/>
                    <a:pt x="248" y="53"/>
                  </a:cubicBezTo>
                  <a:cubicBezTo>
                    <a:pt x="248" y="53"/>
                    <a:pt x="248" y="53"/>
                    <a:pt x="248" y="53"/>
                  </a:cubicBezTo>
                  <a:cubicBezTo>
                    <a:pt x="248" y="54"/>
                    <a:pt x="248" y="54"/>
                    <a:pt x="249" y="55"/>
                  </a:cubicBezTo>
                  <a:cubicBezTo>
                    <a:pt x="251" y="56"/>
                    <a:pt x="251" y="56"/>
                    <a:pt x="251" y="56"/>
                  </a:cubicBezTo>
                  <a:cubicBezTo>
                    <a:pt x="252" y="53"/>
                    <a:pt x="252" y="53"/>
                    <a:pt x="252" y="53"/>
                  </a:cubicBezTo>
                  <a:cubicBezTo>
                    <a:pt x="253" y="54"/>
                    <a:pt x="253" y="54"/>
                    <a:pt x="253" y="54"/>
                  </a:cubicBezTo>
                  <a:cubicBezTo>
                    <a:pt x="252" y="56"/>
                    <a:pt x="252" y="56"/>
                    <a:pt x="252" y="56"/>
                  </a:cubicBezTo>
                  <a:cubicBezTo>
                    <a:pt x="258" y="59"/>
                    <a:pt x="258" y="59"/>
                    <a:pt x="258" y="59"/>
                  </a:cubicBezTo>
                  <a:cubicBezTo>
                    <a:pt x="258" y="60"/>
                    <a:pt x="259" y="59"/>
                    <a:pt x="260" y="58"/>
                  </a:cubicBezTo>
                  <a:cubicBezTo>
                    <a:pt x="260" y="58"/>
                    <a:pt x="260" y="58"/>
                    <a:pt x="260" y="58"/>
                  </a:cubicBezTo>
                  <a:cubicBezTo>
                    <a:pt x="258" y="63"/>
                    <a:pt x="258" y="63"/>
                    <a:pt x="258" y="63"/>
                  </a:cubicBezTo>
                  <a:cubicBezTo>
                    <a:pt x="257" y="63"/>
                    <a:pt x="257" y="63"/>
                    <a:pt x="257" y="63"/>
                  </a:cubicBezTo>
                  <a:cubicBezTo>
                    <a:pt x="258" y="62"/>
                    <a:pt x="258" y="62"/>
                    <a:pt x="257" y="61"/>
                  </a:cubicBezTo>
                  <a:cubicBezTo>
                    <a:pt x="251" y="58"/>
                    <a:pt x="251" y="58"/>
                    <a:pt x="251" y="58"/>
                  </a:cubicBezTo>
                  <a:cubicBezTo>
                    <a:pt x="250" y="60"/>
                    <a:pt x="250" y="60"/>
                    <a:pt x="250" y="60"/>
                  </a:cubicBezTo>
                  <a:cubicBezTo>
                    <a:pt x="250" y="59"/>
                    <a:pt x="250" y="59"/>
                    <a:pt x="250" y="59"/>
                  </a:cubicBezTo>
                  <a:cubicBezTo>
                    <a:pt x="250" y="58"/>
                    <a:pt x="250" y="58"/>
                    <a:pt x="250" y="58"/>
                  </a:cubicBezTo>
                  <a:cubicBezTo>
                    <a:pt x="250" y="57"/>
                    <a:pt x="250" y="57"/>
                    <a:pt x="250" y="57"/>
                  </a:cubicBezTo>
                  <a:cubicBezTo>
                    <a:pt x="249" y="57"/>
                    <a:pt x="248" y="56"/>
                    <a:pt x="248" y="55"/>
                  </a:cubicBezTo>
                  <a:cubicBezTo>
                    <a:pt x="247" y="54"/>
                    <a:pt x="247" y="53"/>
                    <a:pt x="248" y="52"/>
                  </a:cubicBezTo>
                  <a:cubicBezTo>
                    <a:pt x="248" y="52"/>
                    <a:pt x="249" y="51"/>
                    <a:pt x="250" y="51"/>
                  </a:cubicBezTo>
                  <a:cubicBezTo>
                    <a:pt x="250" y="51"/>
                    <a:pt x="250" y="51"/>
                    <a:pt x="250" y="51"/>
                  </a:cubicBezTo>
                  <a:close/>
                  <a:moveTo>
                    <a:pt x="14" y="15"/>
                  </a:moveTo>
                  <a:cubicBezTo>
                    <a:pt x="14" y="14"/>
                    <a:pt x="14" y="13"/>
                    <a:pt x="12" y="13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4" y="13"/>
                    <a:pt x="2" y="13"/>
                    <a:pt x="1" y="12"/>
                  </a:cubicBezTo>
                  <a:cubicBezTo>
                    <a:pt x="0" y="11"/>
                    <a:pt x="0" y="10"/>
                    <a:pt x="0" y="8"/>
                  </a:cubicBezTo>
                  <a:cubicBezTo>
                    <a:pt x="0" y="7"/>
                    <a:pt x="0" y="5"/>
                    <a:pt x="1" y="5"/>
                  </a:cubicBezTo>
                  <a:cubicBezTo>
                    <a:pt x="2" y="3"/>
                    <a:pt x="3" y="3"/>
                    <a:pt x="5" y="3"/>
                  </a:cubicBezTo>
                  <a:cubicBezTo>
                    <a:pt x="12" y="2"/>
                    <a:pt x="12" y="2"/>
                    <a:pt x="12" y="2"/>
                  </a:cubicBezTo>
                  <a:cubicBezTo>
                    <a:pt x="13" y="2"/>
                    <a:pt x="13" y="1"/>
                    <a:pt x="13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5"/>
                    <a:pt x="13" y="4"/>
                    <a:pt x="12" y="4"/>
                  </a:cubicBezTo>
                  <a:cubicBezTo>
                    <a:pt x="5" y="5"/>
                    <a:pt x="5" y="5"/>
                    <a:pt x="5" y="5"/>
                  </a:cubicBezTo>
                  <a:cubicBezTo>
                    <a:pt x="4" y="5"/>
                    <a:pt x="3" y="5"/>
                    <a:pt x="2" y="5"/>
                  </a:cubicBezTo>
                  <a:cubicBezTo>
                    <a:pt x="1" y="6"/>
                    <a:pt x="1" y="7"/>
                    <a:pt x="1" y="8"/>
                  </a:cubicBezTo>
                  <a:cubicBezTo>
                    <a:pt x="1" y="11"/>
                    <a:pt x="3" y="12"/>
                    <a:pt x="6" y="12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4" y="11"/>
                    <a:pt x="14" y="11"/>
                    <a:pt x="14" y="9"/>
                  </a:cubicBezTo>
                  <a:cubicBezTo>
                    <a:pt x="14" y="9"/>
                    <a:pt x="14" y="9"/>
                    <a:pt x="14" y="9"/>
                  </a:cubicBezTo>
                  <a:cubicBezTo>
                    <a:pt x="14" y="15"/>
                    <a:pt x="14" y="15"/>
                    <a:pt x="14" y="15"/>
                  </a:cubicBezTo>
                  <a:cubicBezTo>
                    <a:pt x="14" y="15"/>
                    <a:pt x="14" y="15"/>
                    <a:pt x="14" y="15"/>
                  </a:cubicBezTo>
                  <a:close/>
                  <a:moveTo>
                    <a:pt x="3" y="27"/>
                  </a:move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2" y="23"/>
                    <a:pt x="3" y="24"/>
                    <a:pt x="4" y="24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3"/>
                    <a:pt x="10" y="23"/>
                    <a:pt x="10" y="22"/>
                  </a:cubicBezTo>
                  <a:cubicBezTo>
                    <a:pt x="11" y="22"/>
                    <a:pt x="11" y="21"/>
                    <a:pt x="10" y="21"/>
                  </a:cubicBezTo>
                  <a:cubicBezTo>
                    <a:pt x="10" y="20"/>
                    <a:pt x="10" y="19"/>
                    <a:pt x="9" y="19"/>
                  </a:cubicBezTo>
                  <a:cubicBezTo>
                    <a:pt x="3" y="20"/>
                    <a:pt x="3" y="20"/>
                    <a:pt x="3" y="20"/>
                  </a:cubicBezTo>
                  <a:cubicBezTo>
                    <a:pt x="2" y="20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7"/>
                    <a:pt x="1" y="17"/>
                    <a:pt x="1" y="17"/>
                  </a:cubicBezTo>
                  <a:cubicBezTo>
                    <a:pt x="1" y="18"/>
                    <a:pt x="2" y="18"/>
                    <a:pt x="3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9" y="17"/>
                    <a:pt x="9" y="17"/>
                    <a:pt x="9" y="17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20"/>
                    <a:pt x="12" y="21"/>
                    <a:pt x="12" y="22"/>
                  </a:cubicBezTo>
                  <a:cubicBezTo>
                    <a:pt x="12" y="23"/>
                    <a:pt x="11" y="24"/>
                    <a:pt x="9" y="25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7"/>
                    <a:pt x="3" y="27"/>
                    <a:pt x="3" y="27"/>
                  </a:cubicBezTo>
                  <a:close/>
                  <a:moveTo>
                    <a:pt x="16" y="29"/>
                  </a:moveTo>
                  <a:cubicBezTo>
                    <a:pt x="16" y="29"/>
                    <a:pt x="16" y="29"/>
                    <a:pt x="16" y="29"/>
                  </a:cubicBezTo>
                  <a:cubicBezTo>
                    <a:pt x="15" y="29"/>
                    <a:pt x="15" y="29"/>
                    <a:pt x="15" y="29"/>
                  </a:cubicBezTo>
                  <a:cubicBezTo>
                    <a:pt x="15" y="28"/>
                    <a:pt x="15" y="28"/>
                    <a:pt x="15" y="28"/>
                  </a:cubicBezTo>
                  <a:cubicBezTo>
                    <a:pt x="15" y="27"/>
                    <a:pt x="16" y="27"/>
                    <a:pt x="16" y="27"/>
                  </a:cubicBezTo>
                  <a:cubicBezTo>
                    <a:pt x="16" y="27"/>
                    <a:pt x="16" y="27"/>
                    <a:pt x="17" y="27"/>
                  </a:cubicBezTo>
                  <a:cubicBezTo>
                    <a:pt x="17" y="27"/>
                    <a:pt x="17" y="28"/>
                    <a:pt x="17" y="28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29"/>
                    <a:pt x="17" y="29"/>
                    <a:pt x="16" y="29"/>
                  </a:cubicBezTo>
                  <a:close/>
                  <a:moveTo>
                    <a:pt x="4" y="33"/>
                  </a:moveTo>
                  <a:cubicBezTo>
                    <a:pt x="3" y="29"/>
                    <a:pt x="3" y="29"/>
                    <a:pt x="3" y="29"/>
                  </a:cubicBezTo>
                  <a:cubicBezTo>
                    <a:pt x="4" y="29"/>
                    <a:pt x="4" y="29"/>
                    <a:pt x="4" y="29"/>
                  </a:cubicBezTo>
                  <a:cubicBezTo>
                    <a:pt x="4" y="30"/>
                    <a:pt x="4" y="30"/>
                    <a:pt x="5" y="30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1" y="29"/>
                    <a:pt x="11" y="28"/>
                    <a:pt x="11" y="28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3" y="30"/>
                    <a:pt x="13" y="30"/>
                    <a:pt x="13" y="30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5" y="32"/>
                    <a:pt x="4" y="33"/>
                    <a:pt x="4" y="33"/>
                  </a:cubicBezTo>
                  <a:cubicBezTo>
                    <a:pt x="4" y="33"/>
                    <a:pt x="4" y="33"/>
                    <a:pt x="4" y="33"/>
                  </a:cubicBezTo>
                  <a:close/>
                  <a:moveTo>
                    <a:pt x="16" y="42"/>
                  </a:moveTo>
                  <a:cubicBezTo>
                    <a:pt x="16" y="41"/>
                    <a:pt x="15" y="41"/>
                    <a:pt x="14" y="41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6" y="40"/>
                    <a:pt x="6" y="40"/>
                    <a:pt x="6" y="40"/>
                  </a:cubicBezTo>
                  <a:cubicBezTo>
                    <a:pt x="13" y="35"/>
                    <a:pt x="13" y="35"/>
                    <a:pt x="13" y="35"/>
                  </a:cubicBezTo>
                  <a:cubicBezTo>
                    <a:pt x="14" y="34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4" y="36"/>
                    <a:pt x="14" y="36"/>
                  </a:cubicBezTo>
                  <a:cubicBezTo>
                    <a:pt x="14" y="36"/>
                    <a:pt x="14" y="36"/>
                    <a:pt x="13" y="37"/>
                  </a:cubicBezTo>
                  <a:cubicBezTo>
                    <a:pt x="9" y="40"/>
                    <a:pt x="9" y="40"/>
                    <a:pt x="9" y="40"/>
                  </a:cubicBezTo>
                  <a:cubicBezTo>
                    <a:pt x="14" y="40"/>
                    <a:pt x="14" y="40"/>
                    <a:pt x="14" y="40"/>
                  </a:cubicBezTo>
                  <a:cubicBezTo>
                    <a:pt x="14" y="40"/>
                    <a:pt x="15" y="40"/>
                    <a:pt x="15" y="40"/>
                  </a:cubicBezTo>
                  <a:cubicBezTo>
                    <a:pt x="16" y="40"/>
                    <a:pt x="16" y="40"/>
                    <a:pt x="16" y="39"/>
                  </a:cubicBezTo>
                  <a:cubicBezTo>
                    <a:pt x="16" y="39"/>
                    <a:pt x="16" y="39"/>
                    <a:pt x="16" y="39"/>
                  </a:cubicBezTo>
                  <a:cubicBezTo>
                    <a:pt x="16" y="42"/>
                    <a:pt x="16" y="42"/>
                    <a:pt x="16" y="42"/>
                  </a:cubicBezTo>
                  <a:cubicBezTo>
                    <a:pt x="16" y="42"/>
                    <a:pt x="16" y="42"/>
                    <a:pt x="16" y="42"/>
                  </a:cubicBezTo>
                  <a:close/>
                  <a:moveTo>
                    <a:pt x="14" y="53"/>
                  </a:moveTo>
                  <a:cubicBezTo>
                    <a:pt x="13" y="53"/>
                    <a:pt x="12" y="53"/>
                    <a:pt x="11" y="52"/>
                  </a:cubicBezTo>
                  <a:cubicBezTo>
                    <a:pt x="10" y="51"/>
                    <a:pt x="10" y="51"/>
                    <a:pt x="9" y="50"/>
                  </a:cubicBezTo>
                  <a:cubicBezTo>
                    <a:pt x="9" y="49"/>
                    <a:pt x="9" y="48"/>
                    <a:pt x="9" y="47"/>
                  </a:cubicBezTo>
                  <a:cubicBezTo>
                    <a:pt x="10" y="46"/>
                    <a:pt x="11" y="45"/>
                    <a:pt x="12" y="45"/>
                  </a:cubicBezTo>
                  <a:cubicBezTo>
                    <a:pt x="13" y="44"/>
                    <a:pt x="14" y="44"/>
                    <a:pt x="16" y="45"/>
                  </a:cubicBezTo>
                  <a:cubicBezTo>
                    <a:pt x="17" y="45"/>
                    <a:pt x="18" y="46"/>
                    <a:pt x="18" y="47"/>
                  </a:cubicBezTo>
                  <a:cubicBezTo>
                    <a:pt x="18" y="48"/>
                    <a:pt x="18" y="49"/>
                    <a:pt x="18" y="50"/>
                  </a:cubicBezTo>
                  <a:cubicBezTo>
                    <a:pt x="18" y="51"/>
                    <a:pt x="17" y="51"/>
                    <a:pt x="16" y="52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2" y="46"/>
                    <a:pt x="12" y="47"/>
                    <a:pt x="11" y="48"/>
                  </a:cubicBezTo>
                  <a:cubicBezTo>
                    <a:pt x="10" y="49"/>
                    <a:pt x="10" y="49"/>
                    <a:pt x="10" y="51"/>
                  </a:cubicBezTo>
                  <a:cubicBezTo>
                    <a:pt x="11" y="51"/>
                    <a:pt x="11" y="52"/>
                    <a:pt x="12" y="52"/>
                  </a:cubicBezTo>
                  <a:cubicBezTo>
                    <a:pt x="13" y="52"/>
                    <a:pt x="14" y="52"/>
                    <a:pt x="14" y="53"/>
                  </a:cubicBezTo>
                  <a:cubicBezTo>
                    <a:pt x="14" y="53"/>
                    <a:pt x="14" y="53"/>
                    <a:pt x="14" y="53"/>
                  </a:cubicBezTo>
                  <a:close/>
                  <a:moveTo>
                    <a:pt x="16" y="49"/>
                  </a:moveTo>
                  <a:cubicBezTo>
                    <a:pt x="18" y="49"/>
                    <a:pt x="18" y="48"/>
                    <a:pt x="18" y="47"/>
                  </a:cubicBezTo>
                  <a:cubicBezTo>
                    <a:pt x="17" y="45"/>
                    <a:pt x="16" y="45"/>
                    <a:pt x="14" y="45"/>
                  </a:cubicBezTo>
                  <a:cubicBezTo>
                    <a:pt x="16" y="49"/>
                    <a:pt x="16" y="49"/>
                    <a:pt x="16" y="49"/>
                  </a:cubicBezTo>
                  <a:close/>
                  <a:moveTo>
                    <a:pt x="22" y="58"/>
                  </a:moveTo>
                  <a:cubicBezTo>
                    <a:pt x="22" y="58"/>
                    <a:pt x="21" y="58"/>
                    <a:pt x="21" y="57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1" y="56"/>
                    <a:pt x="21" y="56"/>
                    <a:pt x="21" y="56"/>
                  </a:cubicBezTo>
                  <a:cubicBezTo>
                    <a:pt x="21" y="55"/>
                    <a:pt x="21" y="55"/>
                    <a:pt x="20" y="55"/>
                  </a:cubicBezTo>
                  <a:cubicBezTo>
                    <a:pt x="20" y="55"/>
                    <a:pt x="20" y="55"/>
                    <a:pt x="19" y="55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4" y="58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2" y="55"/>
                    <a:pt x="12" y="55"/>
                    <a:pt x="12" y="55"/>
                  </a:cubicBezTo>
                  <a:cubicBezTo>
                    <a:pt x="13" y="56"/>
                    <a:pt x="14" y="56"/>
                    <a:pt x="14" y="56"/>
                  </a:cubicBezTo>
                  <a:cubicBezTo>
                    <a:pt x="19" y="54"/>
                    <a:pt x="19" y="54"/>
                    <a:pt x="19" y="54"/>
                  </a:cubicBezTo>
                  <a:cubicBezTo>
                    <a:pt x="20" y="53"/>
                    <a:pt x="20" y="53"/>
                    <a:pt x="20" y="53"/>
                  </a:cubicBezTo>
                  <a:cubicBezTo>
                    <a:pt x="20" y="53"/>
                    <a:pt x="20" y="52"/>
                    <a:pt x="20" y="52"/>
                  </a:cubicBezTo>
                  <a:cubicBezTo>
                    <a:pt x="20" y="52"/>
                    <a:pt x="20" y="52"/>
                    <a:pt x="20" y="52"/>
                  </a:cubicBezTo>
                  <a:cubicBezTo>
                    <a:pt x="22" y="54"/>
                    <a:pt x="22" y="54"/>
                    <a:pt x="22" y="54"/>
                  </a:cubicBezTo>
                  <a:cubicBezTo>
                    <a:pt x="21" y="55"/>
                    <a:pt x="21" y="55"/>
                    <a:pt x="21" y="55"/>
                  </a:cubicBezTo>
                  <a:cubicBezTo>
                    <a:pt x="22" y="55"/>
                    <a:pt x="23" y="56"/>
                    <a:pt x="24" y="57"/>
                  </a:cubicBezTo>
                  <a:cubicBezTo>
                    <a:pt x="24" y="57"/>
                    <a:pt x="24" y="57"/>
                    <a:pt x="24" y="57"/>
                  </a:cubicBezTo>
                  <a:cubicBezTo>
                    <a:pt x="23" y="58"/>
                    <a:pt x="22" y="58"/>
                    <a:pt x="22" y="58"/>
                  </a:cubicBezTo>
                  <a:close/>
                  <a:moveTo>
                    <a:pt x="21" y="67"/>
                  </a:moveTo>
                  <a:cubicBezTo>
                    <a:pt x="20" y="68"/>
                    <a:pt x="19" y="68"/>
                    <a:pt x="18" y="67"/>
                  </a:cubicBezTo>
                  <a:cubicBezTo>
                    <a:pt x="18" y="67"/>
                    <a:pt x="17" y="67"/>
                    <a:pt x="17" y="66"/>
                  </a:cubicBezTo>
                  <a:cubicBezTo>
                    <a:pt x="17" y="65"/>
                    <a:pt x="16" y="65"/>
                    <a:pt x="16" y="65"/>
                  </a:cubicBezTo>
                  <a:cubicBezTo>
                    <a:pt x="16" y="64"/>
                    <a:pt x="16" y="64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6" y="63"/>
                    <a:pt x="16" y="63"/>
                    <a:pt x="16" y="63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8" y="61"/>
                    <a:pt x="18" y="61"/>
                    <a:pt x="18" y="61"/>
                  </a:cubicBezTo>
                  <a:cubicBezTo>
                    <a:pt x="17" y="63"/>
                    <a:pt x="16" y="64"/>
                    <a:pt x="17" y="65"/>
                  </a:cubicBezTo>
                  <a:cubicBezTo>
                    <a:pt x="18" y="65"/>
                    <a:pt x="18" y="66"/>
                    <a:pt x="18" y="66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20" y="65"/>
                    <a:pt x="20" y="65"/>
                    <a:pt x="20" y="63"/>
                  </a:cubicBezTo>
                  <a:cubicBezTo>
                    <a:pt x="20" y="62"/>
                    <a:pt x="20" y="62"/>
                    <a:pt x="20" y="62"/>
                  </a:cubicBezTo>
                  <a:cubicBezTo>
                    <a:pt x="20" y="61"/>
                    <a:pt x="20" y="60"/>
                    <a:pt x="21" y="59"/>
                  </a:cubicBezTo>
                  <a:cubicBezTo>
                    <a:pt x="22" y="59"/>
                    <a:pt x="22" y="59"/>
                    <a:pt x="23" y="59"/>
                  </a:cubicBezTo>
                  <a:cubicBezTo>
                    <a:pt x="24" y="59"/>
                    <a:pt x="24" y="60"/>
                    <a:pt x="25" y="61"/>
                  </a:cubicBezTo>
                  <a:cubicBezTo>
                    <a:pt x="25" y="61"/>
                    <a:pt x="25" y="61"/>
                    <a:pt x="25" y="62"/>
                  </a:cubicBezTo>
                  <a:cubicBezTo>
                    <a:pt x="25" y="62"/>
                    <a:pt x="25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6" y="63"/>
                    <a:pt x="26" y="63"/>
                    <a:pt x="26" y="63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4" y="64"/>
                    <a:pt x="24" y="64"/>
                    <a:pt x="24" y="64"/>
                  </a:cubicBezTo>
                  <a:cubicBezTo>
                    <a:pt x="25" y="63"/>
                    <a:pt x="25" y="61"/>
                    <a:pt x="25" y="61"/>
                  </a:cubicBezTo>
                  <a:cubicBezTo>
                    <a:pt x="25" y="60"/>
                    <a:pt x="24" y="60"/>
                    <a:pt x="24" y="60"/>
                  </a:cubicBezTo>
                  <a:cubicBezTo>
                    <a:pt x="24" y="60"/>
                    <a:pt x="23" y="60"/>
                    <a:pt x="23" y="60"/>
                  </a:cubicBezTo>
                  <a:cubicBezTo>
                    <a:pt x="22" y="60"/>
                    <a:pt x="22" y="61"/>
                    <a:pt x="22" y="62"/>
                  </a:cubicBezTo>
                  <a:cubicBezTo>
                    <a:pt x="22" y="64"/>
                    <a:pt x="22" y="64"/>
                    <a:pt x="22" y="64"/>
                  </a:cubicBezTo>
                  <a:cubicBezTo>
                    <a:pt x="22" y="66"/>
                    <a:pt x="22" y="67"/>
                    <a:pt x="21" y="67"/>
                  </a:cubicBezTo>
                  <a:close/>
                  <a:moveTo>
                    <a:pt x="33" y="67"/>
                  </a:moveTo>
                  <a:cubicBezTo>
                    <a:pt x="32" y="67"/>
                    <a:pt x="32" y="67"/>
                    <a:pt x="32" y="67"/>
                  </a:cubicBezTo>
                  <a:cubicBezTo>
                    <a:pt x="32" y="67"/>
                    <a:pt x="32" y="66"/>
                    <a:pt x="31" y="66"/>
                  </a:cubicBezTo>
                  <a:cubicBezTo>
                    <a:pt x="31" y="66"/>
                    <a:pt x="31" y="66"/>
                    <a:pt x="31" y="65"/>
                  </a:cubicBezTo>
                  <a:cubicBezTo>
                    <a:pt x="31" y="65"/>
                    <a:pt x="32" y="65"/>
                    <a:pt x="32" y="65"/>
                  </a:cubicBezTo>
                  <a:cubicBezTo>
                    <a:pt x="32" y="65"/>
                    <a:pt x="32" y="64"/>
                    <a:pt x="32" y="65"/>
                  </a:cubicBezTo>
                  <a:cubicBezTo>
                    <a:pt x="33" y="65"/>
                    <a:pt x="33" y="65"/>
                    <a:pt x="33" y="65"/>
                  </a:cubicBezTo>
                  <a:cubicBezTo>
                    <a:pt x="33" y="65"/>
                    <a:pt x="34" y="65"/>
                    <a:pt x="33" y="66"/>
                  </a:cubicBezTo>
                  <a:cubicBezTo>
                    <a:pt x="33" y="66"/>
                    <a:pt x="33" y="66"/>
                    <a:pt x="33" y="67"/>
                  </a:cubicBezTo>
                  <a:close/>
                  <a:moveTo>
                    <a:pt x="22" y="75"/>
                  </a:moveTo>
                  <a:cubicBezTo>
                    <a:pt x="20" y="71"/>
                    <a:pt x="20" y="71"/>
                    <a:pt x="20" y="71"/>
                  </a:cubicBezTo>
                  <a:cubicBezTo>
                    <a:pt x="20" y="71"/>
                    <a:pt x="20" y="71"/>
                    <a:pt x="20" y="71"/>
                  </a:cubicBezTo>
                  <a:cubicBezTo>
                    <a:pt x="21" y="71"/>
                    <a:pt x="22" y="72"/>
                    <a:pt x="22" y="71"/>
                  </a:cubicBezTo>
                  <a:cubicBezTo>
                    <a:pt x="27" y="69"/>
                    <a:pt x="27" y="69"/>
                    <a:pt x="27" y="69"/>
                  </a:cubicBezTo>
                  <a:cubicBezTo>
                    <a:pt x="28" y="68"/>
                    <a:pt x="28" y="68"/>
                    <a:pt x="28" y="67"/>
                  </a:cubicBezTo>
                  <a:cubicBezTo>
                    <a:pt x="27" y="67"/>
                    <a:pt x="27" y="67"/>
                    <a:pt x="27" y="67"/>
                  </a:cubicBezTo>
                  <a:cubicBezTo>
                    <a:pt x="28" y="67"/>
                    <a:pt x="28" y="67"/>
                    <a:pt x="28" y="67"/>
                  </a:cubicBezTo>
                  <a:cubicBezTo>
                    <a:pt x="30" y="69"/>
                    <a:pt x="30" y="69"/>
                    <a:pt x="30" y="69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2" y="73"/>
                    <a:pt x="22" y="73"/>
                    <a:pt x="22" y="75"/>
                  </a:cubicBezTo>
                  <a:cubicBezTo>
                    <a:pt x="22" y="75"/>
                    <a:pt x="22" y="75"/>
                    <a:pt x="22" y="75"/>
                  </a:cubicBezTo>
                  <a:close/>
                  <a:moveTo>
                    <a:pt x="28" y="80"/>
                  </a:moveTo>
                  <a:cubicBezTo>
                    <a:pt x="27" y="80"/>
                    <a:pt x="26" y="80"/>
                    <a:pt x="26" y="79"/>
                  </a:cubicBezTo>
                  <a:cubicBezTo>
                    <a:pt x="26" y="79"/>
                    <a:pt x="25" y="79"/>
                    <a:pt x="25" y="79"/>
                  </a:cubicBezTo>
                  <a:cubicBezTo>
                    <a:pt x="24" y="78"/>
                    <a:pt x="24" y="77"/>
                    <a:pt x="26" y="76"/>
                  </a:cubicBezTo>
                  <a:cubicBezTo>
                    <a:pt x="31" y="73"/>
                    <a:pt x="31" y="73"/>
                    <a:pt x="31" y="73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0" y="71"/>
                    <a:pt x="30" y="71"/>
                    <a:pt x="30" y="71"/>
                  </a:cubicBezTo>
                  <a:cubicBezTo>
                    <a:pt x="31" y="72"/>
                    <a:pt x="32" y="72"/>
                    <a:pt x="34" y="72"/>
                  </a:cubicBezTo>
                  <a:cubicBezTo>
                    <a:pt x="34" y="72"/>
                    <a:pt x="34" y="72"/>
                    <a:pt x="34" y="72"/>
                  </a:cubicBezTo>
                  <a:cubicBezTo>
                    <a:pt x="32" y="73"/>
                    <a:pt x="32" y="73"/>
                    <a:pt x="32" y="73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3" y="75"/>
                    <a:pt x="33" y="75"/>
                    <a:pt x="33" y="75"/>
                  </a:cubicBezTo>
                  <a:cubicBezTo>
                    <a:pt x="32" y="74"/>
                    <a:pt x="32" y="74"/>
                    <a:pt x="32" y="74"/>
                  </a:cubicBezTo>
                  <a:cubicBezTo>
                    <a:pt x="27" y="77"/>
                    <a:pt x="27" y="77"/>
                    <a:pt x="27" y="77"/>
                  </a:cubicBezTo>
                  <a:cubicBezTo>
                    <a:pt x="26" y="78"/>
                    <a:pt x="26" y="79"/>
                    <a:pt x="26" y="79"/>
                  </a:cubicBezTo>
                  <a:cubicBezTo>
                    <a:pt x="27" y="79"/>
                    <a:pt x="27" y="79"/>
                    <a:pt x="28" y="80"/>
                  </a:cubicBezTo>
                  <a:cubicBezTo>
                    <a:pt x="28" y="80"/>
                    <a:pt x="28" y="80"/>
                    <a:pt x="28" y="80"/>
                  </a:cubicBezTo>
                  <a:close/>
                  <a:moveTo>
                    <a:pt x="40" y="84"/>
                  </a:moveTo>
                  <a:cubicBezTo>
                    <a:pt x="40" y="84"/>
                    <a:pt x="40" y="83"/>
                    <a:pt x="40" y="83"/>
                  </a:cubicBezTo>
                  <a:cubicBezTo>
                    <a:pt x="39" y="83"/>
                    <a:pt x="39" y="83"/>
                    <a:pt x="39" y="83"/>
                  </a:cubicBezTo>
                  <a:cubicBezTo>
                    <a:pt x="30" y="86"/>
                    <a:pt x="30" y="86"/>
                    <a:pt x="30" y="86"/>
                  </a:cubicBezTo>
                  <a:cubicBezTo>
                    <a:pt x="28" y="87"/>
                    <a:pt x="26" y="87"/>
                    <a:pt x="25" y="86"/>
                  </a:cubicBezTo>
                  <a:cubicBezTo>
                    <a:pt x="24" y="85"/>
                    <a:pt x="25" y="84"/>
                    <a:pt x="25" y="84"/>
                  </a:cubicBezTo>
                  <a:cubicBezTo>
                    <a:pt x="25" y="84"/>
                    <a:pt x="26" y="84"/>
                    <a:pt x="26" y="84"/>
                  </a:cubicBezTo>
                  <a:cubicBezTo>
                    <a:pt x="26" y="84"/>
                    <a:pt x="26" y="84"/>
                    <a:pt x="26" y="84"/>
                  </a:cubicBezTo>
                  <a:cubicBezTo>
                    <a:pt x="26" y="84"/>
                    <a:pt x="27" y="85"/>
                    <a:pt x="27" y="85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8" y="86"/>
                    <a:pt x="29" y="86"/>
                    <a:pt x="31" y="85"/>
                  </a:cubicBezTo>
                  <a:cubicBezTo>
                    <a:pt x="34" y="78"/>
                    <a:pt x="34" y="78"/>
                    <a:pt x="34" y="78"/>
                  </a:cubicBezTo>
                  <a:cubicBezTo>
                    <a:pt x="35" y="77"/>
                    <a:pt x="35" y="77"/>
                    <a:pt x="35" y="77"/>
                  </a:cubicBezTo>
                  <a:cubicBezTo>
                    <a:pt x="35" y="77"/>
                    <a:pt x="35" y="77"/>
                    <a:pt x="34" y="76"/>
                  </a:cubicBezTo>
                  <a:cubicBezTo>
                    <a:pt x="35" y="76"/>
                    <a:pt x="35" y="76"/>
                    <a:pt x="35" y="76"/>
                  </a:cubicBezTo>
                  <a:cubicBezTo>
                    <a:pt x="38" y="79"/>
                    <a:pt x="38" y="79"/>
                    <a:pt x="38" y="79"/>
                  </a:cubicBezTo>
                  <a:cubicBezTo>
                    <a:pt x="37" y="79"/>
                    <a:pt x="37" y="79"/>
                    <a:pt x="37" y="79"/>
                  </a:cubicBezTo>
                  <a:cubicBezTo>
                    <a:pt x="37" y="79"/>
                    <a:pt x="36" y="79"/>
                    <a:pt x="36" y="79"/>
                  </a:cubicBezTo>
                  <a:cubicBezTo>
                    <a:pt x="36" y="79"/>
                    <a:pt x="36" y="79"/>
                    <a:pt x="36" y="79"/>
                  </a:cubicBezTo>
                  <a:cubicBezTo>
                    <a:pt x="33" y="84"/>
                    <a:pt x="33" y="84"/>
                    <a:pt x="33" y="84"/>
                  </a:cubicBezTo>
                  <a:cubicBezTo>
                    <a:pt x="38" y="83"/>
                    <a:pt x="38" y="83"/>
                    <a:pt x="38" y="83"/>
                  </a:cubicBezTo>
                  <a:cubicBezTo>
                    <a:pt x="38" y="83"/>
                    <a:pt x="39" y="82"/>
                    <a:pt x="39" y="82"/>
                  </a:cubicBezTo>
                  <a:cubicBezTo>
                    <a:pt x="39" y="82"/>
                    <a:pt x="39" y="82"/>
                    <a:pt x="39" y="82"/>
                  </a:cubicBezTo>
                  <a:cubicBezTo>
                    <a:pt x="39" y="81"/>
                    <a:pt x="39" y="81"/>
                    <a:pt x="38" y="81"/>
                  </a:cubicBezTo>
                  <a:cubicBezTo>
                    <a:pt x="39" y="81"/>
                    <a:pt x="39" y="81"/>
                    <a:pt x="39" y="81"/>
                  </a:cubicBezTo>
                  <a:cubicBezTo>
                    <a:pt x="40" y="84"/>
                    <a:pt x="40" y="84"/>
                    <a:pt x="40" y="84"/>
                  </a:cubicBezTo>
                  <a:cubicBezTo>
                    <a:pt x="40" y="84"/>
                    <a:pt x="40" y="84"/>
                    <a:pt x="40" y="84"/>
                  </a:cubicBezTo>
                  <a:close/>
                  <a:moveTo>
                    <a:pt x="47" y="97"/>
                  </a:moveTo>
                  <a:cubicBezTo>
                    <a:pt x="46" y="97"/>
                    <a:pt x="45" y="98"/>
                    <a:pt x="44" y="98"/>
                  </a:cubicBezTo>
                  <a:cubicBezTo>
                    <a:pt x="42" y="98"/>
                    <a:pt x="41" y="98"/>
                    <a:pt x="40" y="97"/>
                  </a:cubicBezTo>
                  <a:cubicBezTo>
                    <a:pt x="40" y="96"/>
                    <a:pt x="39" y="95"/>
                    <a:pt x="39" y="94"/>
                  </a:cubicBezTo>
                  <a:cubicBezTo>
                    <a:pt x="39" y="93"/>
                    <a:pt x="40" y="91"/>
                    <a:pt x="41" y="91"/>
                  </a:cubicBezTo>
                  <a:cubicBezTo>
                    <a:pt x="42" y="90"/>
                    <a:pt x="43" y="89"/>
                    <a:pt x="44" y="89"/>
                  </a:cubicBezTo>
                  <a:cubicBezTo>
                    <a:pt x="45" y="89"/>
                    <a:pt x="46" y="89"/>
                    <a:pt x="47" y="90"/>
                  </a:cubicBezTo>
                  <a:cubicBezTo>
                    <a:pt x="48" y="91"/>
                    <a:pt x="49" y="92"/>
                    <a:pt x="49" y="93"/>
                  </a:cubicBezTo>
                  <a:cubicBezTo>
                    <a:pt x="49" y="95"/>
                    <a:pt x="48" y="95"/>
                    <a:pt x="47" y="97"/>
                  </a:cubicBezTo>
                  <a:close/>
                  <a:moveTo>
                    <a:pt x="45" y="96"/>
                  </a:moveTo>
                  <a:cubicBezTo>
                    <a:pt x="46" y="95"/>
                    <a:pt x="47" y="94"/>
                    <a:pt x="47" y="93"/>
                  </a:cubicBezTo>
                  <a:cubicBezTo>
                    <a:pt x="48" y="92"/>
                    <a:pt x="47" y="91"/>
                    <a:pt x="47" y="90"/>
                  </a:cubicBezTo>
                  <a:cubicBezTo>
                    <a:pt x="46" y="90"/>
                    <a:pt x="46" y="89"/>
                    <a:pt x="45" y="90"/>
                  </a:cubicBezTo>
                  <a:cubicBezTo>
                    <a:pt x="44" y="90"/>
                    <a:pt x="44" y="91"/>
                    <a:pt x="43" y="91"/>
                  </a:cubicBezTo>
                  <a:cubicBezTo>
                    <a:pt x="42" y="92"/>
                    <a:pt x="41" y="93"/>
                    <a:pt x="41" y="94"/>
                  </a:cubicBezTo>
                  <a:cubicBezTo>
                    <a:pt x="40" y="95"/>
                    <a:pt x="40" y="96"/>
                    <a:pt x="41" y="97"/>
                  </a:cubicBezTo>
                  <a:cubicBezTo>
                    <a:pt x="42" y="97"/>
                    <a:pt x="42" y="97"/>
                    <a:pt x="43" y="97"/>
                  </a:cubicBezTo>
                  <a:cubicBezTo>
                    <a:pt x="44" y="97"/>
                    <a:pt x="44" y="97"/>
                    <a:pt x="45" y="96"/>
                  </a:cubicBezTo>
                  <a:close/>
                  <a:moveTo>
                    <a:pt x="60" y="97"/>
                  </a:moveTo>
                  <a:cubicBezTo>
                    <a:pt x="59" y="97"/>
                    <a:pt x="59" y="97"/>
                    <a:pt x="59" y="97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58" y="97"/>
                    <a:pt x="58" y="97"/>
                    <a:pt x="58" y="96"/>
                  </a:cubicBezTo>
                  <a:cubicBezTo>
                    <a:pt x="58" y="96"/>
                    <a:pt x="58" y="95"/>
                    <a:pt x="58" y="95"/>
                  </a:cubicBezTo>
                  <a:cubicBezTo>
                    <a:pt x="58" y="95"/>
                    <a:pt x="58" y="95"/>
                    <a:pt x="58" y="95"/>
                  </a:cubicBezTo>
                  <a:cubicBezTo>
                    <a:pt x="58" y="94"/>
                    <a:pt x="57" y="94"/>
                    <a:pt x="56" y="95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6" y="99"/>
                    <a:pt x="56" y="99"/>
                    <a:pt x="56" y="99"/>
                  </a:cubicBezTo>
                  <a:cubicBezTo>
                    <a:pt x="54" y="97"/>
                    <a:pt x="54" y="97"/>
                    <a:pt x="54" y="97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49" y="103"/>
                    <a:pt x="49" y="104"/>
                    <a:pt x="50" y="105"/>
                  </a:cubicBezTo>
                  <a:cubicBezTo>
                    <a:pt x="50" y="105"/>
                    <a:pt x="50" y="105"/>
                    <a:pt x="50" y="105"/>
                  </a:cubicBezTo>
                  <a:cubicBezTo>
                    <a:pt x="46" y="102"/>
                    <a:pt x="46" y="102"/>
                    <a:pt x="46" y="102"/>
                  </a:cubicBezTo>
                  <a:cubicBezTo>
                    <a:pt x="46" y="101"/>
                    <a:pt x="46" y="101"/>
                    <a:pt x="46" y="101"/>
                  </a:cubicBezTo>
                  <a:cubicBezTo>
                    <a:pt x="47" y="102"/>
                    <a:pt x="48" y="102"/>
                    <a:pt x="48" y="101"/>
                  </a:cubicBezTo>
                  <a:cubicBezTo>
                    <a:pt x="52" y="96"/>
                    <a:pt x="52" y="96"/>
                    <a:pt x="52" y="96"/>
                  </a:cubicBezTo>
                  <a:cubicBezTo>
                    <a:pt x="51" y="95"/>
                    <a:pt x="51" y="95"/>
                    <a:pt x="51" y="95"/>
                  </a:cubicBezTo>
                  <a:cubicBezTo>
                    <a:pt x="52" y="95"/>
                    <a:pt x="52" y="95"/>
                    <a:pt x="52" y="95"/>
                  </a:cubicBezTo>
                  <a:cubicBezTo>
                    <a:pt x="53" y="96"/>
                    <a:pt x="53" y="96"/>
                    <a:pt x="53" y="96"/>
                  </a:cubicBezTo>
                  <a:cubicBezTo>
                    <a:pt x="53" y="95"/>
                    <a:pt x="53" y="95"/>
                    <a:pt x="53" y="95"/>
                  </a:cubicBezTo>
                  <a:cubicBezTo>
                    <a:pt x="54" y="95"/>
                    <a:pt x="55" y="94"/>
                    <a:pt x="56" y="94"/>
                  </a:cubicBezTo>
                  <a:cubicBezTo>
                    <a:pt x="57" y="94"/>
                    <a:pt x="58" y="94"/>
                    <a:pt x="59" y="95"/>
                  </a:cubicBezTo>
                  <a:cubicBezTo>
                    <a:pt x="59" y="95"/>
                    <a:pt x="60" y="95"/>
                    <a:pt x="60" y="96"/>
                  </a:cubicBezTo>
                  <a:cubicBezTo>
                    <a:pt x="60" y="96"/>
                    <a:pt x="60" y="96"/>
                    <a:pt x="60" y="97"/>
                  </a:cubicBezTo>
                  <a:close/>
                  <a:moveTo>
                    <a:pt x="65" y="111"/>
                  </a:moveTo>
                  <a:cubicBezTo>
                    <a:pt x="64" y="113"/>
                    <a:pt x="63" y="113"/>
                    <a:pt x="62" y="113"/>
                  </a:cubicBezTo>
                  <a:cubicBezTo>
                    <a:pt x="61" y="113"/>
                    <a:pt x="60" y="113"/>
                    <a:pt x="59" y="112"/>
                  </a:cubicBezTo>
                  <a:cubicBezTo>
                    <a:pt x="58" y="112"/>
                    <a:pt x="58" y="111"/>
                    <a:pt x="58" y="111"/>
                  </a:cubicBezTo>
                  <a:cubicBezTo>
                    <a:pt x="57" y="111"/>
                    <a:pt x="57" y="110"/>
                    <a:pt x="57" y="110"/>
                  </a:cubicBezTo>
                  <a:cubicBezTo>
                    <a:pt x="56" y="109"/>
                    <a:pt x="56" y="110"/>
                    <a:pt x="56" y="110"/>
                  </a:cubicBezTo>
                  <a:cubicBezTo>
                    <a:pt x="56" y="109"/>
                    <a:pt x="56" y="109"/>
                    <a:pt x="56" y="109"/>
                  </a:cubicBezTo>
                  <a:cubicBezTo>
                    <a:pt x="58" y="105"/>
                    <a:pt x="58" y="105"/>
                    <a:pt x="58" y="105"/>
                  </a:cubicBezTo>
                  <a:cubicBezTo>
                    <a:pt x="58" y="106"/>
                    <a:pt x="58" y="106"/>
                    <a:pt x="58" y="106"/>
                  </a:cubicBezTo>
                  <a:cubicBezTo>
                    <a:pt x="57" y="108"/>
                    <a:pt x="58" y="110"/>
                    <a:pt x="59" y="111"/>
                  </a:cubicBezTo>
                  <a:cubicBezTo>
                    <a:pt x="60" y="112"/>
                    <a:pt x="60" y="112"/>
                    <a:pt x="61" y="112"/>
                  </a:cubicBezTo>
                  <a:cubicBezTo>
                    <a:pt x="62" y="112"/>
                    <a:pt x="62" y="111"/>
                    <a:pt x="62" y="111"/>
                  </a:cubicBezTo>
                  <a:cubicBezTo>
                    <a:pt x="63" y="110"/>
                    <a:pt x="63" y="109"/>
                    <a:pt x="62" y="107"/>
                  </a:cubicBezTo>
                  <a:cubicBezTo>
                    <a:pt x="62" y="105"/>
                    <a:pt x="62" y="105"/>
                    <a:pt x="62" y="105"/>
                  </a:cubicBezTo>
                  <a:cubicBezTo>
                    <a:pt x="61" y="104"/>
                    <a:pt x="61" y="102"/>
                    <a:pt x="62" y="101"/>
                  </a:cubicBezTo>
                  <a:cubicBezTo>
                    <a:pt x="62" y="100"/>
                    <a:pt x="63" y="100"/>
                    <a:pt x="64" y="99"/>
                  </a:cubicBezTo>
                  <a:cubicBezTo>
                    <a:pt x="65" y="99"/>
                    <a:pt x="66" y="99"/>
                    <a:pt x="67" y="100"/>
                  </a:cubicBezTo>
                  <a:cubicBezTo>
                    <a:pt x="67" y="101"/>
                    <a:pt x="68" y="101"/>
                    <a:pt x="68" y="101"/>
                  </a:cubicBezTo>
                  <a:cubicBezTo>
                    <a:pt x="68" y="102"/>
                    <a:pt x="68" y="102"/>
                    <a:pt x="69" y="102"/>
                  </a:cubicBezTo>
                  <a:cubicBezTo>
                    <a:pt x="69" y="102"/>
                    <a:pt x="69" y="102"/>
                    <a:pt x="70" y="102"/>
                  </a:cubicBezTo>
                  <a:cubicBezTo>
                    <a:pt x="70" y="103"/>
                    <a:pt x="70" y="103"/>
                    <a:pt x="70" y="103"/>
                  </a:cubicBezTo>
                  <a:cubicBezTo>
                    <a:pt x="68" y="107"/>
                    <a:pt x="68" y="107"/>
                    <a:pt x="68" y="107"/>
                  </a:cubicBezTo>
                  <a:cubicBezTo>
                    <a:pt x="67" y="106"/>
                    <a:pt x="67" y="106"/>
                    <a:pt x="67" y="106"/>
                  </a:cubicBezTo>
                  <a:cubicBezTo>
                    <a:pt x="68" y="104"/>
                    <a:pt x="68" y="102"/>
                    <a:pt x="66" y="101"/>
                  </a:cubicBezTo>
                  <a:cubicBezTo>
                    <a:pt x="66" y="101"/>
                    <a:pt x="65" y="101"/>
                    <a:pt x="64" y="101"/>
                  </a:cubicBezTo>
                  <a:cubicBezTo>
                    <a:pt x="64" y="101"/>
                    <a:pt x="64" y="101"/>
                    <a:pt x="63" y="101"/>
                  </a:cubicBezTo>
                  <a:cubicBezTo>
                    <a:pt x="63" y="102"/>
                    <a:pt x="63" y="102"/>
                    <a:pt x="63" y="103"/>
                  </a:cubicBezTo>
                  <a:cubicBezTo>
                    <a:pt x="63" y="103"/>
                    <a:pt x="63" y="104"/>
                    <a:pt x="64" y="105"/>
                  </a:cubicBezTo>
                  <a:cubicBezTo>
                    <a:pt x="64" y="107"/>
                    <a:pt x="64" y="107"/>
                    <a:pt x="64" y="107"/>
                  </a:cubicBezTo>
                  <a:cubicBezTo>
                    <a:pt x="66" y="109"/>
                    <a:pt x="66" y="111"/>
                    <a:pt x="65" y="111"/>
                  </a:cubicBezTo>
                  <a:close/>
                  <a:moveTo>
                    <a:pt x="74" y="117"/>
                  </a:moveTo>
                  <a:cubicBezTo>
                    <a:pt x="73" y="118"/>
                    <a:pt x="72" y="119"/>
                    <a:pt x="71" y="119"/>
                  </a:cubicBezTo>
                  <a:cubicBezTo>
                    <a:pt x="70" y="119"/>
                    <a:pt x="69" y="119"/>
                    <a:pt x="68" y="118"/>
                  </a:cubicBezTo>
                  <a:cubicBezTo>
                    <a:pt x="68" y="118"/>
                    <a:pt x="67" y="117"/>
                    <a:pt x="67" y="116"/>
                  </a:cubicBezTo>
                  <a:cubicBezTo>
                    <a:pt x="66" y="115"/>
                    <a:pt x="67" y="113"/>
                    <a:pt x="68" y="112"/>
                  </a:cubicBezTo>
                  <a:cubicBezTo>
                    <a:pt x="68" y="111"/>
                    <a:pt x="69" y="110"/>
                    <a:pt x="70" y="110"/>
                  </a:cubicBezTo>
                  <a:cubicBezTo>
                    <a:pt x="72" y="109"/>
                    <a:pt x="73" y="109"/>
                    <a:pt x="74" y="110"/>
                  </a:cubicBezTo>
                  <a:cubicBezTo>
                    <a:pt x="75" y="111"/>
                    <a:pt x="75" y="111"/>
                    <a:pt x="76" y="112"/>
                  </a:cubicBezTo>
                  <a:cubicBezTo>
                    <a:pt x="76" y="113"/>
                    <a:pt x="76" y="113"/>
                    <a:pt x="76" y="113"/>
                  </a:cubicBezTo>
                  <a:cubicBezTo>
                    <a:pt x="76" y="114"/>
                    <a:pt x="75" y="114"/>
                    <a:pt x="75" y="114"/>
                  </a:cubicBezTo>
                  <a:cubicBezTo>
                    <a:pt x="75" y="114"/>
                    <a:pt x="75" y="114"/>
                    <a:pt x="74" y="114"/>
                  </a:cubicBezTo>
                  <a:cubicBezTo>
                    <a:pt x="74" y="114"/>
                    <a:pt x="74" y="113"/>
                    <a:pt x="74" y="113"/>
                  </a:cubicBezTo>
                  <a:cubicBezTo>
                    <a:pt x="74" y="113"/>
                    <a:pt x="74" y="113"/>
                    <a:pt x="74" y="113"/>
                  </a:cubicBezTo>
                  <a:cubicBezTo>
                    <a:pt x="74" y="112"/>
                    <a:pt x="74" y="112"/>
                    <a:pt x="74" y="111"/>
                  </a:cubicBezTo>
                  <a:cubicBezTo>
                    <a:pt x="74" y="111"/>
                    <a:pt x="74" y="111"/>
                    <a:pt x="73" y="111"/>
                  </a:cubicBezTo>
                  <a:cubicBezTo>
                    <a:pt x="72" y="110"/>
                    <a:pt x="72" y="110"/>
                    <a:pt x="70" y="111"/>
                  </a:cubicBezTo>
                  <a:cubicBezTo>
                    <a:pt x="70" y="111"/>
                    <a:pt x="69" y="111"/>
                    <a:pt x="69" y="112"/>
                  </a:cubicBezTo>
                  <a:cubicBezTo>
                    <a:pt x="68" y="113"/>
                    <a:pt x="68" y="114"/>
                    <a:pt x="68" y="115"/>
                  </a:cubicBezTo>
                  <a:cubicBezTo>
                    <a:pt x="68" y="116"/>
                    <a:pt x="68" y="117"/>
                    <a:pt x="69" y="117"/>
                  </a:cubicBezTo>
                  <a:cubicBezTo>
                    <a:pt x="71" y="118"/>
                    <a:pt x="72" y="118"/>
                    <a:pt x="74" y="117"/>
                  </a:cubicBezTo>
                  <a:cubicBezTo>
                    <a:pt x="74" y="117"/>
                    <a:pt x="74" y="117"/>
                    <a:pt x="74" y="117"/>
                  </a:cubicBezTo>
                  <a:close/>
                  <a:moveTo>
                    <a:pt x="83" y="111"/>
                  </a:moveTo>
                  <a:cubicBezTo>
                    <a:pt x="83" y="111"/>
                    <a:pt x="82" y="111"/>
                    <a:pt x="82" y="111"/>
                  </a:cubicBezTo>
                  <a:cubicBezTo>
                    <a:pt x="82" y="111"/>
                    <a:pt x="82" y="111"/>
                    <a:pt x="81" y="111"/>
                  </a:cubicBezTo>
                  <a:cubicBezTo>
                    <a:pt x="81" y="111"/>
                    <a:pt x="81" y="111"/>
                    <a:pt x="81" y="111"/>
                  </a:cubicBezTo>
                  <a:cubicBezTo>
                    <a:pt x="81" y="110"/>
                    <a:pt x="81" y="110"/>
                    <a:pt x="81" y="110"/>
                  </a:cubicBezTo>
                  <a:cubicBezTo>
                    <a:pt x="81" y="109"/>
                    <a:pt x="81" y="109"/>
                    <a:pt x="82" y="109"/>
                  </a:cubicBezTo>
                  <a:cubicBezTo>
                    <a:pt x="82" y="109"/>
                    <a:pt x="82" y="109"/>
                    <a:pt x="82" y="109"/>
                  </a:cubicBezTo>
                  <a:cubicBezTo>
                    <a:pt x="83" y="109"/>
                    <a:pt x="83" y="110"/>
                    <a:pt x="83" y="110"/>
                  </a:cubicBezTo>
                  <a:cubicBezTo>
                    <a:pt x="83" y="111"/>
                    <a:pt x="83" y="111"/>
                    <a:pt x="83" y="111"/>
                  </a:cubicBezTo>
                  <a:close/>
                  <a:moveTo>
                    <a:pt x="78" y="123"/>
                  </a:moveTo>
                  <a:cubicBezTo>
                    <a:pt x="74" y="121"/>
                    <a:pt x="74" y="121"/>
                    <a:pt x="74" y="121"/>
                  </a:cubicBezTo>
                  <a:cubicBezTo>
                    <a:pt x="74" y="121"/>
                    <a:pt x="74" y="121"/>
                    <a:pt x="74" y="121"/>
                  </a:cubicBezTo>
                  <a:cubicBezTo>
                    <a:pt x="75" y="121"/>
                    <a:pt x="76" y="121"/>
                    <a:pt x="76" y="120"/>
                  </a:cubicBezTo>
                  <a:cubicBezTo>
                    <a:pt x="78" y="115"/>
                    <a:pt x="78" y="115"/>
                    <a:pt x="78" y="115"/>
                  </a:cubicBezTo>
                  <a:cubicBezTo>
                    <a:pt x="79" y="115"/>
                    <a:pt x="79" y="114"/>
                    <a:pt x="78" y="11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3"/>
                    <a:pt x="78" y="113"/>
                    <a:pt x="78" y="113"/>
                  </a:cubicBezTo>
                  <a:cubicBezTo>
                    <a:pt x="81" y="114"/>
                    <a:pt x="81" y="114"/>
                    <a:pt x="81" y="114"/>
                  </a:cubicBezTo>
                  <a:cubicBezTo>
                    <a:pt x="78" y="121"/>
                    <a:pt x="78" y="121"/>
                    <a:pt x="78" y="121"/>
                  </a:cubicBezTo>
                  <a:cubicBezTo>
                    <a:pt x="77" y="122"/>
                    <a:pt x="78" y="123"/>
                    <a:pt x="78" y="123"/>
                  </a:cubicBezTo>
                  <a:cubicBezTo>
                    <a:pt x="78" y="123"/>
                    <a:pt x="78" y="123"/>
                    <a:pt x="78" y="123"/>
                  </a:cubicBezTo>
                  <a:close/>
                  <a:moveTo>
                    <a:pt x="89" y="124"/>
                  </a:moveTo>
                  <a:cubicBezTo>
                    <a:pt x="88" y="125"/>
                    <a:pt x="87" y="125"/>
                    <a:pt x="86" y="126"/>
                  </a:cubicBezTo>
                  <a:cubicBezTo>
                    <a:pt x="85" y="126"/>
                    <a:pt x="84" y="126"/>
                    <a:pt x="84" y="126"/>
                  </a:cubicBezTo>
                  <a:cubicBezTo>
                    <a:pt x="82" y="125"/>
                    <a:pt x="82" y="125"/>
                    <a:pt x="82" y="124"/>
                  </a:cubicBezTo>
                  <a:cubicBezTo>
                    <a:pt x="81" y="123"/>
                    <a:pt x="81" y="121"/>
                    <a:pt x="82" y="120"/>
                  </a:cubicBezTo>
                  <a:cubicBezTo>
                    <a:pt x="82" y="119"/>
                    <a:pt x="83" y="118"/>
                    <a:pt x="84" y="117"/>
                  </a:cubicBezTo>
                  <a:cubicBezTo>
                    <a:pt x="85" y="117"/>
                    <a:pt x="86" y="117"/>
                    <a:pt x="87" y="117"/>
                  </a:cubicBezTo>
                  <a:cubicBezTo>
                    <a:pt x="88" y="118"/>
                    <a:pt x="89" y="119"/>
                    <a:pt x="89" y="119"/>
                  </a:cubicBezTo>
                  <a:cubicBezTo>
                    <a:pt x="90" y="120"/>
                    <a:pt x="90" y="121"/>
                    <a:pt x="89" y="122"/>
                  </a:cubicBezTo>
                  <a:cubicBezTo>
                    <a:pt x="83" y="119"/>
                    <a:pt x="83" y="119"/>
                    <a:pt x="83" y="119"/>
                  </a:cubicBezTo>
                  <a:cubicBezTo>
                    <a:pt x="83" y="121"/>
                    <a:pt x="83" y="122"/>
                    <a:pt x="83" y="123"/>
                  </a:cubicBezTo>
                  <a:cubicBezTo>
                    <a:pt x="83" y="124"/>
                    <a:pt x="84" y="124"/>
                    <a:pt x="84" y="125"/>
                  </a:cubicBezTo>
                  <a:cubicBezTo>
                    <a:pt x="85" y="125"/>
                    <a:pt x="86" y="125"/>
                    <a:pt x="86" y="125"/>
                  </a:cubicBezTo>
                  <a:cubicBezTo>
                    <a:pt x="88" y="125"/>
                    <a:pt x="88" y="124"/>
                    <a:pt x="89" y="124"/>
                  </a:cubicBezTo>
                  <a:cubicBezTo>
                    <a:pt x="89" y="124"/>
                    <a:pt x="89" y="124"/>
                    <a:pt x="89" y="124"/>
                  </a:cubicBezTo>
                  <a:close/>
                  <a:moveTo>
                    <a:pt x="88" y="120"/>
                  </a:moveTo>
                  <a:cubicBezTo>
                    <a:pt x="88" y="119"/>
                    <a:pt x="88" y="118"/>
                    <a:pt x="87" y="117"/>
                  </a:cubicBezTo>
                  <a:cubicBezTo>
                    <a:pt x="86" y="117"/>
                    <a:pt x="84" y="117"/>
                    <a:pt x="84" y="119"/>
                  </a:cubicBezTo>
                  <a:cubicBezTo>
                    <a:pt x="88" y="120"/>
                    <a:pt x="88" y="120"/>
                    <a:pt x="88" y="120"/>
                  </a:cubicBezTo>
                  <a:close/>
                  <a:moveTo>
                    <a:pt x="98" y="131"/>
                  </a:moveTo>
                  <a:cubicBezTo>
                    <a:pt x="94" y="129"/>
                    <a:pt x="94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5" y="129"/>
                    <a:pt x="96" y="129"/>
                    <a:pt x="96" y="128"/>
                  </a:cubicBezTo>
                  <a:cubicBezTo>
                    <a:pt x="98" y="123"/>
                    <a:pt x="98" y="123"/>
                    <a:pt x="98" y="123"/>
                  </a:cubicBezTo>
                  <a:cubicBezTo>
                    <a:pt x="98" y="123"/>
                    <a:pt x="98" y="123"/>
                    <a:pt x="98" y="122"/>
                  </a:cubicBezTo>
                  <a:cubicBezTo>
                    <a:pt x="98" y="122"/>
                    <a:pt x="97" y="122"/>
                    <a:pt x="97" y="121"/>
                  </a:cubicBezTo>
                  <a:cubicBezTo>
                    <a:pt x="96" y="121"/>
                    <a:pt x="95" y="121"/>
                    <a:pt x="94" y="122"/>
                  </a:cubicBezTo>
                  <a:cubicBezTo>
                    <a:pt x="93" y="127"/>
                    <a:pt x="93" y="127"/>
                    <a:pt x="93" y="127"/>
                  </a:cubicBezTo>
                  <a:cubicBezTo>
                    <a:pt x="92" y="128"/>
                    <a:pt x="93" y="129"/>
                    <a:pt x="94" y="129"/>
                  </a:cubicBezTo>
                  <a:cubicBezTo>
                    <a:pt x="94" y="129"/>
                    <a:pt x="94" y="129"/>
                    <a:pt x="94" y="129"/>
                  </a:cubicBezTo>
                  <a:cubicBezTo>
                    <a:pt x="90" y="128"/>
                    <a:pt x="90" y="128"/>
                    <a:pt x="90" y="128"/>
                  </a:cubicBezTo>
                  <a:cubicBezTo>
                    <a:pt x="90" y="127"/>
                    <a:pt x="90" y="127"/>
                    <a:pt x="90" y="127"/>
                  </a:cubicBezTo>
                  <a:cubicBezTo>
                    <a:pt x="90" y="128"/>
                    <a:pt x="91" y="127"/>
                    <a:pt x="91" y="127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1"/>
                    <a:pt x="93" y="121"/>
                  </a:cubicBezTo>
                  <a:cubicBezTo>
                    <a:pt x="93" y="121"/>
                    <a:pt x="93" y="120"/>
                    <a:pt x="92" y="120"/>
                  </a:cubicBezTo>
                  <a:cubicBezTo>
                    <a:pt x="92" y="120"/>
                    <a:pt x="92" y="120"/>
                    <a:pt x="92" y="120"/>
                  </a:cubicBezTo>
                  <a:cubicBezTo>
                    <a:pt x="96" y="120"/>
                    <a:pt x="96" y="120"/>
                    <a:pt x="96" y="120"/>
                  </a:cubicBezTo>
                  <a:cubicBezTo>
                    <a:pt x="95" y="121"/>
                    <a:pt x="95" y="121"/>
                    <a:pt x="95" y="121"/>
                  </a:cubicBezTo>
                  <a:cubicBezTo>
                    <a:pt x="96" y="121"/>
                    <a:pt x="98" y="121"/>
                    <a:pt x="99" y="121"/>
                  </a:cubicBezTo>
                  <a:cubicBezTo>
                    <a:pt x="100" y="121"/>
                    <a:pt x="101" y="123"/>
                    <a:pt x="100" y="125"/>
                  </a:cubicBezTo>
                  <a:cubicBezTo>
                    <a:pt x="98" y="129"/>
                    <a:pt x="98" y="129"/>
                    <a:pt x="98" y="129"/>
                  </a:cubicBezTo>
                  <a:cubicBezTo>
                    <a:pt x="98" y="130"/>
                    <a:pt x="98" y="131"/>
                    <a:pt x="98" y="131"/>
                  </a:cubicBezTo>
                  <a:cubicBezTo>
                    <a:pt x="98" y="131"/>
                    <a:pt x="98" y="131"/>
                    <a:pt x="98" y="131"/>
                  </a:cubicBezTo>
                  <a:close/>
                  <a:moveTo>
                    <a:pt x="109" y="130"/>
                  </a:moveTo>
                  <a:cubicBezTo>
                    <a:pt x="108" y="131"/>
                    <a:pt x="107" y="132"/>
                    <a:pt x="107" y="132"/>
                  </a:cubicBezTo>
                  <a:cubicBezTo>
                    <a:pt x="106" y="133"/>
                    <a:pt x="105" y="133"/>
                    <a:pt x="104" y="133"/>
                  </a:cubicBezTo>
                  <a:cubicBezTo>
                    <a:pt x="103" y="132"/>
                    <a:pt x="102" y="132"/>
                    <a:pt x="102" y="131"/>
                  </a:cubicBezTo>
                  <a:cubicBezTo>
                    <a:pt x="101" y="129"/>
                    <a:pt x="101" y="128"/>
                    <a:pt x="101" y="127"/>
                  </a:cubicBezTo>
                  <a:cubicBezTo>
                    <a:pt x="102" y="126"/>
                    <a:pt x="102" y="125"/>
                    <a:pt x="103" y="124"/>
                  </a:cubicBezTo>
                  <a:cubicBezTo>
                    <a:pt x="104" y="123"/>
                    <a:pt x="106" y="123"/>
                    <a:pt x="107" y="123"/>
                  </a:cubicBezTo>
                  <a:cubicBezTo>
                    <a:pt x="108" y="123"/>
                    <a:pt x="108" y="123"/>
                    <a:pt x="109" y="124"/>
                  </a:cubicBezTo>
                  <a:cubicBezTo>
                    <a:pt x="109" y="125"/>
                    <a:pt x="110" y="125"/>
                    <a:pt x="109" y="126"/>
                  </a:cubicBezTo>
                  <a:cubicBezTo>
                    <a:pt x="109" y="126"/>
                    <a:pt x="109" y="126"/>
                    <a:pt x="109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6"/>
                    <a:pt x="108" y="126"/>
                    <a:pt x="108" y="126"/>
                  </a:cubicBezTo>
                  <a:cubicBezTo>
                    <a:pt x="108" y="125"/>
                    <a:pt x="108" y="125"/>
                    <a:pt x="108" y="125"/>
                  </a:cubicBezTo>
                  <a:cubicBezTo>
                    <a:pt x="108" y="125"/>
                    <a:pt x="108" y="124"/>
                    <a:pt x="108" y="124"/>
                  </a:cubicBezTo>
                  <a:cubicBezTo>
                    <a:pt x="107" y="123"/>
                    <a:pt x="107" y="123"/>
                    <a:pt x="107" y="123"/>
                  </a:cubicBezTo>
                  <a:cubicBezTo>
                    <a:pt x="106" y="123"/>
                    <a:pt x="105" y="123"/>
                    <a:pt x="104" y="124"/>
                  </a:cubicBezTo>
                  <a:cubicBezTo>
                    <a:pt x="104" y="124"/>
                    <a:pt x="104" y="125"/>
                    <a:pt x="103" y="126"/>
                  </a:cubicBezTo>
                  <a:cubicBezTo>
                    <a:pt x="103" y="127"/>
                    <a:pt x="103" y="128"/>
                    <a:pt x="104" y="129"/>
                  </a:cubicBezTo>
                  <a:cubicBezTo>
                    <a:pt x="104" y="129"/>
                    <a:pt x="105" y="130"/>
                    <a:pt x="106" y="130"/>
                  </a:cubicBezTo>
                  <a:cubicBezTo>
                    <a:pt x="106" y="131"/>
                    <a:pt x="107" y="131"/>
                    <a:pt x="109" y="130"/>
                  </a:cubicBezTo>
                  <a:cubicBezTo>
                    <a:pt x="109" y="130"/>
                    <a:pt x="109" y="130"/>
                    <a:pt x="109" y="130"/>
                  </a:cubicBezTo>
                  <a:close/>
                  <a:moveTo>
                    <a:pt x="119" y="132"/>
                  </a:moveTo>
                  <a:cubicBezTo>
                    <a:pt x="118" y="133"/>
                    <a:pt x="118" y="133"/>
                    <a:pt x="117" y="134"/>
                  </a:cubicBezTo>
                  <a:cubicBezTo>
                    <a:pt x="116" y="134"/>
                    <a:pt x="115" y="135"/>
                    <a:pt x="114" y="134"/>
                  </a:cubicBezTo>
                  <a:cubicBezTo>
                    <a:pt x="113" y="134"/>
                    <a:pt x="112" y="133"/>
                    <a:pt x="112" y="133"/>
                  </a:cubicBezTo>
                  <a:cubicBezTo>
                    <a:pt x="111" y="131"/>
                    <a:pt x="111" y="130"/>
                    <a:pt x="111" y="129"/>
                  </a:cubicBezTo>
                  <a:cubicBezTo>
                    <a:pt x="112" y="128"/>
                    <a:pt x="112" y="127"/>
                    <a:pt x="113" y="126"/>
                  </a:cubicBezTo>
                  <a:cubicBezTo>
                    <a:pt x="114" y="125"/>
                    <a:pt x="115" y="125"/>
                    <a:pt x="116" y="125"/>
                  </a:cubicBezTo>
                  <a:cubicBezTo>
                    <a:pt x="118" y="125"/>
                    <a:pt x="118" y="126"/>
                    <a:pt x="119" y="127"/>
                  </a:cubicBezTo>
                  <a:cubicBezTo>
                    <a:pt x="119" y="127"/>
                    <a:pt x="120" y="128"/>
                    <a:pt x="119" y="129"/>
                  </a:cubicBezTo>
                  <a:cubicBezTo>
                    <a:pt x="113" y="128"/>
                    <a:pt x="113" y="128"/>
                    <a:pt x="113" y="128"/>
                  </a:cubicBezTo>
                  <a:cubicBezTo>
                    <a:pt x="112" y="129"/>
                    <a:pt x="113" y="131"/>
                    <a:pt x="113" y="131"/>
                  </a:cubicBezTo>
                  <a:cubicBezTo>
                    <a:pt x="114" y="132"/>
                    <a:pt x="114" y="133"/>
                    <a:pt x="115" y="133"/>
                  </a:cubicBezTo>
                  <a:cubicBezTo>
                    <a:pt x="116" y="133"/>
                    <a:pt x="116" y="133"/>
                    <a:pt x="117" y="133"/>
                  </a:cubicBezTo>
                  <a:cubicBezTo>
                    <a:pt x="118" y="133"/>
                    <a:pt x="118" y="132"/>
                    <a:pt x="119" y="132"/>
                  </a:cubicBezTo>
                  <a:cubicBezTo>
                    <a:pt x="119" y="132"/>
                    <a:pt x="119" y="132"/>
                    <a:pt x="119" y="132"/>
                  </a:cubicBezTo>
                  <a:close/>
                  <a:moveTo>
                    <a:pt x="117" y="129"/>
                  </a:moveTo>
                  <a:cubicBezTo>
                    <a:pt x="117" y="127"/>
                    <a:pt x="116" y="126"/>
                    <a:pt x="115" y="126"/>
                  </a:cubicBezTo>
                  <a:cubicBezTo>
                    <a:pt x="114" y="125"/>
                    <a:pt x="113" y="126"/>
                    <a:pt x="112" y="128"/>
                  </a:cubicBezTo>
                  <a:cubicBezTo>
                    <a:pt x="117" y="129"/>
                    <a:pt x="117" y="129"/>
                    <a:pt x="117" y="129"/>
                  </a:cubicBezTo>
                  <a:close/>
                  <a:moveTo>
                    <a:pt x="133" y="135"/>
                  </a:moveTo>
                  <a:cubicBezTo>
                    <a:pt x="132" y="136"/>
                    <a:pt x="132" y="136"/>
                    <a:pt x="132" y="136"/>
                  </a:cubicBezTo>
                  <a:cubicBezTo>
                    <a:pt x="132" y="137"/>
                    <a:pt x="131" y="137"/>
                    <a:pt x="131" y="137"/>
                  </a:cubicBezTo>
                  <a:cubicBezTo>
                    <a:pt x="130" y="137"/>
                    <a:pt x="130" y="136"/>
                    <a:pt x="130" y="135"/>
                  </a:cubicBezTo>
                  <a:cubicBezTo>
                    <a:pt x="130" y="135"/>
                    <a:pt x="129" y="136"/>
                    <a:pt x="128" y="136"/>
                  </a:cubicBezTo>
                  <a:cubicBezTo>
                    <a:pt x="128" y="136"/>
                    <a:pt x="127" y="136"/>
                    <a:pt x="127" y="136"/>
                  </a:cubicBezTo>
                  <a:cubicBezTo>
                    <a:pt x="126" y="136"/>
                    <a:pt x="126" y="136"/>
                    <a:pt x="125" y="135"/>
                  </a:cubicBezTo>
                  <a:cubicBezTo>
                    <a:pt x="125" y="135"/>
                    <a:pt x="125" y="135"/>
                    <a:pt x="125" y="134"/>
                  </a:cubicBezTo>
                  <a:cubicBezTo>
                    <a:pt x="125" y="133"/>
                    <a:pt x="126" y="132"/>
                    <a:pt x="127" y="131"/>
                  </a:cubicBezTo>
                  <a:cubicBezTo>
                    <a:pt x="128" y="131"/>
                    <a:pt x="129" y="130"/>
                    <a:pt x="130" y="130"/>
                  </a:cubicBezTo>
                  <a:cubicBezTo>
                    <a:pt x="130" y="129"/>
                    <a:pt x="130" y="129"/>
                    <a:pt x="130" y="129"/>
                  </a:cubicBezTo>
                  <a:cubicBezTo>
                    <a:pt x="130" y="128"/>
                    <a:pt x="130" y="127"/>
                    <a:pt x="129" y="127"/>
                  </a:cubicBezTo>
                  <a:cubicBezTo>
                    <a:pt x="128" y="127"/>
                    <a:pt x="128" y="127"/>
                    <a:pt x="128" y="128"/>
                  </a:cubicBezTo>
                  <a:cubicBezTo>
                    <a:pt x="128" y="128"/>
                    <a:pt x="128" y="128"/>
                    <a:pt x="128" y="128"/>
                  </a:cubicBezTo>
                  <a:cubicBezTo>
                    <a:pt x="128" y="129"/>
                    <a:pt x="128" y="129"/>
                    <a:pt x="128" y="129"/>
                  </a:cubicBezTo>
                  <a:cubicBezTo>
                    <a:pt x="128" y="129"/>
                    <a:pt x="128" y="129"/>
                    <a:pt x="127" y="129"/>
                  </a:cubicBezTo>
                  <a:cubicBezTo>
                    <a:pt x="127" y="130"/>
                    <a:pt x="127" y="130"/>
                    <a:pt x="126" y="130"/>
                  </a:cubicBezTo>
                  <a:cubicBezTo>
                    <a:pt x="126" y="130"/>
                    <a:pt x="126" y="130"/>
                    <a:pt x="126" y="129"/>
                  </a:cubicBezTo>
                  <a:cubicBezTo>
                    <a:pt x="125" y="129"/>
                    <a:pt x="125" y="129"/>
                    <a:pt x="126" y="129"/>
                  </a:cubicBezTo>
                  <a:cubicBezTo>
                    <a:pt x="126" y="128"/>
                    <a:pt x="126" y="128"/>
                    <a:pt x="127" y="127"/>
                  </a:cubicBezTo>
                  <a:cubicBezTo>
                    <a:pt x="128" y="127"/>
                    <a:pt x="128" y="127"/>
                    <a:pt x="129" y="127"/>
                  </a:cubicBezTo>
                  <a:cubicBezTo>
                    <a:pt x="130" y="127"/>
                    <a:pt x="131" y="127"/>
                    <a:pt x="132" y="128"/>
                  </a:cubicBezTo>
                  <a:cubicBezTo>
                    <a:pt x="132" y="128"/>
                    <a:pt x="132" y="129"/>
                    <a:pt x="132" y="130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2" y="135"/>
                  </a:cubicBezTo>
                  <a:cubicBezTo>
                    <a:pt x="132" y="135"/>
                    <a:pt x="132" y="135"/>
                    <a:pt x="133" y="135"/>
                  </a:cubicBezTo>
                  <a:cubicBezTo>
                    <a:pt x="133" y="135"/>
                    <a:pt x="133" y="135"/>
                    <a:pt x="133" y="135"/>
                  </a:cubicBezTo>
                  <a:close/>
                  <a:moveTo>
                    <a:pt x="130" y="134"/>
                  </a:moveTo>
                  <a:cubicBezTo>
                    <a:pt x="130" y="131"/>
                    <a:pt x="130" y="131"/>
                    <a:pt x="130" y="131"/>
                  </a:cubicBezTo>
                  <a:cubicBezTo>
                    <a:pt x="129" y="131"/>
                    <a:pt x="128" y="131"/>
                    <a:pt x="128" y="131"/>
                  </a:cubicBezTo>
                  <a:cubicBezTo>
                    <a:pt x="127" y="132"/>
                    <a:pt x="126" y="132"/>
                    <a:pt x="126" y="133"/>
                  </a:cubicBezTo>
                  <a:cubicBezTo>
                    <a:pt x="126" y="134"/>
                    <a:pt x="127" y="135"/>
                    <a:pt x="128" y="135"/>
                  </a:cubicBezTo>
                  <a:cubicBezTo>
                    <a:pt x="128" y="135"/>
                    <a:pt x="129" y="135"/>
                    <a:pt x="130" y="134"/>
                  </a:cubicBezTo>
                  <a:close/>
                  <a:moveTo>
                    <a:pt x="144" y="136"/>
                  </a:move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0" y="136"/>
                    <a:pt x="140" y="136"/>
                  </a:cubicBezTo>
                  <a:cubicBezTo>
                    <a:pt x="140" y="136"/>
                    <a:pt x="141" y="135"/>
                    <a:pt x="141" y="135"/>
                  </a:cubicBezTo>
                  <a:cubicBezTo>
                    <a:pt x="141" y="129"/>
                    <a:pt x="141" y="129"/>
                    <a:pt x="141" y="129"/>
                  </a:cubicBezTo>
                  <a:cubicBezTo>
                    <a:pt x="141" y="129"/>
                    <a:pt x="141" y="129"/>
                    <a:pt x="140" y="128"/>
                  </a:cubicBezTo>
                  <a:cubicBezTo>
                    <a:pt x="140" y="128"/>
                    <a:pt x="140" y="128"/>
                    <a:pt x="139" y="128"/>
                  </a:cubicBezTo>
                  <a:cubicBezTo>
                    <a:pt x="138" y="128"/>
                    <a:pt x="138" y="128"/>
                    <a:pt x="137" y="129"/>
                  </a:cubicBezTo>
                  <a:cubicBezTo>
                    <a:pt x="137" y="135"/>
                    <a:pt x="137" y="135"/>
                    <a:pt x="137" y="135"/>
                  </a:cubicBezTo>
                  <a:cubicBezTo>
                    <a:pt x="137" y="135"/>
                    <a:pt x="137" y="136"/>
                    <a:pt x="138" y="136"/>
                  </a:cubicBezTo>
                  <a:cubicBezTo>
                    <a:pt x="138" y="136"/>
                    <a:pt x="138" y="136"/>
                    <a:pt x="138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4" y="136"/>
                    <a:pt x="134" y="136"/>
                  </a:cubicBezTo>
                  <a:cubicBezTo>
                    <a:pt x="134" y="136"/>
                    <a:pt x="135" y="135"/>
                    <a:pt x="135" y="135"/>
                  </a:cubicBezTo>
                  <a:cubicBezTo>
                    <a:pt x="135" y="129"/>
                    <a:pt x="135" y="129"/>
                    <a:pt x="135" y="129"/>
                  </a:cubicBezTo>
                  <a:cubicBezTo>
                    <a:pt x="135" y="129"/>
                    <a:pt x="135" y="128"/>
                    <a:pt x="134" y="128"/>
                  </a:cubicBezTo>
                  <a:cubicBezTo>
                    <a:pt x="134" y="128"/>
                    <a:pt x="134" y="128"/>
                    <a:pt x="133" y="128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36" y="127"/>
                    <a:pt x="136" y="127"/>
                    <a:pt x="136" y="127"/>
                  </a:cubicBezTo>
                  <a:cubicBezTo>
                    <a:pt x="136" y="128"/>
                    <a:pt x="136" y="128"/>
                    <a:pt x="136" y="128"/>
                  </a:cubicBezTo>
                  <a:cubicBezTo>
                    <a:pt x="137" y="127"/>
                    <a:pt x="138" y="127"/>
                    <a:pt x="140" y="127"/>
                  </a:cubicBezTo>
                  <a:cubicBezTo>
                    <a:pt x="141" y="127"/>
                    <a:pt x="142" y="127"/>
                    <a:pt x="142" y="130"/>
                  </a:cubicBezTo>
                  <a:cubicBezTo>
                    <a:pt x="142" y="135"/>
                    <a:pt x="142" y="135"/>
                    <a:pt x="142" y="135"/>
                  </a:cubicBezTo>
                  <a:cubicBezTo>
                    <a:pt x="143" y="135"/>
                    <a:pt x="143" y="136"/>
                    <a:pt x="144" y="136"/>
                  </a:cubicBezTo>
                  <a:cubicBezTo>
                    <a:pt x="144" y="136"/>
                    <a:pt x="144" y="136"/>
                    <a:pt x="144" y="136"/>
                  </a:cubicBezTo>
                  <a:close/>
                  <a:moveTo>
                    <a:pt x="155" y="134"/>
                  </a:moveTo>
                  <a:cubicBezTo>
                    <a:pt x="154" y="135"/>
                    <a:pt x="153" y="135"/>
                    <a:pt x="152" y="136"/>
                  </a:cubicBezTo>
                  <a:cubicBezTo>
                    <a:pt x="152" y="134"/>
                    <a:pt x="152" y="134"/>
                    <a:pt x="152" y="134"/>
                  </a:cubicBezTo>
                  <a:cubicBezTo>
                    <a:pt x="151" y="135"/>
                    <a:pt x="150" y="136"/>
                    <a:pt x="149" y="136"/>
                  </a:cubicBezTo>
                  <a:cubicBezTo>
                    <a:pt x="148" y="136"/>
                    <a:pt x="148" y="136"/>
                    <a:pt x="147" y="135"/>
                  </a:cubicBezTo>
                  <a:cubicBezTo>
                    <a:pt x="146" y="134"/>
                    <a:pt x="145" y="133"/>
                    <a:pt x="145" y="131"/>
                  </a:cubicBezTo>
                  <a:cubicBezTo>
                    <a:pt x="145" y="130"/>
                    <a:pt x="146" y="129"/>
                    <a:pt x="146" y="128"/>
                  </a:cubicBezTo>
                  <a:cubicBezTo>
                    <a:pt x="146" y="127"/>
                    <a:pt x="148" y="126"/>
                    <a:pt x="149" y="126"/>
                  </a:cubicBezTo>
                  <a:cubicBezTo>
                    <a:pt x="150" y="126"/>
                    <a:pt x="150" y="126"/>
                    <a:pt x="151" y="127"/>
                  </a:cubicBezTo>
                  <a:cubicBezTo>
                    <a:pt x="150" y="124"/>
                    <a:pt x="150" y="124"/>
                    <a:pt x="150" y="124"/>
                  </a:cubicBezTo>
                  <a:cubicBezTo>
                    <a:pt x="150" y="123"/>
                    <a:pt x="150" y="123"/>
                    <a:pt x="150" y="123"/>
                  </a:cubicBezTo>
                  <a:cubicBezTo>
                    <a:pt x="150" y="123"/>
                    <a:pt x="150" y="123"/>
                    <a:pt x="149" y="123"/>
                  </a:cubicBezTo>
                  <a:cubicBezTo>
                    <a:pt x="149" y="123"/>
                    <a:pt x="149" y="123"/>
                    <a:pt x="149" y="123"/>
                  </a:cubicBezTo>
                  <a:cubicBezTo>
                    <a:pt x="150" y="123"/>
                    <a:pt x="150" y="122"/>
                    <a:pt x="152" y="121"/>
                  </a:cubicBezTo>
                  <a:cubicBezTo>
                    <a:pt x="153" y="133"/>
                    <a:pt x="153" y="133"/>
                    <a:pt x="153" y="133"/>
                  </a:cubicBezTo>
                  <a:cubicBezTo>
                    <a:pt x="153" y="134"/>
                    <a:pt x="153" y="134"/>
                    <a:pt x="153" y="134"/>
                  </a:cubicBezTo>
                  <a:cubicBezTo>
                    <a:pt x="154" y="134"/>
                    <a:pt x="155" y="134"/>
                    <a:pt x="155" y="134"/>
                  </a:cubicBezTo>
                  <a:cubicBezTo>
                    <a:pt x="155" y="134"/>
                    <a:pt x="155" y="134"/>
                    <a:pt x="155" y="134"/>
                  </a:cubicBezTo>
                  <a:close/>
                  <a:moveTo>
                    <a:pt x="152" y="133"/>
                  </a:moveTo>
                  <a:cubicBezTo>
                    <a:pt x="152" y="129"/>
                    <a:pt x="152" y="129"/>
                    <a:pt x="152" y="129"/>
                  </a:cubicBezTo>
                  <a:cubicBezTo>
                    <a:pt x="152" y="128"/>
                    <a:pt x="151" y="128"/>
                    <a:pt x="151" y="127"/>
                  </a:cubicBezTo>
                  <a:cubicBezTo>
                    <a:pt x="150" y="127"/>
                    <a:pt x="150" y="127"/>
                    <a:pt x="149" y="127"/>
                  </a:cubicBezTo>
                  <a:cubicBezTo>
                    <a:pt x="148" y="127"/>
                    <a:pt x="148" y="127"/>
                    <a:pt x="147" y="128"/>
                  </a:cubicBezTo>
                  <a:cubicBezTo>
                    <a:pt x="147" y="129"/>
                    <a:pt x="147" y="130"/>
                    <a:pt x="147" y="131"/>
                  </a:cubicBezTo>
                  <a:cubicBezTo>
                    <a:pt x="147" y="132"/>
                    <a:pt x="147" y="133"/>
                    <a:pt x="148" y="134"/>
                  </a:cubicBezTo>
                  <a:cubicBezTo>
                    <a:pt x="148" y="135"/>
                    <a:pt x="149" y="135"/>
                    <a:pt x="150" y="135"/>
                  </a:cubicBezTo>
                  <a:cubicBezTo>
                    <a:pt x="150" y="135"/>
                    <a:pt x="150" y="135"/>
                    <a:pt x="151" y="135"/>
                  </a:cubicBezTo>
                  <a:cubicBezTo>
                    <a:pt x="152" y="134"/>
                    <a:pt x="152" y="134"/>
                    <a:pt x="152" y="133"/>
                  </a:cubicBezTo>
                  <a:close/>
                  <a:moveTo>
                    <a:pt x="170" y="122"/>
                  </a:moveTo>
                  <a:cubicBezTo>
                    <a:pt x="170" y="122"/>
                    <a:pt x="170" y="122"/>
                    <a:pt x="170" y="122"/>
                  </a:cubicBezTo>
                  <a:cubicBezTo>
                    <a:pt x="169" y="121"/>
                    <a:pt x="169" y="120"/>
                    <a:pt x="169" y="120"/>
                  </a:cubicBezTo>
                  <a:cubicBezTo>
                    <a:pt x="168" y="120"/>
                    <a:pt x="168" y="120"/>
                    <a:pt x="167" y="120"/>
                  </a:cubicBezTo>
                  <a:cubicBezTo>
                    <a:pt x="165" y="120"/>
                    <a:pt x="165" y="120"/>
                    <a:pt x="165" y="120"/>
                  </a:cubicBezTo>
                  <a:cubicBezTo>
                    <a:pt x="167" y="131"/>
                    <a:pt x="167" y="131"/>
                    <a:pt x="167" y="131"/>
                  </a:cubicBezTo>
                  <a:cubicBezTo>
                    <a:pt x="168" y="132"/>
                    <a:pt x="168" y="132"/>
                    <a:pt x="170" y="132"/>
                  </a:cubicBezTo>
                  <a:cubicBezTo>
                    <a:pt x="170" y="132"/>
                    <a:pt x="170" y="132"/>
                    <a:pt x="170" y="132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4" y="133"/>
                    <a:pt x="164" y="133"/>
                    <a:pt x="164" y="133"/>
                  </a:cubicBezTo>
                  <a:cubicBezTo>
                    <a:pt x="165" y="133"/>
                    <a:pt x="166" y="132"/>
                    <a:pt x="165" y="131"/>
                  </a:cubicBezTo>
                  <a:cubicBezTo>
                    <a:pt x="163" y="121"/>
                    <a:pt x="163" y="121"/>
                    <a:pt x="163" y="121"/>
                  </a:cubicBezTo>
                  <a:cubicBezTo>
                    <a:pt x="161" y="121"/>
                    <a:pt x="161" y="121"/>
                    <a:pt x="161" y="121"/>
                  </a:cubicBezTo>
                  <a:cubicBezTo>
                    <a:pt x="160" y="121"/>
                    <a:pt x="160" y="122"/>
                    <a:pt x="159" y="122"/>
                  </a:cubicBezTo>
                  <a:cubicBezTo>
                    <a:pt x="159" y="123"/>
                    <a:pt x="159" y="123"/>
                    <a:pt x="159" y="124"/>
                  </a:cubicBezTo>
                  <a:cubicBezTo>
                    <a:pt x="159" y="124"/>
                    <a:pt x="159" y="124"/>
                    <a:pt x="159" y="124"/>
                  </a:cubicBezTo>
                  <a:cubicBezTo>
                    <a:pt x="158" y="121"/>
                    <a:pt x="158" y="121"/>
                    <a:pt x="158" y="121"/>
                  </a:cubicBezTo>
                  <a:cubicBezTo>
                    <a:pt x="169" y="118"/>
                    <a:pt x="169" y="118"/>
                    <a:pt x="169" y="118"/>
                  </a:cubicBezTo>
                  <a:cubicBezTo>
                    <a:pt x="170" y="122"/>
                    <a:pt x="170" y="122"/>
                    <a:pt x="170" y="122"/>
                  </a:cubicBezTo>
                  <a:close/>
                  <a:moveTo>
                    <a:pt x="181" y="125"/>
                  </a:moveTo>
                  <a:cubicBezTo>
                    <a:pt x="181" y="126"/>
                    <a:pt x="181" y="127"/>
                    <a:pt x="180" y="128"/>
                  </a:cubicBezTo>
                  <a:cubicBezTo>
                    <a:pt x="180" y="129"/>
                    <a:pt x="179" y="130"/>
                    <a:pt x="178" y="130"/>
                  </a:cubicBezTo>
                  <a:cubicBezTo>
                    <a:pt x="177" y="131"/>
                    <a:pt x="176" y="131"/>
                    <a:pt x="176" y="130"/>
                  </a:cubicBezTo>
                  <a:cubicBezTo>
                    <a:pt x="174" y="129"/>
                    <a:pt x="174" y="128"/>
                    <a:pt x="173" y="127"/>
                  </a:cubicBezTo>
                  <a:cubicBezTo>
                    <a:pt x="173" y="126"/>
                    <a:pt x="173" y="125"/>
                    <a:pt x="173" y="123"/>
                  </a:cubicBezTo>
                  <a:cubicBezTo>
                    <a:pt x="174" y="122"/>
                    <a:pt x="174" y="121"/>
                    <a:pt x="176" y="121"/>
                  </a:cubicBezTo>
                  <a:cubicBezTo>
                    <a:pt x="177" y="121"/>
                    <a:pt x="178" y="121"/>
                    <a:pt x="178" y="121"/>
                  </a:cubicBezTo>
                  <a:cubicBezTo>
                    <a:pt x="179" y="121"/>
                    <a:pt x="180" y="122"/>
                    <a:pt x="180" y="123"/>
                  </a:cubicBezTo>
                  <a:cubicBezTo>
                    <a:pt x="174" y="125"/>
                    <a:pt x="174" y="125"/>
                    <a:pt x="174" y="125"/>
                  </a:cubicBezTo>
                  <a:cubicBezTo>
                    <a:pt x="175" y="126"/>
                    <a:pt x="176" y="127"/>
                    <a:pt x="176" y="128"/>
                  </a:cubicBezTo>
                  <a:cubicBezTo>
                    <a:pt x="177" y="129"/>
                    <a:pt x="178" y="129"/>
                    <a:pt x="179" y="128"/>
                  </a:cubicBezTo>
                  <a:cubicBezTo>
                    <a:pt x="180" y="128"/>
                    <a:pt x="180" y="127"/>
                    <a:pt x="181" y="127"/>
                  </a:cubicBezTo>
                  <a:cubicBezTo>
                    <a:pt x="180" y="127"/>
                    <a:pt x="181" y="126"/>
                    <a:pt x="181" y="125"/>
                  </a:cubicBezTo>
                  <a:cubicBezTo>
                    <a:pt x="181" y="125"/>
                    <a:pt x="181" y="125"/>
                    <a:pt x="181" y="125"/>
                  </a:cubicBezTo>
                  <a:close/>
                  <a:moveTo>
                    <a:pt x="178" y="123"/>
                  </a:moveTo>
                  <a:cubicBezTo>
                    <a:pt x="177" y="122"/>
                    <a:pt x="176" y="121"/>
                    <a:pt x="175" y="122"/>
                  </a:cubicBezTo>
                  <a:cubicBezTo>
                    <a:pt x="174" y="122"/>
                    <a:pt x="173" y="123"/>
                    <a:pt x="173" y="125"/>
                  </a:cubicBezTo>
                  <a:cubicBezTo>
                    <a:pt x="178" y="123"/>
                    <a:pt x="178" y="123"/>
                    <a:pt x="178" y="123"/>
                  </a:cubicBezTo>
                  <a:close/>
                  <a:moveTo>
                    <a:pt x="190" y="122"/>
                  </a:moveTo>
                  <a:cubicBezTo>
                    <a:pt x="190" y="123"/>
                    <a:pt x="190" y="124"/>
                    <a:pt x="190" y="125"/>
                  </a:cubicBezTo>
                  <a:cubicBezTo>
                    <a:pt x="189" y="126"/>
                    <a:pt x="188" y="127"/>
                    <a:pt x="188" y="127"/>
                  </a:cubicBezTo>
                  <a:cubicBezTo>
                    <a:pt x="186" y="127"/>
                    <a:pt x="186" y="127"/>
                    <a:pt x="184" y="127"/>
                  </a:cubicBezTo>
                  <a:cubicBezTo>
                    <a:pt x="183" y="127"/>
                    <a:pt x="182" y="125"/>
                    <a:pt x="182" y="124"/>
                  </a:cubicBezTo>
                  <a:cubicBezTo>
                    <a:pt x="182" y="123"/>
                    <a:pt x="182" y="122"/>
                    <a:pt x="182" y="121"/>
                  </a:cubicBezTo>
                  <a:cubicBezTo>
                    <a:pt x="182" y="119"/>
                    <a:pt x="183" y="119"/>
                    <a:pt x="185" y="118"/>
                  </a:cubicBezTo>
                  <a:cubicBezTo>
                    <a:pt x="186" y="118"/>
                    <a:pt x="186" y="118"/>
                    <a:pt x="187" y="118"/>
                  </a:cubicBezTo>
                  <a:cubicBezTo>
                    <a:pt x="188" y="118"/>
                    <a:pt x="188" y="118"/>
                    <a:pt x="188" y="119"/>
                  </a:cubicBezTo>
                  <a:cubicBezTo>
                    <a:pt x="188" y="119"/>
                    <a:pt x="188" y="119"/>
                    <a:pt x="188" y="119"/>
                  </a:cubicBezTo>
                  <a:cubicBezTo>
                    <a:pt x="188" y="120"/>
                    <a:pt x="188" y="120"/>
                    <a:pt x="188" y="120"/>
                  </a:cubicBezTo>
                  <a:cubicBezTo>
                    <a:pt x="188" y="120"/>
                    <a:pt x="188" y="120"/>
                    <a:pt x="187" y="120"/>
                  </a:cubicBezTo>
                  <a:cubicBezTo>
                    <a:pt x="187" y="120"/>
                    <a:pt x="187" y="119"/>
                    <a:pt x="187" y="119"/>
                  </a:cubicBezTo>
                  <a:cubicBezTo>
                    <a:pt x="187" y="119"/>
                    <a:pt x="186" y="119"/>
                    <a:pt x="186" y="119"/>
                  </a:cubicBezTo>
                  <a:cubicBezTo>
                    <a:pt x="186" y="119"/>
                    <a:pt x="185" y="119"/>
                    <a:pt x="185" y="119"/>
                  </a:cubicBezTo>
                  <a:cubicBezTo>
                    <a:pt x="184" y="119"/>
                    <a:pt x="183" y="120"/>
                    <a:pt x="183" y="121"/>
                  </a:cubicBezTo>
                  <a:cubicBezTo>
                    <a:pt x="183" y="121"/>
                    <a:pt x="183" y="122"/>
                    <a:pt x="184" y="123"/>
                  </a:cubicBezTo>
                  <a:cubicBezTo>
                    <a:pt x="184" y="124"/>
                    <a:pt x="185" y="125"/>
                    <a:pt x="186" y="125"/>
                  </a:cubicBezTo>
                  <a:cubicBezTo>
                    <a:pt x="186" y="126"/>
                    <a:pt x="187" y="126"/>
                    <a:pt x="188" y="126"/>
                  </a:cubicBezTo>
                  <a:cubicBezTo>
                    <a:pt x="189" y="125"/>
                    <a:pt x="190" y="124"/>
                    <a:pt x="190" y="122"/>
                  </a:cubicBezTo>
                  <a:cubicBezTo>
                    <a:pt x="190" y="122"/>
                    <a:pt x="190" y="122"/>
                    <a:pt x="190" y="122"/>
                  </a:cubicBezTo>
                  <a:close/>
                  <a:moveTo>
                    <a:pt x="202" y="120"/>
                  </a:moveTo>
                  <a:cubicBezTo>
                    <a:pt x="198" y="122"/>
                    <a:pt x="198" y="122"/>
                    <a:pt x="198" y="122"/>
                  </a:cubicBezTo>
                  <a:cubicBezTo>
                    <a:pt x="198" y="121"/>
                    <a:pt x="198" y="121"/>
                    <a:pt x="198" y="121"/>
                  </a:cubicBezTo>
                  <a:cubicBezTo>
                    <a:pt x="199" y="121"/>
                    <a:pt x="199" y="121"/>
                    <a:pt x="198" y="120"/>
                  </a:cubicBezTo>
                  <a:cubicBezTo>
                    <a:pt x="196" y="115"/>
                    <a:pt x="196" y="115"/>
                    <a:pt x="196" y="115"/>
                  </a:cubicBezTo>
                  <a:cubicBezTo>
                    <a:pt x="195" y="114"/>
                    <a:pt x="195" y="114"/>
                    <a:pt x="194" y="115"/>
                  </a:cubicBezTo>
                  <a:cubicBezTo>
                    <a:pt x="193" y="115"/>
                    <a:pt x="192" y="116"/>
                    <a:pt x="192" y="117"/>
                  </a:cubicBezTo>
                  <a:cubicBezTo>
                    <a:pt x="194" y="121"/>
                    <a:pt x="194" y="121"/>
                    <a:pt x="194" y="121"/>
                  </a:cubicBezTo>
                  <a:cubicBezTo>
                    <a:pt x="195" y="122"/>
                    <a:pt x="196" y="122"/>
                    <a:pt x="196" y="122"/>
                  </a:cubicBezTo>
                  <a:cubicBezTo>
                    <a:pt x="196" y="122"/>
                    <a:pt x="196" y="122"/>
                    <a:pt x="196" y="122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2" y="124"/>
                    <a:pt x="192" y="124"/>
                    <a:pt x="192" y="124"/>
                  </a:cubicBezTo>
                  <a:cubicBezTo>
                    <a:pt x="193" y="123"/>
                    <a:pt x="193" y="123"/>
                    <a:pt x="192" y="122"/>
                  </a:cubicBezTo>
                  <a:cubicBezTo>
                    <a:pt x="188" y="113"/>
                    <a:pt x="188" y="113"/>
                    <a:pt x="188" y="113"/>
                  </a:cubicBezTo>
                  <a:cubicBezTo>
                    <a:pt x="187" y="113"/>
                    <a:pt x="187" y="113"/>
                    <a:pt x="187" y="113"/>
                  </a:cubicBezTo>
                  <a:cubicBezTo>
                    <a:pt x="187" y="113"/>
                    <a:pt x="186" y="113"/>
                    <a:pt x="186" y="113"/>
                  </a:cubicBezTo>
                  <a:cubicBezTo>
                    <a:pt x="186" y="113"/>
                    <a:pt x="186" y="113"/>
                    <a:pt x="186" y="113"/>
                  </a:cubicBezTo>
                  <a:cubicBezTo>
                    <a:pt x="186" y="112"/>
                    <a:pt x="187" y="111"/>
                    <a:pt x="188" y="110"/>
                  </a:cubicBezTo>
                  <a:cubicBezTo>
                    <a:pt x="191" y="116"/>
                    <a:pt x="191" y="116"/>
                    <a:pt x="191" y="116"/>
                  </a:cubicBezTo>
                  <a:cubicBezTo>
                    <a:pt x="192" y="114"/>
                    <a:pt x="192" y="113"/>
                    <a:pt x="193" y="113"/>
                  </a:cubicBezTo>
                  <a:cubicBezTo>
                    <a:pt x="195" y="112"/>
                    <a:pt x="196" y="113"/>
                    <a:pt x="197" y="115"/>
                  </a:cubicBezTo>
                  <a:cubicBezTo>
                    <a:pt x="199" y="119"/>
                    <a:pt x="199" y="119"/>
                    <a:pt x="199" y="119"/>
                  </a:cubicBezTo>
                  <a:cubicBezTo>
                    <a:pt x="200" y="120"/>
                    <a:pt x="201" y="120"/>
                    <a:pt x="202" y="120"/>
                  </a:cubicBezTo>
                  <a:cubicBezTo>
                    <a:pt x="202" y="120"/>
                    <a:pt x="202" y="120"/>
                    <a:pt x="202" y="120"/>
                  </a:cubicBezTo>
                  <a:close/>
                  <a:moveTo>
                    <a:pt x="212" y="114"/>
                  </a:moveTo>
                  <a:cubicBezTo>
                    <a:pt x="208" y="116"/>
                    <a:pt x="208" y="116"/>
                    <a:pt x="208" y="116"/>
                  </a:cubicBezTo>
                  <a:cubicBezTo>
                    <a:pt x="208" y="116"/>
                    <a:pt x="208" y="116"/>
                    <a:pt x="208" y="116"/>
                  </a:cubicBezTo>
                  <a:cubicBezTo>
                    <a:pt x="209" y="115"/>
                    <a:pt x="209" y="115"/>
                    <a:pt x="209" y="114"/>
                  </a:cubicBezTo>
                  <a:cubicBezTo>
                    <a:pt x="206" y="110"/>
                    <a:pt x="206" y="110"/>
                    <a:pt x="206" y="110"/>
                  </a:cubicBezTo>
                  <a:cubicBezTo>
                    <a:pt x="206" y="109"/>
                    <a:pt x="206" y="109"/>
                    <a:pt x="206" y="109"/>
                  </a:cubicBezTo>
                  <a:cubicBezTo>
                    <a:pt x="205" y="109"/>
                    <a:pt x="205" y="109"/>
                    <a:pt x="204" y="109"/>
                  </a:cubicBezTo>
                  <a:cubicBezTo>
                    <a:pt x="203" y="110"/>
                    <a:pt x="202" y="111"/>
                    <a:pt x="202" y="111"/>
                  </a:cubicBezTo>
                  <a:cubicBezTo>
                    <a:pt x="205" y="116"/>
                    <a:pt x="205" y="116"/>
                    <a:pt x="205" y="116"/>
                  </a:cubicBezTo>
                  <a:cubicBezTo>
                    <a:pt x="206" y="117"/>
                    <a:pt x="206" y="117"/>
                    <a:pt x="207" y="117"/>
                  </a:cubicBezTo>
                  <a:cubicBezTo>
                    <a:pt x="207" y="117"/>
                    <a:pt x="207" y="117"/>
                    <a:pt x="207" y="117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3" y="119"/>
                    <a:pt x="203" y="119"/>
                    <a:pt x="203" y="119"/>
                  </a:cubicBezTo>
                  <a:cubicBezTo>
                    <a:pt x="204" y="119"/>
                    <a:pt x="204" y="118"/>
                    <a:pt x="204" y="117"/>
                  </a:cubicBezTo>
                  <a:cubicBezTo>
                    <a:pt x="201" y="113"/>
                    <a:pt x="201" y="113"/>
                    <a:pt x="201" y="113"/>
                  </a:cubicBezTo>
                  <a:cubicBezTo>
                    <a:pt x="200" y="112"/>
                    <a:pt x="200" y="112"/>
                    <a:pt x="200" y="112"/>
                  </a:cubicBezTo>
                  <a:cubicBezTo>
                    <a:pt x="200" y="112"/>
                    <a:pt x="200" y="112"/>
                    <a:pt x="199" y="113"/>
                  </a:cubicBezTo>
                  <a:cubicBezTo>
                    <a:pt x="199" y="112"/>
                    <a:pt x="199" y="112"/>
                    <a:pt x="199" y="112"/>
                  </a:cubicBezTo>
                  <a:cubicBezTo>
                    <a:pt x="201" y="110"/>
                    <a:pt x="201" y="110"/>
                    <a:pt x="201" y="110"/>
                  </a:cubicBezTo>
                  <a:cubicBezTo>
                    <a:pt x="202" y="111"/>
                    <a:pt x="202" y="111"/>
                    <a:pt x="202" y="111"/>
                  </a:cubicBezTo>
                  <a:cubicBezTo>
                    <a:pt x="202" y="110"/>
                    <a:pt x="203" y="109"/>
                    <a:pt x="204" y="108"/>
                  </a:cubicBezTo>
                  <a:cubicBezTo>
                    <a:pt x="205" y="107"/>
                    <a:pt x="206" y="108"/>
                    <a:pt x="208" y="110"/>
                  </a:cubicBezTo>
                  <a:cubicBezTo>
                    <a:pt x="210" y="114"/>
                    <a:pt x="210" y="114"/>
                    <a:pt x="210" y="114"/>
                  </a:cubicBezTo>
                  <a:cubicBezTo>
                    <a:pt x="210" y="114"/>
                    <a:pt x="211" y="115"/>
                    <a:pt x="212" y="114"/>
                  </a:cubicBezTo>
                  <a:cubicBezTo>
                    <a:pt x="212" y="114"/>
                    <a:pt x="212" y="114"/>
                    <a:pt x="212" y="114"/>
                  </a:cubicBezTo>
                  <a:close/>
                  <a:moveTo>
                    <a:pt x="218" y="104"/>
                  </a:moveTo>
                  <a:cubicBezTo>
                    <a:pt x="219" y="105"/>
                    <a:pt x="219" y="107"/>
                    <a:pt x="219" y="108"/>
                  </a:cubicBezTo>
                  <a:cubicBezTo>
                    <a:pt x="219" y="109"/>
                    <a:pt x="218" y="110"/>
                    <a:pt x="217" y="111"/>
                  </a:cubicBezTo>
                  <a:cubicBezTo>
                    <a:pt x="216" y="112"/>
                    <a:pt x="215" y="112"/>
                    <a:pt x="214" y="112"/>
                  </a:cubicBezTo>
                  <a:cubicBezTo>
                    <a:pt x="212" y="111"/>
                    <a:pt x="211" y="111"/>
                    <a:pt x="210" y="110"/>
                  </a:cubicBezTo>
                  <a:cubicBezTo>
                    <a:pt x="210" y="109"/>
                    <a:pt x="209" y="107"/>
                    <a:pt x="209" y="106"/>
                  </a:cubicBezTo>
                  <a:cubicBezTo>
                    <a:pt x="209" y="105"/>
                    <a:pt x="210" y="104"/>
                    <a:pt x="211" y="103"/>
                  </a:cubicBezTo>
                  <a:cubicBezTo>
                    <a:pt x="212" y="102"/>
                    <a:pt x="214" y="102"/>
                    <a:pt x="215" y="102"/>
                  </a:cubicBezTo>
                  <a:cubicBezTo>
                    <a:pt x="216" y="102"/>
                    <a:pt x="217" y="103"/>
                    <a:pt x="218" y="104"/>
                  </a:cubicBezTo>
                  <a:close/>
                  <a:moveTo>
                    <a:pt x="217" y="106"/>
                  </a:moveTo>
                  <a:cubicBezTo>
                    <a:pt x="216" y="105"/>
                    <a:pt x="215" y="104"/>
                    <a:pt x="214" y="103"/>
                  </a:cubicBezTo>
                  <a:cubicBezTo>
                    <a:pt x="213" y="103"/>
                    <a:pt x="212" y="103"/>
                    <a:pt x="212" y="103"/>
                  </a:cubicBezTo>
                  <a:cubicBezTo>
                    <a:pt x="211" y="104"/>
                    <a:pt x="211" y="105"/>
                    <a:pt x="211" y="105"/>
                  </a:cubicBezTo>
                  <a:cubicBezTo>
                    <a:pt x="211" y="106"/>
                    <a:pt x="211" y="107"/>
                    <a:pt x="212" y="108"/>
                  </a:cubicBezTo>
                  <a:cubicBezTo>
                    <a:pt x="212" y="109"/>
                    <a:pt x="213" y="110"/>
                    <a:pt x="214" y="110"/>
                  </a:cubicBezTo>
                  <a:cubicBezTo>
                    <a:pt x="215" y="111"/>
                    <a:pt x="216" y="111"/>
                    <a:pt x="217" y="110"/>
                  </a:cubicBezTo>
                  <a:cubicBezTo>
                    <a:pt x="218" y="110"/>
                    <a:pt x="218" y="109"/>
                    <a:pt x="218" y="108"/>
                  </a:cubicBezTo>
                  <a:cubicBezTo>
                    <a:pt x="218" y="107"/>
                    <a:pt x="217" y="107"/>
                    <a:pt x="217" y="106"/>
                  </a:cubicBezTo>
                  <a:close/>
                  <a:moveTo>
                    <a:pt x="226" y="103"/>
                  </a:moveTo>
                  <a:cubicBezTo>
                    <a:pt x="222" y="107"/>
                    <a:pt x="222" y="107"/>
                    <a:pt x="222" y="107"/>
                  </a:cubicBezTo>
                  <a:cubicBezTo>
                    <a:pt x="222" y="106"/>
                    <a:pt x="222" y="106"/>
                    <a:pt x="222" y="106"/>
                  </a:cubicBezTo>
                  <a:cubicBezTo>
                    <a:pt x="223" y="105"/>
                    <a:pt x="223" y="105"/>
                    <a:pt x="223" y="104"/>
                  </a:cubicBezTo>
                  <a:cubicBezTo>
                    <a:pt x="216" y="97"/>
                    <a:pt x="216" y="97"/>
                    <a:pt x="216" y="97"/>
                  </a:cubicBezTo>
                  <a:cubicBezTo>
                    <a:pt x="216" y="96"/>
                    <a:pt x="216" y="96"/>
                    <a:pt x="215" y="96"/>
                  </a:cubicBezTo>
                  <a:cubicBezTo>
                    <a:pt x="215" y="96"/>
                    <a:pt x="215" y="96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7"/>
                    <a:pt x="214" y="97"/>
                    <a:pt x="214" y="97"/>
                  </a:cubicBezTo>
                  <a:cubicBezTo>
                    <a:pt x="214" y="96"/>
                    <a:pt x="215" y="95"/>
                    <a:pt x="216" y="94"/>
                  </a:cubicBezTo>
                  <a:cubicBezTo>
                    <a:pt x="224" y="103"/>
                    <a:pt x="224" y="103"/>
                    <a:pt x="224" y="103"/>
                  </a:cubicBezTo>
                  <a:cubicBezTo>
                    <a:pt x="224" y="104"/>
                    <a:pt x="225" y="104"/>
                    <a:pt x="226" y="103"/>
                  </a:cubicBezTo>
                  <a:cubicBezTo>
                    <a:pt x="226" y="103"/>
                    <a:pt x="226" y="103"/>
                    <a:pt x="226" y="103"/>
                  </a:cubicBezTo>
                  <a:close/>
                  <a:moveTo>
                    <a:pt x="231" y="93"/>
                  </a:moveTo>
                  <a:cubicBezTo>
                    <a:pt x="232" y="94"/>
                    <a:pt x="232" y="95"/>
                    <a:pt x="232" y="96"/>
                  </a:cubicBezTo>
                  <a:cubicBezTo>
                    <a:pt x="232" y="97"/>
                    <a:pt x="232" y="99"/>
                    <a:pt x="230" y="99"/>
                  </a:cubicBezTo>
                  <a:cubicBezTo>
                    <a:pt x="230" y="100"/>
                    <a:pt x="228" y="101"/>
                    <a:pt x="227" y="101"/>
                  </a:cubicBezTo>
                  <a:cubicBezTo>
                    <a:pt x="226" y="101"/>
                    <a:pt x="225" y="100"/>
                    <a:pt x="224" y="99"/>
                  </a:cubicBezTo>
                  <a:cubicBezTo>
                    <a:pt x="223" y="98"/>
                    <a:pt x="222" y="97"/>
                    <a:pt x="222" y="96"/>
                  </a:cubicBezTo>
                  <a:cubicBezTo>
                    <a:pt x="222" y="95"/>
                    <a:pt x="223" y="93"/>
                    <a:pt x="224" y="93"/>
                  </a:cubicBezTo>
                  <a:cubicBezTo>
                    <a:pt x="225" y="92"/>
                    <a:pt x="226" y="91"/>
                    <a:pt x="227" y="91"/>
                  </a:cubicBezTo>
                  <a:cubicBezTo>
                    <a:pt x="229" y="91"/>
                    <a:pt x="230" y="91"/>
                    <a:pt x="231" y="93"/>
                  </a:cubicBezTo>
                  <a:close/>
                  <a:moveTo>
                    <a:pt x="230" y="95"/>
                  </a:moveTo>
                  <a:cubicBezTo>
                    <a:pt x="229" y="94"/>
                    <a:pt x="228" y="93"/>
                    <a:pt x="227" y="93"/>
                  </a:cubicBezTo>
                  <a:cubicBezTo>
                    <a:pt x="226" y="92"/>
                    <a:pt x="225" y="92"/>
                    <a:pt x="224" y="93"/>
                  </a:cubicBezTo>
                  <a:cubicBezTo>
                    <a:pt x="224" y="93"/>
                    <a:pt x="224" y="94"/>
                    <a:pt x="224" y="95"/>
                  </a:cubicBezTo>
                  <a:cubicBezTo>
                    <a:pt x="224" y="96"/>
                    <a:pt x="224" y="96"/>
                    <a:pt x="225" y="97"/>
                  </a:cubicBezTo>
                  <a:cubicBezTo>
                    <a:pt x="226" y="98"/>
                    <a:pt x="227" y="99"/>
                    <a:pt x="228" y="99"/>
                  </a:cubicBezTo>
                  <a:cubicBezTo>
                    <a:pt x="229" y="99"/>
                    <a:pt x="230" y="99"/>
                    <a:pt x="231" y="99"/>
                  </a:cubicBezTo>
                  <a:cubicBezTo>
                    <a:pt x="232" y="98"/>
                    <a:pt x="232" y="97"/>
                    <a:pt x="231" y="97"/>
                  </a:cubicBezTo>
                  <a:cubicBezTo>
                    <a:pt x="231" y="96"/>
                    <a:pt x="231" y="95"/>
                    <a:pt x="230" y="95"/>
                  </a:cubicBezTo>
                  <a:close/>
                  <a:moveTo>
                    <a:pt x="236" y="82"/>
                  </a:moveTo>
                  <a:cubicBezTo>
                    <a:pt x="234" y="83"/>
                    <a:pt x="234" y="83"/>
                    <a:pt x="234" y="83"/>
                  </a:cubicBezTo>
                  <a:cubicBezTo>
                    <a:pt x="235" y="83"/>
                    <a:pt x="236" y="84"/>
                    <a:pt x="236" y="84"/>
                  </a:cubicBezTo>
                  <a:cubicBezTo>
                    <a:pt x="237" y="85"/>
                    <a:pt x="237" y="85"/>
                    <a:pt x="237" y="87"/>
                  </a:cubicBezTo>
                  <a:cubicBezTo>
                    <a:pt x="237" y="87"/>
                    <a:pt x="237" y="88"/>
                    <a:pt x="236" y="89"/>
                  </a:cubicBezTo>
                  <a:cubicBezTo>
                    <a:pt x="236" y="89"/>
                    <a:pt x="236" y="89"/>
                    <a:pt x="236" y="90"/>
                  </a:cubicBezTo>
                  <a:cubicBezTo>
                    <a:pt x="236" y="91"/>
                    <a:pt x="236" y="91"/>
                    <a:pt x="236" y="91"/>
                  </a:cubicBezTo>
                  <a:cubicBezTo>
                    <a:pt x="236" y="92"/>
                    <a:pt x="237" y="91"/>
                    <a:pt x="238" y="90"/>
                  </a:cubicBezTo>
                  <a:cubicBezTo>
                    <a:pt x="239" y="89"/>
                    <a:pt x="240" y="88"/>
                    <a:pt x="240" y="87"/>
                  </a:cubicBezTo>
                  <a:cubicBezTo>
                    <a:pt x="241" y="87"/>
                    <a:pt x="242" y="87"/>
                    <a:pt x="242" y="88"/>
                  </a:cubicBezTo>
                  <a:cubicBezTo>
                    <a:pt x="243" y="88"/>
                    <a:pt x="243" y="89"/>
                    <a:pt x="243" y="91"/>
                  </a:cubicBezTo>
                  <a:cubicBezTo>
                    <a:pt x="243" y="92"/>
                    <a:pt x="242" y="93"/>
                    <a:pt x="242" y="94"/>
                  </a:cubicBezTo>
                  <a:cubicBezTo>
                    <a:pt x="241" y="95"/>
                    <a:pt x="240" y="95"/>
                    <a:pt x="239" y="96"/>
                  </a:cubicBezTo>
                  <a:cubicBezTo>
                    <a:pt x="238" y="96"/>
                    <a:pt x="238" y="96"/>
                    <a:pt x="238" y="95"/>
                  </a:cubicBezTo>
                  <a:cubicBezTo>
                    <a:pt x="237" y="95"/>
                    <a:pt x="237" y="95"/>
                    <a:pt x="237" y="94"/>
                  </a:cubicBezTo>
                  <a:cubicBezTo>
                    <a:pt x="237" y="94"/>
                    <a:pt x="237" y="93"/>
                    <a:pt x="237" y="93"/>
                  </a:cubicBezTo>
                  <a:cubicBezTo>
                    <a:pt x="237" y="93"/>
                    <a:pt x="237" y="93"/>
                    <a:pt x="236" y="93"/>
                  </a:cubicBezTo>
                  <a:cubicBezTo>
                    <a:pt x="236" y="93"/>
                    <a:pt x="236" y="93"/>
                    <a:pt x="236" y="93"/>
                  </a:cubicBezTo>
                  <a:cubicBezTo>
                    <a:pt x="235" y="93"/>
                    <a:pt x="235" y="92"/>
                    <a:pt x="235" y="92"/>
                  </a:cubicBezTo>
                  <a:cubicBezTo>
                    <a:pt x="235" y="91"/>
                    <a:pt x="235" y="91"/>
                    <a:pt x="235" y="90"/>
                  </a:cubicBezTo>
                  <a:cubicBezTo>
                    <a:pt x="234" y="91"/>
                    <a:pt x="233" y="91"/>
                    <a:pt x="232" y="90"/>
                  </a:cubicBezTo>
                  <a:cubicBezTo>
                    <a:pt x="231" y="89"/>
                    <a:pt x="230" y="89"/>
                    <a:pt x="230" y="87"/>
                  </a:cubicBezTo>
                  <a:cubicBezTo>
                    <a:pt x="230" y="87"/>
                    <a:pt x="231" y="85"/>
                    <a:pt x="232" y="85"/>
                  </a:cubicBezTo>
                  <a:cubicBezTo>
                    <a:pt x="232" y="84"/>
                    <a:pt x="232" y="84"/>
                    <a:pt x="233" y="83"/>
                  </a:cubicBezTo>
                  <a:cubicBezTo>
                    <a:pt x="234" y="83"/>
                    <a:pt x="234" y="83"/>
                    <a:pt x="234" y="83"/>
                  </a:cubicBezTo>
                  <a:cubicBezTo>
                    <a:pt x="235" y="81"/>
                    <a:pt x="235" y="81"/>
                    <a:pt x="235" y="81"/>
                  </a:cubicBezTo>
                  <a:cubicBezTo>
                    <a:pt x="236" y="82"/>
                    <a:pt x="236" y="82"/>
                    <a:pt x="236" y="82"/>
                  </a:cubicBezTo>
                  <a:close/>
                  <a:moveTo>
                    <a:pt x="236" y="86"/>
                  </a:moveTo>
                  <a:cubicBezTo>
                    <a:pt x="235" y="86"/>
                    <a:pt x="234" y="85"/>
                    <a:pt x="234" y="85"/>
                  </a:cubicBezTo>
                  <a:cubicBezTo>
                    <a:pt x="233" y="85"/>
                    <a:pt x="232" y="85"/>
                    <a:pt x="232" y="85"/>
                  </a:cubicBezTo>
                  <a:cubicBezTo>
                    <a:pt x="231" y="86"/>
                    <a:pt x="231" y="86"/>
                    <a:pt x="231" y="87"/>
                  </a:cubicBezTo>
                  <a:cubicBezTo>
                    <a:pt x="231" y="87"/>
                    <a:pt x="232" y="87"/>
                    <a:pt x="232" y="88"/>
                  </a:cubicBezTo>
                  <a:cubicBezTo>
                    <a:pt x="233" y="88"/>
                    <a:pt x="233" y="89"/>
                    <a:pt x="234" y="89"/>
                  </a:cubicBezTo>
                  <a:cubicBezTo>
                    <a:pt x="235" y="89"/>
                    <a:pt x="235" y="89"/>
                    <a:pt x="236" y="89"/>
                  </a:cubicBezTo>
                  <a:cubicBezTo>
                    <a:pt x="237" y="88"/>
                    <a:pt x="236" y="87"/>
                    <a:pt x="236" y="86"/>
                  </a:cubicBezTo>
                  <a:close/>
                  <a:moveTo>
                    <a:pt x="242" y="89"/>
                  </a:moveTo>
                  <a:cubicBezTo>
                    <a:pt x="242" y="89"/>
                    <a:pt x="241" y="89"/>
                    <a:pt x="240" y="89"/>
                  </a:cubicBezTo>
                  <a:cubicBezTo>
                    <a:pt x="240" y="90"/>
                    <a:pt x="240" y="90"/>
                    <a:pt x="239" y="91"/>
                  </a:cubicBezTo>
                  <a:cubicBezTo>
                    <a:pt x="238" y="92"/>
                    <a:pt x="238" y="92"/>
                    <a:pt x="237" y="93"/>
                  </a:cubicBezTo>
                  <a:cubicBezTo>
                    <a:pt x="237" y="93"/>
                    <a:pt x="238" y="94"/>
                    <a:pt x="238" y="95"/>
                  </a:cubicBezTo>
                  <a:cubicBezTo>
                    <a:pt x="239" y="95"/>
                    <a:pt x="240" y="95"/>
                    <a:pt x="241" y="93"/>
                  </a:cubicBezTo>
                  <a:cubicBezTo>
                    <a:pt x="242" y="93"/>
                    <a:pt x="242" y="91"/>
                    <a:pt x="243" y="91"/>
                  </a:cubicBezTo>
                  <a:cubicBezTo>
                    <a:pt x="243" y="90"/>
                    <a:pt x="242" y="89"/>
                    <a:pt x="242" y="89"/>
                  </a:cubicBezTo>
                  <a:close/>
                  <a:moveTo>
                    <a:pt x="242" y="73"/>
                  </a:moveTo>
                  <a:cubicBezTo>
                    <a:pt x="242" y="73"/>
                    <a:pt x="242" y="73"/>
                    <a:pt x="242" y="74"/>
                  </a:cubicBezTo>
                  <a:cubicBezTo>
                    <a:pt x="242" y="74"/>
                    <a:pt x="242" y="74"/>
                    <a:pt x="242" y="75"/>
                  </a:cubicBezTo>
                  <a:cubicBezTo>
                    <a:pt x="247" y="83"/>
                    <a:pt x="247" y="83"/>
                    <a:pt x="247" y="83"/>
                  </a:cubicBezTo>
                  <a:cubicBezTo>
                    <a:pt x="248" y="85"/>
                    <a:pt x="248" y="86"/>
                    <a:pt x="247" y="87"/>
                  </a:cubicBezTo>
                  <a:cubicBezTo>
                    <a:pt x="246" y="88"/>
                    <a:pt x="246" y="88"/>
                    <a:pt x="245" y="87"/>
                  </a:cubicBezTo>
                  <a:cubicBezTo>
                    <a:pt x="245" y="87"/>
                    <a:pt x="245" y="87"/>
                    <a:pt x="245" y="87"/>
                  </a:cubicBezTo>
                  <a:cubicBezTo>
                    <a:pt x="245" y="86"/>
                    <a:pt x="245" y="86"/>
                    <a:pt x="245" y="86"/>
                  </a:cubicBezTo>
                  <a:cubicBezTo>
                    <a:pt x="245" y="86"/>
                    <a:pt x="246" y="85"/>
                    <a:pt x="246" y="85"/>
                  </a:cubicBezTo>
                  <a:cubicBezTo>
                    <a:pt x="246" y="85"/>
                    <a:pt x="246" y="85"/>
                    <a:pt x="246" y="85"/>
                  </a:cubicBezTo>
                  <a:cubicBezTo>
                    <a:pt x="247" y="85"/>
                    <a:pt x="246" y="83"/>
                    <a:pt x="245" y="81"/>
                  </a:cubicBezTo>
                  <a:cubicBezTo>
                    <a:pt x="238" y="80"/>
                    <a:pt x="238" y="80"/>
                    <a:pt x="238" y="80"/>
                  </a:cubicBezTo>
                  <a:cubicBezTo>
                    <a:pt x="237" y="80"/>
                    <a:pt x="237" y="80"/>
                    <a:pt x="236" y="80"/>
                  </a:cubicBezTo>
                  <a:cubicBezTo>
                    <a:pt x="236" y="80"/>
                    <a:pt x="236" y="80"/>
                    <a:pt x="236" y="80"/>
                  </a:cubicBezTo>
                  <a:cubicBezTo>
                    <a:pt x="235" y="80"/>
                    <a:pt x="235" y="80"/>
                    <a:pt x="235" y="80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7"/>
                    <a:pt x="238" y="77"/>
                    <a:pt x="238" y="77"/>
                  </a:cubicBezTo>
                  <a:cubicBezTo>
                    <a:pt x="238" y="78"/>
                    <a:pt x="238" y="78"/>
                    <a:pt x="238" y="78"/>
                  </a:cubicBezTo>
                  <a:cubicBezTo>
                    <a:pt x="238" y="78"/>
                    <a:pt x="238" y="79"/>
                    <a:pt x="239" y="79"/>
                  </a:cubicBezTo>
                  <a:cubicBezTo>
                    <a:pt x="244" y="80"/>
                    <a:pt x="244" y="80"/>
                    <a:pt x="244" y="80"/>
                  </a:cubicBezTo>
                  <a:cubicBezTo>
                    <a:pt x="242" y="75"/>
                    <a:pt x="242" y="75"/>
                    <a:pt x="242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1" y="75"/>
                    <a:pt x="241" y="75"/>
                    <a:pt x="241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0" y="75"/>
                    <a:pt x="240" y="75"/>
                    <a:pt x="240" y="75"/>
                  </a:cubicBezTo>
                  <a:cubicBezTo>
                    <a:pt x="242" y="73"/>
                    <a:pt x="242" y="73"/>
                    <a:pt x="242" y="73"/>
                  </a:cubicBezTo>
                  <a:cubicBezTo>
                    <a:pt x="242" y="73"/>
                    <a:pt x="242" y="73"/>
                    <a:pt x="242" y="73"/>
                  </a:cubicBezTo>
                  <a:close/>
                  <a:moveTo>
                    <a:pt x="253" y="63"/>
                  </a:moveTo>
                  <a:cubicBezTo>
                    <a:pt x="254" y="64"/>
                    <a:pt x="255" y="65"/>
                    <a:pt x="255" y="66"/>
                  </a:cubicBezTo>
                  <a:cubicBezTo>
                    <a:pt x="256" y="67"/>
                    <a:pt x="256" y="68"/>
                    <a:pt x="255" y="69"/>
                  </a:cubicBezTo>
                  <a:cubicBezTo>
                    <a:pt x="254" y="71"/>
                    <a:pt x="253" y="71"/>
                    <a:pt x="252" y="71"/>
                  </a:cubicBezTo>
                  <a:cubicBezTo>
                    <a:pt x="251" y="72"/>
                    <a:pt x="250" y="71"/>
                    <a:pt x="248" y="71"/>
                  </a:cubicBezTo>
                  <a:cubicBezTo>
                    <a:pt x="247" y="70"/>
                    <a:pt x="246" y="69"/>
                    <a:pt x="246" y="68"/>
                  </a:cubicBezTo>
                  <a:cubicBezTo>
                    <a:pt x="246" y="67"/>
                    <a:pt x="246" y="66"/>
                    <a:pt x="246" y="65"/>
                  </a:cubicBezTo>
                  <a:cubicBezTo>
                    <a:pt x="247" y="63"/>
                    <a:pt x="248" y="63"/>
                    <a:pt x="249" y="62"/>
                  </a:cubicBezTo>
                  <a:cubicBezTo>
                    <a:pt x="250" y="62"/>
                    <a:pt x="252" y="62"/>
                    <a:pt x="253" y="63"/>
                  </a:cubicBezTo>
                  <a:close/>
                  <a:moveTo>
                    <a:pt x="252" y="65"/>
                  </a:moveTo>
                  <a:cubicBezTo>
                    <a:pt x="251" y="64"/>
                    <a:pt x="250" y="64"/>
                    <a:pt x="249" y="64"/>
                  </a:cubicBezTo>
                  <a:cubicBezTo>
                    <a:pt x="248" y="64"/>
                    <a:pt x="247" y="64"/>
                    <a:pt x="247" y="65"/>
                  </a:cubicBezTo>
                  <a:cubicBezTo>
                    <a:pt x="246" y="66"/>
                    <a:pt x="246" y="66"/>
                    <a:pt x="247" y="67"/>
                  </a:cubicBezTo>
                  <a:cubicBezTo>
                    <a:pt x="247" y="68"/>
                    <a:pt x="248" y="68"/>
                    <a:pt x="249" y="69"/>
                  </a:cubicBezTo>
                  <a:cubicBezTo>
                    <a:pt x="250" y="69"/>
                    <a:pt x="251" y="69"/>
                    <a:pt x="252" y="70"/>
                  </a:cubicBezTo>
                  <a:cubicBezTo>
                    <a:pt x="253" y="70"/>
                    <a:pt x="254" y="69"/>
                    <a:pt x="254" y="69"/>
                  </a:cubicBezTo>
                  <a:cubicBezTo>
                    <a:pt x="255" y="68"/>
                    <a:pt x="255" y="67"/>
                    <a:pt x="254" y="66"/>
                  </a:cubicBezTo>
                  <a:cubicBezTo>
                    <a:pt x="254" y="66"/>
                    <a:pt x="253" y="65"/>
                    <a:pt x="252" y="65"/>
                  </a:cubicBezTo>
                  <a:close/>
                  <a:moveTo>
                    <a:pt x="266" y="40"/>
                  </a:moveTo>
                  <a:cubicBezTo>
                    <a:pt x="267" y="42"/>
                    <a:pt x="267" y="44"/>
                    <a:pt x="266" y="46"/>
                  </a:cubicBezTo>
                  <a:cubicBezTo>
                    <a:pt x="265" y="48"/>
                    <a:pt x="264" y="49"/>
                    <a:pt x="262" y="50"/>
                  </a:cubicBezTo>
                  <a:cubicBezTo>
                    <a:pt x="261" y="51"/>
                    <a:pt x="259" y="51"/>
                    <a:pt x="257" y="50"/>
                  </a:cubicBezTo>
                  <a:cubicBezTo>
                    <a:pt x="255" y="49"/>
                    <a:pt x="254" y="48"/>
                    <a:pt x="253" y="47"/>
                  </a:cubicBezTo>
                  <a:cubicBezTo>
                    <a:pt x="252" y="45"/>
                    <a:pt x="252" y="43"/>
                    <a:pt x="253" y="41"/>
                  </a:cubicBezTo>
                  <a:cubicBezTo>
                    <a:pt x="254" y="41"/>
                    <a:pt x="254" y="40"/>
                    <a:pt x="254" y="39"/>
                  </a:cubicBezTo>
                  <a:cubicBezTo>
                    <a:pt x="255" y="39"/>
                    <a:pt x="255" y="38"/>
                    <a:pt x="255" y="38"/>
                  </a:cubicBezTo>
                  <a:cubicBezTo>
                    <a:pt x="255" y="38"/>
                    <a:pt x="255" y="37"/>
                    <a:pt x="255" y="37"/>
                  </a:cubicBezTo>
                  <a:cubicBezTo>
                    <a:pt x="255" y="37"/>
                    <a:pt x="255" y="37"/>
                    <a:pt x="255" y="37"/>
                  </a:cubicBezTo>
                  <a:cubicBezTo>
                    <a:pt x="259" y="38"/>
                    <a:pt x="259" y="38"/>
                    <a:pt x="259" y="38"/>
                  </a:cubicBezTo>
                  <a:cubicBezTo>
                    <a:pt x="259" y="39"/>
                    <a:pt x="259" y="39"/>
                    <a:pt x="259" y="39"/>
                  </a:cubicBezTo>
                  <a:cubicBezTo>
                    <a:pt x="258" y="39"/>
                    <a:pt x="257" y="39"/>
                    <a:pt x="256" y="39"/>
                  </a:cubicBezTo>
                  <a:cubicBezTo>
                    <a:pt x="255" y="39"/>
                    <a:pt x="254" y="40"/>
                    <a:pt x="254" y="41"/>
                  </a:cubicBezTo>
                  <a:cubicBezTo>
                    <a:pt x="254" y="43"/>
                    <a:pt x="254" y="44"/>
                    <a:pt x="254" y="45"/>
                  </a:cubicBezTo>
                  <a:cubicBezTo>
                    <a:pt x="255" y="47"/>
                    <a:pt x="256" y="47"/>
                    <a:pt x="258" y="48"/>
                  </a:cubicBezTo>
                  <a:cubicBezTo>
                    <a:pt x="260" y="49"/>
                    <a:pt x="261" y="49"/>
                    <a:pt x="263" y="49"/>
                  </a:cubicBezTo>
                  <a:cubicBezTo>
                    <a:pt x="264" y="48"/>
                    <a:pt x="265" y="47"/>
                    <a:pt x="266" y="46"/>
                  </a:cubicBezTo>
                  <a:cubicBezTo>
                    <a:pt x="266" y="45"/>
                    <a:pt x="266" y="43"/>
                    <a:pt x="266" y="42"/>
                  </a:cubicBezTo>
                  <a:cubicBezTo>
                    <a:pt x="266" y="42"/>
                    <a:pt x="266" y="41"/>
                    <a:pt x="266" y="40"/>
                  </a:cubicBezTo>
                  <a:cubicBezTo>
                    <a:pt x="266" y="40"/>
                    <a:pt x="266" y="40"/>
                    <a:pt x="266" y="40"/>
                  </a:cubicBezTo>
                  <a:close/>
                  <a:moveTo>
                    <a:pt x="270" y="30"/>
                  </a:moveTo>
                  <a:cubicBezTo>
                    <a:pt x="269" y="34"/>
                    <a:pt x="269" y="34"/>
                    <a:pt x="269" y="34"/>
                  </a:cubicBezTo>
                  <a:cubicBezTo>
                    <a:pt x="269" y="34"/>
                    <a:pt x="269" y="34"/>
                    <a:pt x="269" y="34"/>
                  </a:cubicBezTo>
                  <a:cubicBezTo>
                    <a:pt x="269" y="33"/>
                    <a:pt x="269" y="33"/>
                    <a:pt x="268" y="32"/>
                  </a:cubicBezTo>
                  <a:cubicBezTo>
                    <a:pt x="263" y="31"/>
                    <a:pt x="263" y="31"/>
                    <a:pt x="263" y="31"/>
                  </a:cubicBezTo>
                  <a:cubicBezTo>
                    <a:pt x="262" y="31"/>
                    <a:pt x="261" y="31"/>
                    <a:pt x="261" y="32"/>
                  </a:cubicBezTo>
                  <a:cubicBezTo>
                    <a:pt x="260" y="33"/>
                    <a:pt x="261" y="33"/>
                    <a:pt x="261" y="34"/>
                  </a:cubicBezTo>
                  <a:cubicBezTo>
                    <a:pt x="266" y="36"/>
                    <a:pt x="266" y="36"/>
                    <a:pt x="266" y="36"/>
                  </a:cubicBezTo>
                  <a:cubicBezTo>
                    <a:pt x="267" y="36"/>
                    <a:pt x="268" y="36"/>
                    <a:pt x="268" y="35"/>
                  </a:cubicBezTo>
                  <a:cubicBezTo>
                    <a:pt x="268" y="35"/>
                    <a:pt x="268" y="35"/>
                    <a:pt x="268" y="35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9"/>
                    <a:pt x="267" y="39"/>
                    <a:pt x="267" y="39"/>
                  </a:cubicBezTo>
                  <a:cubicBezTo>
                    <a:pt x="267" y="38"/>
                    <a:pt x="267" y="38"/>
                    <a:pt x="266" y="37"/>
                  </a:cubicBezTo>
                  <a:cubicBezTo>
                    <a:pt x="256" y="35"/>
                    <a:pt x="256" y="35"/>
                    <a:pt x="256" y="35"/>
                  </a:cubicBezTo>
                  <a:cubicBezTo>
                    <a:pt x="256" y="35"/>
                    <a:pt x="255" y="35"/>
                    <a:pt x="255" y="35"/>
                  </a:cubicBezTo>
                  <a:cubicBezTo>
                    <a:pt x="255" y="35"/>
                    <a:pt x="255" y="35"/>
                    <a:pt x="255" y="35"/>
                  </a:cubicBezTo>
                  <a:cubicBezTo>
                    <a:pt x="254" y="35"/>
                    <a:pt x="254" y="35"/>
                    <a:pt x="254" y="35"/>
                  </a:cubicBezTo>
                  <a:cubicBezTo>
                    <a:pt x="254" y="35"/>
                    <a:pt x="254" y="34"/>
                    <a:pt x="254" y="32"/>
                  </a:cubicBezTo>
                  <a:cubicBezTo>
                    <a:pt x="260" y="34"/>
                    <a:pt x="260" y="34"/>
                    <a:pt x="260" y="34"/>
                  </a:cubicBezTo>
                  <a:cubicBezTo>
                    <a:pt x="260" y="33"/>
                    <a:pt x="259" y="31"/>
                    <a:pt x="260" y="31"/>
                  </a:cubicBezTo>
                  <a:cubicBezTo>
                    <a:pt x="260" y="29"/>
                    <a:pt x="261" y="28"/>
                    <a:pt x="263" y="29"/>
                  </a:cubicBezTo>
                  <a:cubicBezTo>
                    <a:pt x="268" y="30"/>
                    <a:pt x="268" y="30"/>
                    <a:pt x="268" y="30"/>
                  </a:cubicBezTo>
                  <a:cubicBezTo>
                    <a:pt x="270" y="31"/>
                    <a:pt x="270" y="31"/>
                    <a:pt x="270" y="30"/>
                  </a:cubicBezTo>
                  <a:cubicBezTo>
                    <a:pt x="270" y="30"/>
                    <a:pt x="270" y="30"/>
                    <a:pt x="270" y="30"/>
                  </a:cubicBezTo>
                  <a:close/>
                  <a:moveTo>
                    <a:pt x="259" y="22"/>
                  </a:moveTo>
                  <a:cubicBezTo>
                    <a:pt x="259" y="22"/>
                    <a:pt x="259" y="22"/>
                    <a:pt x="260" y="23"/>
                  </a:cubicBezTo>
                  <a:cubicBezTo>
                    <a:pt x="260" y="23"/>
                    <a:pt x="260" y="23"/>
                    <a:pt x="260" y="23"/>
                  </a:cubicBezTo>
                  <a:cubicBezTo>
                    <a:pt x="259" y="24"/>
                    <a:pt x="260" y="24"/>
                    <a:pt x="259" y="24"/>
                  </a:cubicBezTo>
                  <a:cubicBezTo>
                    <a:pt x="259" y="24"/>
                    <a:pt x="259" y="25"/>
                    <a:pt x="258" y="24"/>
                  </a:cubicBezTo>
                  <a:cubicBezTo>
                    <a:pt x="258" y="24"/>
                    <a:pt x="258" y="24"/>
                    <a:pt x="258" y="24"/>
                  </a:cubicBezTo>
                  <a:cubicBezTo>
                    <a:pt x="258" y="23"/>
                    <a:pt x="257" y="23"/>
                    <a:pt x="258" y="23"/>
                  </a:cubicBezTo>
                  <a:cubicBezTo>
                    <a:pt x="258" y="23"/>
                    <a:pt x="258" y="23"/>
                    <a:pt x="258" y="22"/>
                  </a:cubicBezTo>
                  <a:cubicBezTo>
                    <a:pt x="258" y="22"/>
                    <a:pt x="258" y="22"/>
                    <a:pt x="259" y="22"/>
                  </a:cubicBezTo>
                  <a:close/>
                  <a:moveTo>
                    <a:pt x="272" y="23"/>
                  </a:moveTo>
                  <a:cubicBezTo>
                    <a:pt x="271" y="28"/>
                    <a:pt x="271" y="28"/>
                    <a:pt x="271" y="28"/>
                  </a:cubicBezTo>
                  <a:cubicBezTo>
                    <a:pt x="270" y="28"/>
                    <a:pt x="270" y="28"/>
                    <a:pt x="270" y="28"/>
                  </a:cubicBezTo>
                  <a:cubicBezTo>
                    <a:pt x="270" y="27"/>
                    <a:pt x="270" y="26"/>
                    <a:pt x="269" y="26"/>
                  </a:cubicBezTo>
                  <a:cubicBezTo>
                    <a:pt x="264" y="25"/>
                    <a:pt x="264" y="25"/>
                    <a:pt x="264" y="25"/>
                  </a:cubicBezTo>
                  <a:cubicBezTo>
                    <a:pt x="263" y="25"/>
                    <a:pt x="262" y="25"/>
                    <a:pt x="262" y="26"/>
                  </a:cubicBezTo>
                  <a:cubicBezTo>
                    <a:pt x="262" y="26"/>
                    <a:pt x="262" y="26"/>
                    <a:pt x="262" y="27"/>
                  </a:cubicBezTo>
                  <a:cubicBezTo>
                    <a:pt x="262" y="27"/>
                    <a:pt x="262" y="27"/>
                    <a:pt x="262" y="27"/>
                  </a:cubicBezTo>
                  <a:cubicBezTo>
                    <a:pt x="262" y="23"/>
                    <a:pt x="262" y="23"/>
                    <a:pt x="262" y="23"/>
                  </a:cubicBezTo>
                  <a:cubicBezTo>
                    <a:pt x="269" y="24"/>
                    <a:pt x="269" y="24"/>
                    <a:pt x="269" y="24"/>
                  </a:cubicBezTo>
                  <a:cubicBezTo>
                    <a:pt x="271" y="25"/>
                    <a:pt x="271" y="24"/>
                    <a:pt x="272" y="23"/>
                  </a:cubicBezTo>
                  <a:cubicBezTo>
                    <a:pt x="272" y="23"/>
                    <a:pt x="272" y="23"/>
                    <a:pt x="272" y="23"/>
                  </a:cubicBezTo>
                  <a:close/>
                  <a:moveTo>
                    <a:pt x="273" y="12"/>
                  </a:moveTo>
                  <a:cubicBezTo>
                    <a:pt x="273" y="16"/>
                    <a:pt x="273" y="16"/>
                    <a:pt x="273" y="16"/>
                  </a:cubicBezTo>
                  <a:cubicBezTo>
                    <a:pt x="272" y="16"/>
                    <a:pt x="272" y="16"/>
                    <a:pt x="272" y="16"/>
                  </a:cubicBezTo>
                  <a:cubicBezTo>
                    <a:pt x="272" y="15"/>
                    <a:pt x="272" y="15"/>
                    <a:pt x="271" y="15"/>
                  </a:cubicBezTo>
                  <a:cubicBezTo>
                    <a:pt x="266" y="14"/>
                    <a:pt x="266" y="14"/>
                    <a:pt x="266" y="14"/>
                  </a:cubicBezTo>
                  <a:cubicBezTo>
                    <a:pt x="266" y="14"/>
                    <a:pt x="266" y="14"/>
                    <a:pt x="265" y="14"/>
                  </a:cubicBezTo>
                  <a:cubicBezTo>
                    <a:pt x="265" y="15"/>
                    <a:pt x="265" y="15"/>
                    <a:pt x="265" y="15"/>
                  </a:cubicBezTo>
                  <a:cubicBezTo>
                    <a:pt x="265" y="16"/>
                    <a:pt x="265" y="17"/>
                    <a:pt x="266" y="18"/>
                  </a:cubicBezTo>
                  <a:cubicBezTo>
                    <a:pt x="271" y="19"/>
                    <a:pt x="271" y="19"/>
                    <a:pt x="271" y="19"/>
                  </a:cubicBezTo>
                  <a:cubicBezTo>
                    <a:pt x="272" y="19"/>
                    <a:pt x="272" y="18"/>
                    <a:pt x="273" y="17"/>
                  </a:cubicBezTo>
                  <a:cubicBezTo>
                    <a:pt x="273" y="17"/>
                    <a:pt x="273" y="17"/>
                    <a:pt x="273" y="17"/>
                  </a:cubicBezTo>
                  <a:cubicBezTo>
                    <a:pt x="273" y="22"/>
                    <a:pt x="273" y="22"/>
                    <a:pt x="273" y="22"/>
                  </a:cubicBezTo>
                  <a:cubicBezTo>
                    <a:pt x="272" y="22"/>
                    <a:pt x="272" y="22"/>
                    <a:pt x="272" y="22"/>
                  </a:cubicBezTo>
                  <a:cubicBezTo>
                    <a:pt x="272" y="21"/>
                    <a:pt x="272" y="21"/>
                    <a:pt x="271" y="20"/>
                  </a:cubicBezTo>
                  <a:cubicBezTo>
                    <a:pt x="265" y="19"/>
                    <a:pt x="265" y="19"/>
                    <a:pt x="265" y="19"/>
                  </a:cubicBezTo>
                  <a:cubicBezTo>
                    <a:pt x="265" y="19"/>
                    <a:pt x="264" y="19"/>
                    <a:pt x="264" y="19"/>
                  </a:cubicBezTo>
                  <a:cubicBezTo>
                    <a:pt x="264" y="19"/>
                    <a:pt x="264" y="20"/>
                    <a:pt x="264" y="21"/>
                  </a:cubicBezTo>
                  <a:cubicBezTo>
                    <a:pt x="264" y="21"/>
                    <a:pt x="264" y="21"/>
                    <a:pt x="264" y="21"/>
                  </a:cubicBezTo>
                  <a:cubicBezTo>
                    <a:pt x="263" y="17"/>
                    <a:pt x="263" y="17"/>
                    <a:pt x="263" y="17"/>
                  </a:cubicBezTo>
                  <a:cubicBezTo>
                    <a:pt x="265" y="18"/>
                    <a:pt x="265" y="18"/>
                    <a:pt x="265" y="18"/>
                  </a:cubicBezTo>
                  <a:cubicBezTo>
                    <a:pt x="264" y="17"/>
                    <a:pt x="263" y="16"/>
                    <a:pt x="264" y="15"/>
                  </a:cubicBezTo>
                  <a:cubicBezTo>
                    <a:pt x="264" y="13"/>
                    <a:pt x="265" y="12"/>
                    <a:pt x="267" y="13"/>
                  </a:cubicBezTo>
                  <a:cubicBezTo>
                    <a:pt x="272" y="13"/>
                    <a:pt x="272" y="13"/>
                    <a:pt x="272" y="13"/>
                  </a:cubicBezTo>
                  <a:cubicBezTo>
                    <a:pt x="272" y="13"/>
                    <a:pt x="273" y="13"/>
                    <a:pt x="273" y="12"/>
                  </a:cubicBezTo>
                  <a:cubicBezTo>
                    <a:pt x="273" y="12"/>
                    <a:pt x="273" y="12"/>
                    <a:pt x="273" y="12"/>
                  </a:cubicBezTo>
                  <a:close/>
                  <a:moveTo>
                    <a:pt x="273" y="1"/>
                  </a:moveTo>
                  <a:cubicBezTo>
                    <a:pt x="273" y="2"/>
                    <a:pt x="273" y="2"/>
                    <a:pt x="274" y="2"/>
                  </a:cubicBezTo>
                  <a:cubicBezTo>
                    <a:pt x="274" y="3"/>
                    <a:pt x="274" y="3"/>
                    <a:pt x="274" y="3"/>
                  </a:cubicBezTo>
                  <a:cubicBezTo>
                    <a:pt x="274" y="4"/>
                    <a:pt x="274" y="4"/>
                    <a:pt x="272" y="5"/>
                  </a:cubicBezTo>
                  <a:cubicBezTo>
                    <a:pt x="273" y="5"/>
                    <a:pt x="273" y="5"/>
                    <a:pt x="274" y="6"/>
                  </a:cubicBezTo>
                  <a:cubicBezTo>
                    <a:pt x="274" y="7"/>
                    <a:pt x="274" y="7"/>
                    <a:pt x="274" y="7"/>
                  </a:cubicBezTo>
                  <a:cubicBezTo>
                    <a:pt x="274" y="8"/>
                    <a:pt x="274" y="9"/>
                    <a:pt x="273" y="9"/>
                  </a:cubicBezTo>
                  <a:cubicBezTo>
                    <a:pt x="273" y="9"/>
                    <a:pt x="272" y="10"/>
                    <a:pt x="272" y="10"/>
                  </a:cubicBezTo>
                  <a:cubicBezTo>
                    <a:pt x="270" y="10"/>
                    <a:pt x="270" y="9"/>
                    <a:pt x="269" y="8"/>
                  </a:cubicBezTo>
                  <a:cubicBezTo>
                    <a:pt x="268" y="7"/>
                    <a:pt x="268" y="6"/>
                    <a:pt x="268" y="5"/>
                  </a:cubicBezTo>
                  <a:cubicBezTo>
                    <a:pt x="267" y="5"/>
                    <a:pt x="267" y="5"/>
                    <a:pt x="267" y="5"/>
                  </a:cubicBezTo>
                  <a:cubicBezTo>
                    <a:pt x="265" y="5"/>
                    <a:pt x="264" y="5"/>
                    <a:pt x="264" y="6"/>
                  </a:cubicBezTo>
                  <a:cubicBezTo>
                    <a:pt x="264" y="7"/>
                    <a:pt x="265" y="7"/>
                    <a:pt x="265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6" y="7"/>
                  </a:cubicBezTo>
                  <a:cubicBezTo>
                    <a:pt x="266" y="7"/>
                    <a:pt x="266" y="7"/>
                    <a:pt x="267" y="8"/>
                  </a:cubicBezTo>
                  <a:cubicBezTo>
                    <a:pt x="267" y="8"/>
                    <a:pt x="267" y="8"/>
                    <a:pt x="267" y="9"/>
                  </a:cubicBezTo>
                  <a:cubicBezTo>
                    <a:pt x="267" y="9"/>
                    <a:pt x="267" y="9"/>
                    <a:pt x="267" y="9"/>
                  </a:cubicBezTo>
                  <a:cubicBezTo>
                    <a:pt x="266" y="10"/>
                    <a:pt x="266" y="10"/>
                    <a:pt x="266" y="10"/>
                  </a:cubicBezTo>
                  <a:cubicBezTo>
                    <a:pt x="266" y="10"/>
                    <a:pt x="265" y="9"/>
                    <a:pt x="265" y="9"/>
                  </a:cubicBezTo>
                  <a:cubicBezTo>
                    <a:pt x="264" y="8"/>
                    <a:pt x="264" y="7"/>
                    <a:pt x="264" y="7"/>
                  </a:cubicBezTo>
                  <a:cubicBezTo>
                    <a:pt x="264" y="5"/>
                    <a:pt x="265" y="5"/>
                    <a:pt x="265" y="4"/>
                  </a:cubicBezTo>
                  <a:cubicBezTo>
                    <a:pt x="266" y="4"/>
                    <a:pt x="266" y="3"/>
                    <a:pt x="268" y="3"/>
                  </a:cubicBezTo>
                  <a:cubicBezTo>
                    <a:pt x="272" y="3"/>
                    <a:pt x="272" y="3"/>
                    <a:pt x="272" y="3"/>
                  </a:cubicBezTo>
                  <a:cubicBezTo>
                    <a:pt x="272" y="3"/>
                    <a:pt x="273" y="3"/>
                    <a:pt x="273" y="3"/>
                  </a:cubicBezTo>
                  <a:cubicBezTo>
                    <a:pt x="273" y="3"/>
                    <a:pt x="273" y="3"/>
                    <a:pt x="272" y="2"/>
                  </a:cubicBezTo>
                  <a:cubicBezTo>
                    <a:pt x="273" y="1"/>
                    <a:pt x="273" y="1"/>
                    <a:pt x="273" y="1"/>
                  </a:cubicBezTo>
                  <a:close/>
                  <a:moveTo>
                    <a:pt x="272" y="5"/>
                  </a:moveTo>
                  <a:cubicBezTo>
                    <a:pt x="268" y="5"/>
                    <a:pt x="268" y="5"/>
                    <a:pt x="268" y="5"/>
                  </a:cubicBezTo>
                  <a:cubicBezTo>
                    <a:pt x="269" y="6"/>
                    <a:pt x="269" y="7"/>
                    <a:pt x="269" y="7"/>
                  </a:cubicBezTo>
                  <a:cubicBezTo>
                    <a:pt x="270" y="8"/>
                    <a:pt x="270" y="8"/>
                    <a:pt x="271" y="8"/>
                  </a:cubicBezTo>
                  <a:cubicBezTo>
                    <a:pt x="272" y="8"/>
                    <a:pt x="272" y="8"/>
                    <a:pt x="272" y="7"/>
                  </a:cubicBezTo>
                  <a:cubicBezTo>
                    <a:pt x="273" y="6"/>
                    <a:pt x="272" y="5"/>
                    <a:pt x="272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8" name="Freeform 41"/>
            <p:cNvSpPr/>
            <p:nvPr userDrawn="1"/>
          </p:nvSpPr>
          <p:spPr bwMode="auto">
            <a:xfrm>
              <a:off x="8913875" y="4712004"/>
              <a:ext cx="161925" cy="150813"/>
            </a:xfrm>
            <a:custGeom>
              <a:avLst/>
              <a:gdLst>
                <a:gd name="T0" fmla="*/ 86 w 108"/>
                <a:gd name="T1" fmla="*/ 99 h 100"/>
                <a:gd name="T2" fmla="*/ 46 w 108"/>
                <a:gd name="T3" fmla="*/ 0 h 100"/>
                <a:gd name="T4" fmla="*/ 56 w 108"/>
                <a:gd name="T5" fmla="*/ 58 h 100"/>
                <a:gd name="T6" fmla="*/ 0 w 108"/>
                <a:gd name="T7" fmla="*/ 100 h 100"/>
                <a:gd name="T8" fmla="*/ 57 w 108"/>
                <a:gd name="T9" fmla="*/ 59 h 100"/>
                <a:gd name="T10" fmla="*/ 65 w 108"/>
                <a:gd name="T11" fmla="*/ 18 h 100"/>
                <a:gd name="T12" fmla="*/ 41 w 108"/>
                <a:gd name="T13" fmla="*/ 97 h 100"/>
                <a:gd name="T14" fmla="*/ 64 w 108"/>
                <a:gd name="T15" fmla="*/ 14 h 100"/>
                <a:gd name="T16" fmla="*/ 65 w 108"/>
                <a:gd name="T17" fmla="*/ 98 h 100"/>
                <a:gd name="T18" fmla="*/ 62 w 108"/>
                <a:gd name="T19" fmla="*/ 9 h 100"/>
                <a:gd name="T20" fmla="*/ 86 w 108"/>
                <a:gd name="T21" fmla="*/ 99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08" h="100">
                  <a:moveTo>
                    <a:pt x="86" y="99"/>
                  </a:moveTo>
                  <a:cubicBezTo>
                    <a:pt x="108" y="48"/>
                    <a:pt x="88" y="16"/>
                    <a:pt x="46" y="0"/>
                  </a:cubicBezTo>
                  <a:cubicBezTo>
                    <a:pt x="71" y="10"/>
                    <a:pt x="66" y="42"/>
                    <a:pt x="56" y="58"/>
                  </a:cubicBezTo>
                  <a:cubicBezTo>
                    <a:pt x="45" y="74"/>
                    <a:pt x="28" y="87"/>
                    <a:pt x="0" y="100"/>
                  </a:cubicBezTo>
                  <a:cubicBezTo>
                    <a:pt x="30" y="88"/>
                    <a:pt x="48" y="73"/>
                    <a:pt x="57" y="59"/>
                  </a:cubicBezTo>
                  <a:cubicBezTo>
                    <a:pt x="65" y="44"/>
                    <a:pt x="67" y="32"/>
                    <a:pt x="65" y="18"/>
                  </a:cubicBezTo>
                  <a:cubicBezTo>
                    <a:pt x="78" y="47"/>
                    <a:pt x="67" y="72"/>
                    <a:pt x="41" y="97"/>
                  </a:cubicBezTo>
                  <a:cubicBezTo>
                    <a:pt x="71" y="71"/>
                    <a:pt x="81" y="43"/>
                    <a:pt x="64" y="14"/>
                  </a:cubicBezTo>
                  <a:cubicBezTo>
                    <a:pt x="89" y="42"/>
                    <a:pt x="82" y="72"/>
                    <a:pt x="65" y="98"/>
                  </a:cubicBezTo>
                  <a:cubicBezTo>
                    <a:pt x="86" y="68"/>
                    <a:pt x="90" y="36"/>
                    <a:pt x="62" y="9"/>
                  </a:cubicBezTo>
                  <a:cubicBezTo>
                    <a:pt x="96" y="30"/>
                    <a:pt x="101" y="59"/>
                    <a:pt x="86" y="9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69" name="Freeform 42"/>
            <p:cNvSpPr/>
            <p:nvPr userDrawn="1"/>
          </p:nvSpPr>
          <p:spPr bwMode="auto">
            <a:xfrm>
              <a:off x="8942450" y="4694541"/>
              <a:ext cx="49213" cy="20638"/>
            </a:xfrm>
            <a:custGeom>
              <a:avLst/>
              <a:gdLst>
                <a:gd name="T0" fmla="*/ 19 w 33"/>
                <a:gd name="T1" fmla="*/ 14 h 14"/>
                <a:gd name="T2" fmla="*/ 0 w 33"/>
                <a:gd name="T3" fmla="*/ 0 h 14"/>
                <a:gd name="T4" fmla="*/ 33 w 33"/>
                <a:gd name="T5" fmla="*/ 5 h 14"/>
                <a:gd name="T6" fmla="*/ 18 w 33"/>
                <a:gd name="T7" fmla="*/ 6 h 14"/>
                <a:gd name="T8" fmla="*/ 19 w 33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" h="14">
                  <a:moveTo>
                    <a:pt x="19" y="14"/>
                  </a:moveTo>
                  <a:cubicBezTo>
                    <a:pt x="13" y="8"/>
                    <a:pt x="8" y="4"/>
                    <a:pt x="0" y="0"/>
                  </a:cubicBezTo>
                  <a:cubicBezTo>
                    <a:pt x="11" y="0"/>
                    <a:pt x="25" y="3"/>
                    <a:pt x="33" y="5"/>
                  </a:cubicBezTo>
                  <a:cubicBezTo>
                    <a:pt x="24" y="4"/>
                    <a:pt x="20" y="5"/>
                    <a:pt x="18" y="6"/>
                  </a:cubicBezTo>
                  <a:cubicBezTo>
                    <a:pt x="16" y="8"/>
                    <a:pt x="17" y="10"/>
                    <a:pt x="19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0" name="Freeform 43"/>
            <p:cNvSpPr/>
            <p:nvPr userDrawn="1"/>
          </p:nvSpPr>
          <p:spPr bwMode="auto">
            <a:xfrm>
              <a:off x="8867838" y="4856466"/>
              <a:ext cx="195263" cy="30163"/>
            </a:xfrm>
            <a:custGeom>
              <a:avLst/>
              <a:gdLst>
                <a:gd name="T0" fmla="*/ 70 w 131"/>
                <a:gd name="T1" fmla="*/ 20 h 20"/>
                <a:gd name="T2" fmla="*/ 77 w 131"/>
                <a:gd name="T3" fmla="*/ 12 h 20"/>
                <a:gd name="T4" fmla="*/ 100 w 131"/>
                <a:gd name="T5" fmla="*/ 12 h 20"/>
                <a:gd name="T6" fmla="*/ 131 w 131"/>
                <a:gd name="T7" fmla="*/ 14 h 20"/>
                <a:gd name="T8" fmla="*/ 124 w 131"/>
                <a:gd name="T9" fmla="*/ 8 h 20"/>
                <a:gd name="T10" fmla="*/ 101 w 131"/>
                <a:gd name="T11" fmla="*/ 5 h 20"/>
                <a:gd name="T12" fmla="*/ 77 w 131"/>
                <a:gd name="T13" fmla="*/ 0 h 20"/>
                <a:gd name="T14" fmla="*/ 65 w 131"/>
                <a:gd name="T15" fmla="*/ 12 h 20"/>
                <a:gd name="T16" fmla="*/ 53 w 131"/>
                <a:gd name="T17" fmla="*/ 0 h 20"/>
                <a:gd name="T18" fmla="*/ 30 w 131"/>
                <a:gd name="T19" fmla="*/ 5 h 20"/>
                <a:gd name="T20" fmla="*/ 7 w 131"/>
                <a:gd name="T21" fmla="*/ 8 h 20"/>
                <a:gd name="T22" fmla="*/ 0 w 131"/>
                <a:gd name="T23" fmla="*/ 14 h 20"/>
                <a:gd name="T24" fmla="*/ 31 w 131"/>
                <a:gd name="T25" fmla="*/ 12 h 20"/>
                <a:gd name="T26" fmla="*/ 54 w 131"/>
                <a:gd name="T27" fmla="*/ 12 h 20"/>
                <a:gd name="T28" fmla="*/ 61 w 131"/>
                <a:gd name="T29" fmla="*/ 20 h 20"/>
                <a:gd name="T30" fmla="*/ 70 w 131"/>
                <a:gd name="T31" fmla="*/ 2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31" h="20">
                  <a:moveTo>
                    <a:pt x="70" y="20"/>
                  </a:moveTo>
                  <a:cubicBezTo>
                    <a:pt x="70" y="16"/>
                    <a:pt x="71" y="14"/>
                    <a:pt x="77" y="12"/>
                  </a:cubicBezTo>
                  <a:cubicBezTo>
                    <a:pt x="83" y="10"/>
                    <a:pt x="89" y="11"/>
                    <a:pt x="100" y="12"/>
                  </a:cubicBezTo>
                  <a:cubicBezTo>
                    <a:pt x="111" y="14"/>
                    <a:pt x="120" y="15"/>
                    <a:pt x="131" y="14"/>
                  </a:cubicBezTo>
                  <a:cubicBezTo>
                    <a:pt x="127" y="12"/>
                    <a:pt x="126" y="10"/>
                    <a:pt x="124" y="8"/>
                  </a:cubicBezTo>
                  <a:cubicBezTo>
                    <a:pt x="115" y="8"/>
                    <a:pt x="109" y="7"/>
                    <a:pt x="101" y="5"/>
                  </a:cubicBezTo>
                  <a:cubicBezTo>
                    <a:pt x="93" y="2"/>
                    <a:pt x="83" y="0"/>
                    <a:pt x="77" y="0"/>
                  </a:cubicBezTo>
                  <a:cubicBezTo>
                    <a:pt x="71" y="1"/>
                    <a:pt x="67" y="4"/>
                    <a:pt x="65" y="12"/>
                  </a:cubicBezTo>
                  <a:cubicBezTo>
                    <a:pt x="63" y="4"/>
                    <a:pt x="59" y="1"/>
                    <a:pt x="53" y="0"/>
                  </a:cubicBezTo>
                  <a:cubicBezTo>
                    <a:pt x="47" y="0"/>
                    <a:pt x="38" y="2"/>
                    <a:pt x="30" y="5"/>
                  </a:cubicBezTo>
                  <a:cubicBezTo>
                    <a:pt x="22" y="7"/>
                    <a:pt x="16" y="8"/>
                    <a:pt x="7" y="8"/>
                  </a:cubicBezTo>
                  <a:cubicBezTo>
                    <a:pt x="5" y="10"/>
                    <a:pt x="4" y="12"/>
                    <a:pt x="0" y="14"/>
                  </a:cubicBezTo>
                  <a:cubicBezTo>
                    <a:pt x="11" y="15"/>
                    <a:pt x="20" y="14"/>
                    <a:pt x="31" y="12"/>
                  </a:cubicBezTo>
                  <a:cubicBezTo>
                    <a:pt x="41" y="11"/>
                    <a:pt x="48" y="10"/>
                    <a:pt x="54" y="12"/>
                  </a:cubicBezTo>
                  <a:cubicBezTo>
                    <a:pt x="60" y="14"/>
                    <a:pt x="61" y="16"/>
                    <a:pt x="61" y="20"/>
                  </a:cubicBezTo>
                  <a:cubicBezTo>
                    <a:pt x="70" y="20"/>
                    <a:pt x="70" y="20"/>
                    <a:pt x="70" y="2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1" name="Freeform 44"/>
            <p:cNvSpPr>
              <a:spLocks noEditPoints="1"/>
            </p:cNvSpPr>
            <p:nvPr userDrawn="1"/>
          </p:nvSpPr>
          <p:spPr bwMode="auto">
            <a:xfrm>
              <a:off x="8840850" y="4681841"/>
              <a:ext cx="252413" cy="257175"/>
            </a:xfrm>
            <a:custGeom>
              <a:avLst/>
              <a:gdLst>
                <a:gd name="T0" fmla="*/ 85 w 170"/>
                <a:gd name="T1" fmla="*/ 0 h 171"/>
                <a:gd name="T2" fmla="*/ 0 w 170"/>
                <a:gd name="T3" fmla="*/ 86 h 171"/>
                <a:gd name="T4" fmla="*/ 85 w 170"/>
                <a:gd name="T5" fmla="*/ 171 h 171"/>
                <a:gd name="T6" fmla="*/ 170 w 170"/>
                <a:gd name="T7" fmla="*/ 86 h 171"/>
                <a:gd name="T8" fmla="*/ 85 w 170"/>
                <a:gd name="T9" fmla="*/ 0 h 171"/>
                <a:gd name="T10" fmla="*/ 85 w 170"/>
                <a:gd name="T11" fmla="*/ 168 h 171"/>
                <a:gd name="T12" fmla="*/ 2 w 170"/>
                <a:gd name="T13" fmla="*/ 85 h 171"/>
                <a:gd name="T14" fmla="*/ 85 w 170"/>
                <a:gd name="T15" fmla="*/ 3 h 171"/>
                <a:gd name="T16" fmla="*/ 167 w 170"/>
                <a:gd name="T17" fmla="*/ 85 h 171"/>
                <a:gd name="T18" fmla="*/ 85 w 170"/>
                <a:gd name="T19" fmla="*/ 168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0" h="171">
                  <a:moveTo>
                    <a:pt x="85" y="0"/>
                  </a:moveTo>
                  <a:cubicBezTo>
                    <a:pt x="38" y="0"/>
                    <a:pt x="0" y="38"/>
                    <a:pt x="0" y="86"/>
                  </a:cubicBezTo>
                  <a:cubicBezTo>
                    <a:pt x="0" y="132"/>
                    <a:pt x="38" y="171"/>
                    <a:pt x="85" y="171"/>
                  </a:cubicBezTo>
                  <a:cubicBezTo>
                    <a:pt x="132" y="171"/>
                    <a:pt x="170" y="133"/>
                    <a:pt x="170" y="86"/>
                  </a:cubicBezTo>
                  <a:cubicBezTo>
                    <a:pt x="170" y="38"/>
                    <a:pt x="132" y="0"/>
                    <a:pt x="85" y="0"/>
                  </a:cubicBezTo>
                  <a:close/>
                  <a:moveTo>
                    <a:pt x="85" y="168"/>
                  </a:moveTo>
                  <a:cubicBezTo>
                    <a:pt x="39" y="168"/>
                    <a:pt x="2" y="131"/>
                    <a:pt x="2" y="85"/>
                  </a:cubicBezTo>
                  <a:cubicBezTo>
                    <a:pt x="2" y="40"/>
                    <a:pt x="39" y="3"/>
                    <a:pt x="85" y="3"/>
                  </a:cubicBezTo>
                  <a:cubicBezTo>
                    <a:pt x="130" y="3"/>
                    <a:pt x="167" y="40"/>
                    <a:pt x="167" y="85"/>
                  </a:cubicBezTo>
                  <a:cubicBezTo>
                    <a:pt x="167" y="131"/>
                    <a:pt x="130" y="168"/>
                    <a:pt x="85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2" name="Freeform 45"/>
            <p:cNvSpPr>
              <a:spLocks noEditPoints="1"/>
            </p:cNvSpPr>
            <p:nvPr userDrawn="1"/>
          </p:nvSpPr>
          <p:spPr bwMode="auto">
            <a:xfrm>
              <a:off x="9091675" y="4667554"/>
              <a:ext cx="39688" cy="36513"/>
            </a:xfrm>
            <a:custGeom>
              <a:avLst/>
              <a:gdLst>
                <a:gd name="T0" fmla="*/ 13 w 26"/>
                <a:gd name="T1" fmla="*/ 16 h 25"/>
                <a:gd name="T2" fmla="*/ 11 w 26"/>
                <a:gd name="T3" fmla="*/ 25 h 25"/>
                <a:gd name="T4" fmla="*/ 7 w 26"/>
                <a:gd name="T5" fmla="*/ 24 h 25"/>
                <a:gd name="T6" fmla="*/ 9 w 26"/>
                <a:gd name="T7" fmla="*/ 19 h 25"/>
                <a:gd name="T8" fmla="*/ 10 w 26"/>
                <a:gd name="T9" fmla="*/ 14 h 25"/>
                <a:gd name="T10" fmla="*/ 10 w 26"/>
                <a:gd name="T11" fmla="*/ 14 h 25"/>
                <a:gd name="T12" fmla="*/ 13 w 26"/>
                <a:gd name="T13" fmla="*/ 16 h 25"/>
                <a:gd name="T14" fmla="*/ 25 w 26"/>
                <a:gd name="T15" fmla="*/ 0 h 25"/>
                <a:gd name="T16" fmla="*/ 26 w 26"/>
                <a:gd name="T17" fmla="*/ 2 h 25"/>
                <a:gd name="T18" fmla="*/ 21 w 26"/>
                <a:gd name="T19" fmla="*/ 7 h 25"/>
                <a:gd name="T20" fmla="*/ 18 w 26"/>
                <a:gd name="T21" fmla="*/ 9 h 25"/>
                <a:gd name="T22" fmla="*/ 22 w 26"/>
                <a:gd name="T23" fmla="*/ 11 h 25"/>
                <a:gd name="T24" fmla="*/ 22 w 26"/>
                <a:gd name="T25" fmla="*/ 11 h 25"/>
                <a:gd name="T26" fmla="*/ 23 w 26"/>
                <a:gd name="T27" fmla="*/ 9 h 25"/>
                <a:gd name="T28" fmla="*/ 23 w 26"/>
                <a:gd name="T29" fmla="*/ 9 h 25"/>
                <a:gd name="T30" fmla="*/ 24 w 26"/>
                <a:gd name="T31" fmla="*/ 9 h 25"/>
                <a:gd name="T32" fmla="*/ 25 w 26"/>
                <a:gd name="T33" fmla="*/ 14 h 25"/>
                <a:gd name="T34" fmla="*/ 26 w 26"/>
                <a:gd name="T35" fmla="*/ 15 h 25"/>
                <a:gd name="T36" fmla="*/ 26 w 26"/>
                <a:gd name="T37" fmla="*/ 16 h 25"/>
                <a:gd name="T38" fmla="*/ 25 w 26"/>
                <a:gd name="T39" fmla="*/ 16 h 25"/>
                <a:gd name="T40" fmla="*/ 23 w 26"/>
                <a:gd name="T41" fmla="*/ 16 h 25"/>
                <a:gd name="T42" fmla="*/ 22 w 26"/>
                <a:gd name="T43" fmla="*/ 15 h 25"/>
                <a:gd name="T44" fmla="*/ 13 w 26"/>
                <a:gd name="T45" fmla="*/ 11 h 25"/>
                <a:gd name="T46" fmla="*/ 4 w 26"/>
                <a:gd name="T47" fmla="*/ 13 h 25"/>
                <a:gd name="T48" fmla="*/ 2 w 26"/>
                <a:gd name="T49" fmla="*/ 8 h 25"/>
                <a:gd name="T50" fmla="*/ 2 w 26"/>
                <a:gd name="T51" fmla="*/ 8 h 25"/>
                <a:gd name="T52" fmla="*/ 3 w 26"/>
                <a:gd name="T53" fmla="*/ 8 h 25"/>
                <a:gd name="T54" fmla="*/ 5 w 26"/>
                <a:gd name="T55" fmla="*/ 10 h 25"/>
                <a:gd name="T56" fmla="*/ 11 w 26"/>
                <a:gd name="T57" fmla="*/ 10 h 25"/>
                <a:gd name="T58" fmla="*/ 11 w 26"/>
                <a:gd name="T59" fmla="*/ 9 h 25"/>
                <a:gd name="T60" fmla="*/ 8 w 26"/>
                <a:gd name="T61" fmla="*/ 3 h 25"/>
                <a:gd name="T62" fmla="*/ 9 w 26"/>
                <a:gd name="T63" fmla="*/ 2 h 25"/>
                <a:gd name="T64" fmla="*/ 10 w 26"/>
                <a:gd name="T65" fmla="*/ 2 h 25"/>
                <a:gd name="T66" fmla="*/ 11 w 26"/>
                <a:gd name="T67" fmla="*/ 5 h 25"/>
                <a:gd name="T68" fmla="*/ 12 w 26"/>
                <a:gd name="T69" fmla="*/ 6 h 25"/>
                <a:gd name="T70" fmla="*/ 15 w 26"/>
                <a:gd name="T71" fmla="*/ 8 h 25"/>
                <a:gd name="T72" fmla="*/ 22 w 26"/>
                <a:gd name="T73" fmla="*/ 2 h 25"/>
                <a:gd name="T74" fmla="*/ 24 w 26"/>
                <a:gd name="T75" fmla="*/ 0 h 25"/>
                <a:gd name="T76" fmla="*/ 25 w 26"/>
                <a:gd name="T77" fmla="*/ 0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6" h="25">
                  <a:moveTo>
                    <a:pt x="13" y="16"/>
                  </a:moveTo>
                  <a:cubicBezTo>
                    <a:pt x="14" y="18"/>
                    <a:pt x="13" y="24"/>
                    <a:pt x="11" y="25"/>
                  </a:cubicBezTo>
                  <a:cubicBezTo>
                    <a:pt x="10" y="25"/>
                    <a:pt x="7" y="25"/>
                    <a:pt x="7" y="24"/>
                  </a:cubicBezTo>
                  <a:cubicBezTo>
                    <a:pt x="7" y="22"/>
                    <a:pt x="8" y="21"/>
                    <a:pt x="9" y="19"/>
                  </a:cubicBezTo>
                  <a:cubicBezTo>
                    <a:pt x="10" y="18"/>
                    <a:pt x="9" y="16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1" y="15"/>
                    <a:pt x="12" y="15"/>
                    <a:pt x="13" y="16"/>
                  </a:cubicBezTo>
                  <a:close/>
                  <a:moveTo>
                    <a:pt x="25" y="0"/>
                  </a:moveTo>
                  <a:cubicBezTo>
                    <a:pt x="25" y="0"/>
                    <a:pt x="26" y="1"/>
                    <a:pt x="26" y="2"/>
                  </a:cubicBezTo>
                  <a:cubicBezTo>
                    <a:pt x="26" y="3"/>
                    <a:pt x="23" y="6"/>
                    <a:pt x="21" y="7"/>
                  </a:cubicBezTo>
                  <a:cubicBezTo>
                    <a:pt x="20" y="8"/>
                    <a:pt x="19" y="8"/>
                    <a:pt x="18" y="9"/>
                  </a:cubicBezTo>
                  <a:cubicBezTo>
                    <a:pt x="19" y="10"/>
                    <a:pt x="20" y="11"/>
                    <a:pt x="22" y="11"/>
                  </a:cubicBezTo>
                  <a:cubicBezTo>
                    <a:pt x="22" y="11"/>
                    <a:pt x="22" y="11"/>
                    <a:pt x="22" y="11"/>
                  </a:cubicBezTo>
                  <a:cubicBezTo>
                    <a:pt x="23" y="10"/>
                    <a:pt x="23" y="10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9"/>
                    <a:pt x="24" y="9"/>
                  </a:cubicBezTo>
                  <a:cubicBezTo>
                    <a:pt x="23" y="11"/>
                    <a:pt x="24" y="12"/>
                    <a:pt x="25" y="14"/>
                  </a:cubicBezTo>
                  <a:cubicBezTo>
                    <a:pt x="26" y="14"/>
                    <a:pt x="25" y="15"/>
                    <a:pt x="26" y="15"/>
                  </a:cubicBezTo>
                  <a:cubicBezTo>
                    <a:pt x="26" y="16"/>
                    <a:pt x="26" y="15"/>
                    <a:pt x="26" y="16"/>
                  </a:cubicBezTo>
                  <a:cubicBezTo>
                    <a:pt x="25" y="16"/>
                    <a:pt x="25" y="16"/>
                    <a:pt x="25" y="16"/>
                  </a:cubicBezTo>
                  <a:cubicBezTo>
                    <a:pt x="24" y="16"/>
                    <a:pt x="24" y="16"/>
                    <a:pt x="23" y="16"/>
                  </a:cubicBezTo>
                  <a:cubicBezTo>
                    <a:pt x="23" y="16"/>
                    <a:pt x="22" y="15"/>
                    <a:pt x="22" y="15"/>
                  </a:cubicBezTo>
                  <a:cubicBezTo>
                    <a:pt x="19" y="13"/>
                    <a:pt x="16" y="11"/>
                    <a:pt x="13" y="11"/>
                  </a:cubicBezTo>
                  <a:cubicBezTo>
                    <a:pt x="11" y="12"/>
                    <a:pt x="6" y="14"/>
                    <a:pt x="4" y="13"/>
                  </a:cubicBezTo>
                  <a:cubicBezTo>
                    <a:pt x="2" y="13"/>
                    <a:pt x="0" y="9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8"/>
                    <a:pt x="3" y="8"/>
                    <a:pt x="3" y="8"/>
                  </a:cubicBezTo>
                  <a:cubicBezTo>
                    <a:pt x="4" y="9"/>
                    <a:pt x="5" y="10"/>
                    <a:pt x="5" y="10"/>
                  </a:cubicBezTo>
                  <a:cubicBezTo>
                    <a:pt x="7" y="10"/>
                    <a:pt x="10" y="10"/>
                    <a:pt x="11" y="10"/>
                  </a:cubicBezTo>
                  <a:cubicBezTo>
                    <a:pt x="11" y="9"/>
                    <a:pt x="11" y="9"/>
                    <a:pt x="11" y="9"/>
                  </a:cubicBezTo>
                  <a:cubicBezTo>
                    <a:pt x="9" y="6"/>
                    <a:pt x="7" y="6"/>
                    <a:pt x="8" y="3"/>
                  </a:cubicBezTo>
                  <a:cubicBezTo>
                    <a:pt x="8" y="2"/>
                    <a:pt x="9" y="2"/>
                    <a:pt x="9" y="2"/>
                  </a:cubicBezTo>
                  <a:cubicBezTo>
                    <a:pt x="9" y="2"/>
                    <a:pt x="10" y="2"/>
                    <a:pt x="10" y="2"/>
                  </a:cubicBezTo>
                  <a:cubicBezTo>
                    <a:pt x="10" y="3"/>
                    <a:pt x="11" y="4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4" y="8"/>
                    <a:pt x="15" y="8"/>
                  </a:cubicBezTo>
                  <a:cubicBezTo>
                    <a:pt x="16" y="8"/>
                    <a:pt x="21" y="4"/>
                    <a:pt x="22" y="2"/>
                  </a:cubicBezTo>
                  <a:cubicBezTo>
                    <a:pt x="23" y="2"/>
                    <a:pt x="23" y="0"/>
                    <a:pt x="24" y="0"/>
                  </a:cubicBezTo>
                  <a:cubicBezTo>
                    <a:pt x="25" y="0"/>
                    <a:pt x="25" y="0"/>
                    <a:pt x="25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3" name="Freeform 46"/>
            <p:cNvSpPr>
              <a:spLocks noEditPoints="1"/>
            </p:cNvSpPr>
            <p:nvPr userDrawn="1"/>
          </p:nvSpPr>
          <p:spPr bwMode="auto">
            <a:xfrm>
              <a:off x="9120250" y="4715179"/>
              <a:ext cx="53975" cy="44450"/>
            </a:xfrm>
            <a:custGeom>
              <a:avLst/>
              <a:gdLst>
                <a:gd name="T0" fmla="*/ 32 w 36"/>
                <a:gd name="T1" fmla="*/ 11 h 30"/>
                <a:gd name="T2" fmla="*/ 36 w 36"/>
                <a:gd name="T3" fmla="*/ 16 h 30"/>
                <a:gd name="T4" fmla="*/ 30 w 36"/>
                <a:gd name="T5" fmla="*/ 16 h 30"/>
                <a:gd name="T6" fmla="*/ 26 w 36"/>
                <a:gd name="T7" fmla="*/ 13 h 30"/>
                <a:gd name="T8" fmla="*/ 27 w 36"/>
                <a:gd name="T9" fmla="*/ 16 h 30"/>
                <a:gd name="T10" fmla="*/ 23 w 36"/>
                <a:gd name="T11" fmla="*/ 22 h 30"/>
                <a:gd name="T12" fmla="*/ 14 w 36"/>
                <a:gd name="T13" fmla="*/ 21 h 30"/>
                <a:gd name="T14" fmla="*/ 14 w 36"/>
                <a:gd name="T15" fmla="*/ 24 h 30"/>
                <a:gd name="T16" fmla="*/ 14 w 36"/>
                <a:gd name="T17" fmla="*/ 30 h 30"/>
                <a:gd name="T18" fmla="*/ 10 w 36"/>
                <a:gd name="T19" fmla="*/ 24 h 30"/>
                <a:gd name="T20" fmla="*/ 1 w 36"/>
                <a:gd name="T21" fmla="*/ 18 h 30"/>
                <a:gd name="T22" fmla="*/ 3 w 36"/>
                <a:gd name="T23" fmla="*/ 19 h 30"/>
                <a:gd name="T24" fmla="*/ 9 w 36"/>
                <a:gd name="T25" fmla="*/ 24 h 30"/>
                <a:gd name="T26" fmla="*/ 9 w 36"/>
                <a:gd name="T27" fmla="*/ 23 h 30"/>
                <a:gd name="T28" fmla="*/ 6 w 36"/>
                <a:gd name="T29" fmla="*/ 20 h 30"/>
                <a:gd name="T30" fmla="*/ 4 w 36"/>
                <a:gd name="T31" fmla="*/ 12 h 30"/>
                <a:gd name="T32" fmla="*/ 8 w 36"/>
                <a:gd name="T33" fmla="*/ 18 h 30"/>
                <a:gd name="T34" fmla="*/ 12 w 36"/>
                <a:gd name="T35" fmla="*/ 20 h 30"/>
                <a:gd name="T36" fmla="*/ 17 w 36"/>
                <a:gd name="T37" fmla="*/ 19 h 30"/>
                <a:gd name="T38" fmla="*/ 14 w 36"/>
                <a:gd name="T39" fmla="*/ 16 h 30"/>
                <a:gd name="T40" fmla="*/ 21 w 36"/>
                <a:gd name="T41" fmla="*/ 20 h 30"/>
                <a:gd name="T42" fmla="*/ 24 w 36"/>
                <a:gd name="T43" fmla="*/ 18 h 30"/>
                <a:gd name="T44" fmla="*/ 14 w 36"/>
                <a:gd name="T45" fmla="*/ 12 h 30"/>
                <a:gd name="T46" fmla="*/ 10 w 36"/>
                <a:gd name="T47" fmla="*/ 14 h 30"/>
                <a:gd name="T48" fmla="*/ 10 w 36"/>
                <a:gd name="T49" fmla="*/ 12 h 30"/>
                <a:gd name="T50" fmla="*/ 14 w 36"/>
                <a:gd name="T51" fmla="*/ 6 h 30"/>
                <a:gd name="T52" fmla="*/ 21 w 36"/>
                <a:gd name="T53" fmla="*/ 10 h 30"/>
                <a:gd name="T54" fmla="*/ 32 w 36"/>
                <a:gd name="T55" fmla="*/ 14 h 30"/>
                <a:gd name="T56" fmla="*/ 32 w 36"/>
                <a:gd name="T57" fmla="*/ 14 h 30"/>
                <a:gd name="T58" fmla="*/ 29 w 36"/>
                <a:gd name="T59" fmla="*/ 6 h 30"/>
                <a:gd name="T60" fmla="*/ 32 w 36"/>
                <a:gd name="T61" fmla="*/ 6 h 30"/>
                <a:gd name="T62" fmla="*/ 34 w 36"/>
                <a:gd name="T63" fmla="*/ 0 h 30"/>
                <a:gd name="T64" fmla="*/ 29 w 36"/>
                <a:gd name="T65" fmla="*/ 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36" h="30">
                  <a:moveTo>
                    <a:pt x="32" y="6"/>
                  </a:moveTo>
                  <a:cubicBezTo>
                    <a:pt x="33" y="8"/>
                    <a:pt x="31" y="10"/>
                    <a:pt x="32" y="11"/>
                  </a:cubicBezTo>
                  <a:cubicBezTo>
                    <a:pt x="32" y="11"/>
                    <a:pt x="32" y="12"/>
                    <a:pt x="32" y="12"/>
                  </a:cubicBezTo>
                  <a:cubicBezTo>
                    <a:pt x="34" y="12"/>
                    <a:pt x="36" y="14"/>
                    <a:pt x="36" y="16"/>
                  </a:cubicBezTo>
                  <a:cubicBezTo>
                    <a:pt x="36" y="17"/>
                    <a:pt x="34" y="19"/>
                    <a:pt x="33" y="19"/>
                  </a:cubicBezTo>
                  <a:cubicBezTo>
                    <a:pt x="32" y="18"/>
                    <a:pt x="30" y="16"/>
                    <a:pt x="30" y="16"/>
                  </a:cubicBezTo>
                  <a:cubicBezTo>
                    <a:pt x="29" y="14"/>
                    <a:pt x="27" y="14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3"/>
                    <a:pt x="26" y="13"/>
                    <a:pt x="26" y="13"/>
                  </a:cubicBezTo>
                  <a:cubicBezTo>
                    <a:pt x="26" y="14"/>
                    <a:pt x="27" y="14"/>
                    <a:pt x="27" y="16"/>
                  </a:cubicBezTo>
                  <a:cubicBezTo>
                    <a:pt x="27" y="18"/>
                    <a:pt x="28" y="21"/>
                    <a:pt x="24" y="23"/>
                  </a:cubicBezTo>
                  <a:cubicBezTo>
                    <a:pt x="24" y="22"/>
                    <a:pt x="24" y="22"/>
                    <a:pt x="23" y="22"/>
                  </a:cubicBezTo>
                  <a:cubicBezTo>
                    <a:pt x="22" y="22"/>
                    <a:pt x="21" y="20"/>
                    <a:pt x="20" y="20"/>
                  </a:cubicBezTo>
                  <a:cubicBezTo>
                    <a:pt x="19" y="22"/>
                    <a:pt x="16" y="21"/>
                    <a:pt x="14" y="21"/>
                  </a:cubicBezTo>
                  <a:cubicBezTo>
                    <a:pt x="13" y="21"/>
                    <a:pt x="13" y="22"/>
                    <a:pt x="13" y="22"/>
                  </a:cubicBezTo>
                  <a:cubicBezTo>
                    <a:pt x="14" y="22"/>
                    <a:pt x="14" y="23"/>
                    <a:pt x="14" y="24"/>
                  </a:cubicBezTo>
                  <a:cubicBezTo>
                    <a:pt x="15" y="24"/>
                    <a:pt x="18" y="26"/>
                    <a:pt x="18" y="28"/>
                  </a:cubicBezTo>
                  <a:cubicBezTo>
                    <a:pt x="18" y="29"/>
                    <a:pt x="16" y="30"/>
                    <a:pt x="14" y="30"/>
                  </a:cubicBezTo>
                  <a:cubicBezTo>
                    <a:pt x="14" y="28"/>
                    <a:pt x="13" y="26"/>
                    <a:pt x="11" y="25"/>
                  </a:cubicBezTo>
                  <a:cubicBezTo>
                    <a:pt x="10" y="25"/>
                    <a:pt x="11" y="24"/>
                    <a:pt x="10" y="24"/>
                  </a:cubicBezTo>
                  <a:cubicBezTo>
                    <a:pt x="9" y="25"/>
                    <a:pt x="8" y="26"/>
                    <a:pt x="7" y="26"/>
                  </a:cubicBezTo>
                  <a:cubicBezTo>
                    <a:pt x="3" y="25"/>
                    <a:pt x="0" y="22"/>
                    <a:pt x="1" y="18"/>
                  </a:cubicBezTo>
                  <a:cubicBezTo>
                    <a:pt x="2" y="17"/>
                    <a:pt x="2" y="16"/>
                    <a:pt x="2" y="15"/>
                  </a:cubicBezTo>
                  <a:cubicBezTo>
                    <a:pt x="3" y="16"/>
                    <a:pt x="3" y="18"/>
                    <a:pt x="3" y="19"/>
                  </a:cubicBezTo>
                  <a:cubicBezTo>
                    <a:pt x="3" y="19"/>
                    <a:pt x="3" y="20"/>
                    <a:pt x="4" y="20"/>
                  </a:cubicBezTo>
                  <a:cubicBezTo>
                    <a:pt x="5" y="22"/>
                    <a:pt x="7" y="23"/>
                    <a:pt x="9" y="24"/>
                  </a:cubicBezTo>
                  <a:cubicBezTo>
                    <a:pt x="9" y="24"/>
                    <a:pt x="9" y="24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2"/>
                    <a:pt x="8" y="22"/>
                    <a:pt x="8" y="21"/>
                  </a:cubicBezTo>
                  <a:cubicBezTo>
                    <a:pt x="8" y="21"/>
                    <a:pt x="7" y="20"/>
                    <a:pt x="6" y="20"/>
                  </a:cubicBezTo>
                  <a:cubicBezTo>
                    <a:pt x="5" y="19"/>
                    <a:pt x="3" y="14"/>
                    <a:pt x="4" y="13"/>
                  </a:cubicBezTo>
                  <a:cubicBezTo>
                    <a:pt x="4" y="13"/>
                    <a:pt x="4" y="12"/>
                    <a:pt x="4" y="12"/>
                  </a:cubicBezTo>
                  <a:cubicBezTo>
                    <a:pt x="5" y="12"/>
                    <a:pt x="5" y="12"/>
                    <a:pt x="5" y="13"/>
                  </a:cubicBezTo>
                  <a:cubicBezTo>
                    <a:pt x="6" y="14"/>
                    <a:pt x="7" y="16"/>
                    <a:pt x="8" y="18"/>
                  </a:cubicBezTo>
                  <a:cubicBezTo>
                    <a:pt x="9" y="18"/>
                    <a:pt x="10" y="19"/>
                    <a:pt x="11" y="20"/>
                  </a:cubicBezTo>
                  <a:cubicBezTo>
                    <a:pt x="11" y="20"/>
                    <a:pt x="11" y="20"/>
                    <a:pt x="12" y="20"/>
                  </a:cubicBezTo>
                  <a:cubicBezTo>
                    <a:pt x="13" y="19"/>
                    <a:pt x="14" y="19"/>
                    <a:pt x="16" y="19"/>
                  </a:cubicBezTo>
                  <a:cubicBezTo>
                    <a:pt x="16" y="19"/>
                    <a:pt x="17" y="19"/>
                    <a:pt x="17" y="19"/>
                  </a:cubicBezTo>
                  <a:cubicBezTo>
                    <a:pt x="17" y="18"/>
                    <a:pt x="15" y="17"/>
                    <a:pt x="15" y="17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16" y="14"/>
                    <a:pt x="17" y="16"/>
                    <a:pt x="19" y="18"/>
                  </a:cubicBezTo>
                  <a:cubicBezTo>
                    <a:pt x="20" y="19"/>
                    <a:pt x="20" y="19"/>
                    <a:pt x="21" y="20"/>
                  </a:cubicBezTo>
                  <a:cubicBezTo>
                    <a:pt x="22" y="20"/>
                    <a:pt x="23" y="21"/>
                    <a:pt x="24" y="20"/>
                  </a:cubicBezTo>
                  <a:cubicBezTo>
                    <a:pt x="24" y="19"/>
                    <a:pt x="24" y="19"/>
                    <a:pt x="24" y="18"/>
                  </a:cubicBezTo>
                  <a:cubicBezTo>
                    <a:pt x="24" y="15"/>
                    <a:pt x="20" y="12"/>
                    <a:pt x="17" y="12"/>
                  </a:cubicBezTo>
                  <a:cubicBezTo>
                    <a:pt x="16" y="11"/>
                    <a:pt x="14" y="10"/>
                    <a:pt x="14" y="12"/>
                  </a:cubicBezTo>
                  <a:cubicBezTo>
                    <a:pt x="14" y="12"/>
                    <a:pt x="13" y="14"/>
                    <a:pt x="13" y="14"/>
                  </a:cubicBezTo>
                  <a:cubicBezTo>
                    <a:pt x="12" y="14"/>
                    <a:pt x="11" y="14"/>
                    <a:pt x="10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13"/>
                    <a:pt x="10" y="13"/>
                    <a:pt x="10" y="12"/>
                  </a:cubicBezTo>
                  <a:cubicBezTo>
                    <a:pt x="10" y="12"/>
                    <a:pt x="9" y="12"/>
                    <a:pt x="9" y="11"/>
                  </a:cubicBezTo>
                  <a:cubicBezTo>
                    <a:pt x="9" y="10"/>
                    <a:pt x="13" y="6"/>
                    <a:pt x="14" y="6"/>
                  </a:cubicBezTo>
                  <a:cubicBezTo>
                    <a:pt x="16" y="8"/>
                    <a:pt x="17" y="8"/>
                    <a:pt x="19" y="9"/>
                  </a:cubicBezTo>
                  <a:cubicBezTo>
                    <a:pt x="20" y="9"/>
                    <a:pt x="21" y="10"/>
                    <a:pt x="21" y="10"/>
                  </a:cubicBezTo>
                  <a:cubicBezTo>
                    <a:pt x="23" y="11"/>
                    <a:pt x="24" y="11"/>
                    <a:pt x="26" y="12"/>
                  </a:cubicBezTo>
                  <a:cubicBezTo>
                    <a:pt x="28" y="12"/>
                    <a:pt x="30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2" y="14"/>
                    <a:pt x="32" y="14"/>
                    <a:pt x="32" y="14"/>
                  </a:cubicBezTo>
                  <a:cubicBezTo>
                    <a:pt x="30" y="13"/>
                    <a:pt x="27" y="12"/>
                    <a:pt x="28" y="10"/>
                  </a:cubicBezTo>
                  <a:cubicBezTo>
                    <a:pt x="28" y="8"/>
                    <a:pt x="30" y="8"/>
                    <a:pt x="29" y="6"/>
                  </a:cubicBezTo>
                  <a:cubicBezTo>
                    <a:pt x="30" y="6"/>
                    <a:pt x="30" y="6"/>
                    <a:pt x="30" y="6"/>
                  </a:cubicBezTo>
                  <a:cubicBezTo>
                    <a:pt x="31" y="6"/>
                    <a:pt x="31" y="6"/>
                    <a:pt x="32" y="6"/>
                  </a:cubicBezTo>
                  <a:close/>
                  <a:moveTo>
                    <a:pt x="34" y="0"/>
                  </a:moveTo>
                  <a:cubicBezTo>
                    <a:pt x="34" y="0"/>
                    <a:pt x="34" y="0"/>
                    <a:pt x="34" y="0"/>
                  </a:cubicBezTo>
                  <a:cubicBezTo>
                    <a:pt x="33" y="2"/>
                    <a:pt x="29" y="6"/>
                    <a:pt x="26" y="6"/>
                  </a:cubicBezTo>
                  <a:cubicBezTo>
                    <a:pt x="25" y="4"/>
                    <a:pt x="27" y="2"/>
                    <a:pt x="29" y="0"/>
                  </a:cubicBezTo>
                  <a:cubicBezTo>
                    <a:pt x="30" y="1"/>
                    <a:pt x="32" y="0"/>
                    <a:pt x="34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4" name="Freeform 47"/>
            <p:cNvSpPr>
              <a:spLocks noEditPoints="1"/>
            </p:cNvSpPr>
            <p:nvPr userDrawn="1"/>
          </p:nvSpPr>
          <p:spPr bwMode="auto">
            <a:xfrm>
              <a:off x="9037700" y="4621516"/>
              <a:ext cx="53975" cy="46038"/>
            </a:xfrm>
            <a:custGeom>
              <a:avLst/>
              <a:gdLst>
                <a:gd name="T0" fmla="*/ 13 w 36"/>
                <a:gd name="T1" fmla="*/ 14 h 30"/>
                <a:gd name="T2" fmla="*/ 10 w 36"/>
                <a:gd name="T3" fmla="*/ 17 h 30"/>
                <a:gd name="T4" fmla="*/ 10 w 36"/>
                <a:gd name="T5" fmla="*/ 17 h 30"/>
                <a:gd name="T6" fmla="*/ 13 w 36"/>
                <a:gd name="T7" fmla="*/ 14 h 30"/>
                <a:gd name="T8" fmla="*/ 13 w 36"/>
                <a:gd name="T9" fmla="*/ 14 h 30"/>
                <a:gd name="T10" fmla="*/ 26 w 36"/>
                <a:gd name="T11" fmla="*/ 1 h 30"/>
                <a:gd name="T12" fmla="*/ 27 w 36"/>
                <a:gd name="T13" fmla="*/ 1 h 30"/>
                <a:gd name="T14" fmla="*/ 25 w 36"/>
                <a:gd name="T15" fmla="*/ 7 h 30"/>
                <a:gd name="T16" fmla="*/ 22 w 36"/>
                <a:gd name="T17" fmla="*/ 10 h 30"/>
                <a:gd name="T18" fmla="*/ 22 w 36"/>
                <a:gd name="T19" fmla="*/ 11 h 30"/>
                <a:gd name="T20" fmla="*/ 25 w 36"/>
                <a:gd name="T21" fmla="*/ 11 h 30"/>
                <a:gd name="T22" fmla="*/ 26 w 36"/>
                <a:gd name="T23" fmla="*/ 10 h 30"/>
                <a:gd name="T24" fmla="*/ 29 w 36"/>
                <a:gd name="T25" fmla="*/ 13 h 30"/>
                <a:gd name="T26" fmla="*/ 28 w 36"/>
                <a:gd name="T27" fmla="*/ 14 h 30"/>
                <a:gd name="T28" fmla="*/ 21 w 36"/>
                <a:gd name="T29" fmla="*/ 14 h 30"/>
                <a:gd name="T30" fmla="*/ 19 w 36"/>
                <a:gd name="T31" fmla="*/ 13 h 30"/>
                <a:gd name="T32" fmla="*/ 16 w 36"/>
                <a:gd name="T33" fmla="*/ 18 h 30"/>
                <a:gd name="T34" fmla="*/ 16 w 36"/>
                <a:gd name="T35" fmla="*/ 18 h 30"/>
                <a:gd name="T36" fmla="*/ 21 w 36"/>
                <a:gd name="T37" fmla="*/ 20 h 30"/>
                <a:gd name="T38" fmla="*/ 20 w 36"/>
                <a:gd name="T39" fmla="*/ 24 h 30"/>
                <a:gd name="T40" fmla="*/ 20 w 36"/>
                <a:gd name="T41" fmla="*/ 27 h 30"/>
                <a:gd name="T42" fmla="*/ 14 w 36"/>
                <a:gd name="T43" fmla="*/ 27 h 30"/>
                <a:gd name="T44" fmla="*/ 15 w 36"/>
                <a:gd name="T45" fmla="*/ 21 h 30"/>
                <a:gd name="T46" fmla="*/ 14 w 36"/>
                <a:gd name="T47" fmla="*/ 21 h 30"/>
                <a:gd name="T48" fmla="*/ 9 w 36"/>
                <a:gd name="T49" fmla="*/ 28 h 30"/>
                <a:gd name="T50" fmla="*/ 9 w 36"/>
                <a:gd name="T51" fmla="*/ 28 h 30"/>
                <a:gd name="T52" fmla="*/ 9 w 36"/>
                <a:gd name="T53" fmla="*/ 22 h 30"/>
                <a:gd name="T54" fmla="*/ 11 w 36"/>
                <a:gd name="T55" fmla="*/ 20 h 30"/>
                <a:gd name="T56" fmla="*/ 8 w 36"/>
                <a:gd name="T57" fmla="*/ 20 h 30"/>
                <a:gd name="T58" fmla="*/ 6 w 36"/>
                <a:gd name="T59" fmla="*/ 21 h 30"/>
                <a:gd name="T60" fmla="*/ 1 w 36"/>
                <a:gd name="T61" fmla="*/ 23 h 30"/>
                <a:gd name="T62" fmla="*/ 0 w 36"/>
                <a:gd name="T63" fmla="*/ 22 h 30"/>
                <a:gd name="T64" fmla="*/ 1 w 36"/>
                <a:gd name="T65" fmla="*/ 19 h 30"/>
                <a:gd name="T66" fmla="*/ 3 w 36"/>
                <a:gd name="T67" fmla="*/ 15 h 30"/>
                <a:gd name="T68" fmla="*/ 13 w 36"/>
                <a:gd name="T69" fmla="*/ 13 h 30"/>
                <a:gd name="T70" fmla="*/ 16 w 36"/>
                <a:gd name="T71" fmla="*/ 14 h 30"/>
                <a:gd name="T72" fmla="*/ 16 w 36"/>
                <a:gd name="T73" fmla="*/ 14 h 30"/>
                <a:gd name="T74" fmla="*/ 16 w 36"/>
                <a:gd name="T75" fmla="*/ 13 h 30"/>
                <a:gd name="T76" fmla="*/ 15 w 36"/>
                <a:gd name="T77" fmla="*/ 13 h 30"/>
                <a:gd name="T78" fmla="*/ 13 w 36"/>
                <a:gd name="T79" fmla="*/ 8 h 30"/>
                <a:gd name="T80" fmla="*/ 13 w 36"/>
                <a:gd name="T81" fmla="*/ 8 h 30"/>
                <a:gd name="T82" fmla="*/ 18 w 36"/>
                <a:gd name="T83" fmla="*/ 11 h 30"/>
                <a:gd name="T84" fmla="*/ 20 w 36"/>
                <a:gd name="T85" fmla="*/ 9 h 30"/>
                <a:gd name="T86" fmla="*/ 21 w 36"/>
                <a:gd name="T87" fmla="*/ 7 h 30"/>
                <a:gd name="T88" fmla="*/ 24 w 36"/>
                <a:gd name="T89" fmla="*/ 4 h 30"/>
                <a:gd name="T90" fmla="*/ 26 w 36"/>
                <a:gd name="T91" fmla="*/ 1 h 30"/>
                <a:gd name="T92" fmla="*/ 26 w 36"/>
                <a:gd name="T93" fmla="*/ 1 h 30"/>
                <a:gd name="T94" fmla="*/ 31 w 36"/>
                <a:gd name="T95" fmla="*/ 3 h 30"/>
                <a:gd name="T96" fmla="*/ 35 w 36"/>
                <a:gd name="T97" fmla="*/ 7 h 30"/>
                <a:gd name="T98" fmla="*/ 36 w 36"/>
                <a:gd name="T99" fmla="*/ 9 h 30"/>
                <a:gd name="T100" fmla="*/ 31 w 36"/>
                <a:gd name="T101" fmla="*/ 10 h 30"/>
                <a:gd name="T102" fmla="*/ 31 w 36"/>
                <a:gd name="T103" fmla="*/ 8 h 30"/>
                <a:gd name="T104" fmla="*/ 30 w 36"/>
                <a:gd name="T105" fmla="*/ 8 h 30"/>
                <a:gd name="T106" fmla="*/ 31 w 36"/>
                <a:gd name="T107" fmla="*/ 3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36" h="30">
                  <a:moveTo>
                    <a:pt x="13" y="14"/>
                  </a:moveTo>
                  <a:cubicBezTo>
                    <a:pt x="13" y="14"/>
                    <a:pt x="10" y="16"/>
                    <a:pt x="10" y="17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3" y="19"/>
                    <a:pt x="14" y="17"/>
                    <a:pt x="13" y="14"/>
                  </a:cubicBezTo>
                  <a:cubicBezTo>
                    <a:pt x="13" y="14"/>
                    <a:pt x="13" y="14"/>
                    <a:pt x="13" y="14"/>
                  </a:cubicBezTo>
                  <a:close/>
                  <a:moveTo>
                    <a:pt x="26" y="1"/>
                  </a:moveTo>
                  <a:cubicBezTo>
                    <a:pt x="26" y="1"/>
                    <a:pt x="26" y="1"/>
                    <a:pt x="27" y="1"/>
                  </a:cubicBezTo>
                  <a:cubicBezTo>
                    <a:pt x="27" y="2"/>
                    <a:pt x="25" y="6"/>
                    <a:pt x="25" y="7"/>
                  </a:cubicBezTo>
                  <a:cubicBezTo>
                    <a:pt x="24" y="8"/>
                    <a:pt x="22" y="10"/>
                    <a:pt x="22" y="10"/>
                  </a:cubicBezTo>
                  <a:cubicBezTo>
                    <a:pt x="22" y="10"/>
                    <a:pt x="22" y="10"/>
                    <a:pt x="22" y="11"/>
                  </a:cubicBezTo>
                  <a:cubicBezTo>
                    <a:pt x="23" y="12"/>
                    <a:pt x="25" y="12"/>
                    <a:pt x="25" y="11"/>
                  </a:cubicBezTo>
                  <a:cubicBezTo>
                    <a:pt x="26" y="10"/>
                    <a:pt x="25" y="10"/>
                    <a:pt x="26" y="10"/>
                  </a:cubicBezTo>
                  <a:cubicBezTo>
                    <a:pt x="27" y="10"/>
                    <a:pt x="29" y="12"/>
                    <a:pt x="29" y="13"/>
                  </a:cubicBezTo>
                  <a:cubicBezTo>
                    <a:pt x="29" y="13"/>
                    <a:pt x="29" y="14"/>
                    <a:pt x="28" y="14"/>
                  </a:cubicBezTo>
                  <a:cubicBezTo>
                    <a:pt x="25" y="13"/>
                    <a:pt x="23" y="14"/>
                    <a:pt x="21" y="14"/>
                  </a:cubicBezTo>
                  <a:cubicBezTo>
                    <a:pt x="20" y="14"/>
                    <a:pt x="20" y="13"/>
                    <a:pt x="19" y="13"/>
                  </a:cubicBezTo>
                  <a:cubicBezTo>
                    <a:pt x="18" y="14"/>
                    <a:pt x="16" y="17"/>
                    <a:pt x="16" y="18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8" y="19"/>
                    <a:pt x="19" y="17"/>
                    <a:pt x="21" y="20"/>
                  </a:cubicBezTo>
                  <a:cubicBezTo>
                    <a:pt x="21" y="22"/>
                    <a:pt x="20" y="22"/>
                    <a:pt x="20" y="24"/>
                  </a:cubicBezTo>
                  <a:cubicBezTo>
                    <a:pt x="19" y="25"/>
                    <a:pt x="20" y="26"/>
                    <a:pt x="20" y="27"/>
                  </a:cubicBezTo>
                  <a:cubicBezTo>
                    <a:pt x="19" y="30"/>
                    <a:pt x="15" y="29"/>
                    <a:pt x="14" y="27"/>
                  </a:cubicBezTo>
                  <a:cubicBezTo>
                    <a:pt x="13" y="26"/>
                    <a:pt x="15" y="22"/>
                    <a:pt x="15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1" y="22"/>
                    <a:pt x="11" y="26"/>
                    <a:pt x="9" y="28"/>
                  </a:cubicBezTo>
                  <a:cubicBezTo>
                    <a:pt x="9" y="28"/>
                    <a:pt x="9" y="28"/>
                    <a:pt x="9" y="28"/>
                  </a:cubicBezTo>
                  <a:cubicBezTo>
                    <a:pt x="8" y="27"/>
                    <a:pt x="9" y="24"/>
                    <a:pt x="9" y="22"/>
                  </a:cubicBezTo>
                  <a:cubicBezTo>
                    <a:pt x="10" y="22"/>
                    <a:pt x="11" y="21"/>
                    <a:pt x="11" y="20"/>
                  </a:cubicBezTo>
                  <a:cubicBezTo>
                    <a:pt x="10" y="20"/>
                    <a:pt x="9" y="19"/>
                    <a:pt x="8" y="20"/>
                  </a:cubicBezTo>
                  <a:cubicBezTo>
                    <a:pt x="7" y="20"/>
                    <a:pt x="7" y="21"/>
                    <a:pt x="6" y="21"/>
                  </a:cubicBezTo>
                  <a:cubicBezTo>
                    <a:pt x="5" y="22"/>
                    <a:pt x="3" y="23"/>
                    <a:pt x="1" y="23"/>
                  </a:cubicBezTo>
                  <a:cubicBezTo>
                    <a:pt x="1" y="23"/>
                    <a:pt x="1" y="22"/>
                    <a:pt x="0" y="22"/>
                  </a:cubicBezTo>
                  <a:cubicBezTo>
                    <a:pt x="1" y="20"/>
                    <a:pt x="1" y="20"/>
                    <a:pt x="1" y="19"/>
                  </a:cubicBezTo>
                  <a:cubicBezTo>
                    <a:pt x="1" y="18"/>
                    <a:pt x="3" y="17"/>
                    <a:pt x="3" y="15"/>
                  </a:cubicBezTo>
                  <a:cubicBezTo>
                    <a:pt x="7" y="15"/>
                    <a:pt x="9" y="13"/>
                    <a:pt x="13" y="13"/>
                  </a:cubicBezTo>
                  <a:cubicBezTo>
                    <a:pt x="14" y="13"/>
                    <a:pt x="15" y="15"/>
                    <a:pt x="16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4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cubicBezTo>
                    <a:pt x="12" y="12"/>
                    <a:pt x="12" y="10"/>
                    <a:pt x="13" y="8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4" y="10"/>
                    <a:pt x="17" y="11"/>
                    <a:pt x="18" y="11"/>
                  </a:cubicBezTo>
                  <a:cubicBezTo>
                    <a:pt x="19" y="10"/>
                    <a:pt x="19" y="10"/>
                    <a:pt x="20" y="9"/>
                  </a:cubicBezTo>
                  <a:cubicBezTo>
                    <a:pt x="20" y="8"/>
                    <a:pt x="21" y="8"/>
                    <a:pt x="21" y="7"/>
                  </a:cubicBezTo>
                  <a:cubicBezTo>
                    <a:pt x="22" y="6"/>
                    <a:pt x="23" y="5"/>
                    <a:pt x="24" y="4"/>
                  </a:cubicBezTo>
                  <a:cubicBezTo>
                    <a:pt x="24" y="4"/>
                    <a:pt x="25" y="1"/>
                    <a:pt x="26" y="1"/>
                  </a:cubicBezTo>
                  <a:cubicBezTo>
                    <a:pt x="25" y="0"/>
                    <a:pt x="26" y="1"/>
                    <a:pt x="26" y="1"/>
                  </a:cubicBezTo>
                  <a:close/>
                  <a:moveTo>
                    <a:pt x="31" y="3"/>
                  </a:moveTo>
                  <a:cubicBezTo>
                    <a:pt x="32" y="4"/>
                    <a:pt x="34" y="5"/>
                    <a:pt x="35" y="7"/>
                  </a:cubicBezTo>
                  <a:cubicBezTo>
                    <a:pt x="35" y="8"/>
                    <a:pt x="36" y="9"/>
                    <a:pt x="36" y="9"/>
                  </a:cubicBezTo>
                  <a:cubicBezTo>
                    <a:pt x="35" y="12"/>
                    <a:pt x="32" y="12"/>
                    <a:pt x="31" y="10"/>
                  </a:cubicBezTo>
                  <a:cubicBezTo>
                    <a:pt x="31" y="10"/>
                    <a:pt x="31" y="9"/>
                    <a:pt x="31" y="8"/>
                  </a:cubicBezTo>
                  <a:cubicBezTo>
                    <a:pt x="30" y="8"/>
                    <a:pt x="30" y="8"/>
                    <a:pt x="30" y="8"/>
                  </a:cubicBezTo>
                  <a:cubicBezTo>
                    <a:pt x="31" y="6"/>
                    <a:pt x="29" y="4"/>
                    <a:pt x="3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5" name="Freeform 48"/>
            <p:cNvSpPr>
              <a:spLocks noEditPoints="1"/>
            </p:cNvSpPr>
            <p:nvPr userDrawn="1"/>
          </p:nvSpPr>
          <p:spPr bwMode="auto">
            <a:xfrm>
              <a:off x="8913875" y="4588179"/>
              <a:ext cx="36513" cy="52388"/>
            </a:xfrm>
            <a:custGeom>
              <a:avLst/>
              <a:gdLst>
                <a:gd name="T0" fmla="*/ 14 w 24"/>
                <a:gd name="T1" fmla="*/ 5 h 34"/>
                <a:gd name="T2" fmla="*/ 14 w 24"/>
                <a:gd name="T3" fmla="*/ 5 h 34"/>
                <a:gd name="T4" fmla="*/ 14 w 24"/>
                <a:gd name="T5" fmla="*/ 5 h 34"/>
                <a:gd name="T6" fmla="*/ 14 w 24"/>
                <a:gd name="T7" fmla="*/ 4 h 34"/>
                <a:gd name="T8" fmla="*/ 14 w 24"/>
                <a:gd name="T9" fmla="*/ 4 h 34"/>
                <a:gd name="T10" fmla="*/ 14 w 24"/>
                <a:gd name="T11" fmla="*/ 4 h 34"/>
                <a:gd name="T12" fmla="*/ 14 w 24"/>
                <a:gd name="T13" fmla="*/ 4 h 34"/>
                <a:gd name="T14" fmla="*/ 20 w 24"/>
                <a:gd name="T15" fmla="*/ 2 h 34"/>
                <a:gd name="T16" fmla="*/ 14 w 24"/>
                <a:gd name="T17" fmla="*/ 7 h 34"/>
                <a:gd name="T18" fmla="*/ 22 w 24"/>
                <a:gd name="T19" fmla="*/ 15 h 34"/>
                <a:gd name="T20" fmla="*/ 16 w 24"/>
                <a:gd name="T21" fmla="*/ 18 h 34"/>
                <a:gd name="T22" fmla="*/ 15 w 24"/>
                <a:gd name="T23" fmla="*/ 23 h 34"/>
                <a:gd name="T24" fmla="*/ 17 w 24"/>
                <a:gd name="T25" fmla="*/ 22 h 34"/>
                <a:gd name="T26" fmla="*/ 24 w 24"/>
                <a:gd name="T27" fmla="*/ 24 h 34"/>
                <a:gd name="T28" fmla="*/ 18 w 24"/>
                <a:gd name="T29" fmla="*/ 26 h 34"/>
                <a:gd name="T30" fmla="*/ 9 w 24"/>
                <a:gd name="T31" fmla="*/ 32 h 34"/>
                <a:gd name="T32" fmla="*/ 16 w 24"/>
                <a:gd name="T33" fmla="*/ 27 h 34"/>
                <a:gd name="T34" fmla="*/ 10 w 24"/>
                <a:gd name="T35" fmla="*/ 29 h 34"/>
                <a:gd name="T36" fmla="*/ 7 w 24"/>
                <a:gd name="T37" fmla="*/ 28 h 34"/>
                <a:gd name="T38" fmla="*/ 14 w 24"/>
                <a:gd name="T39" fmla="*/ 25 h 34"/>
                <a:gd name="T40" fmla="*/ 13 w 24"/>
                <a:gd name="T41" fmla="*/ 24 h 34"/>
                <a:gd name="T42" fmla="*/ 14 w 24"/>
                <a:gd name="T43" fmla="*/ 19 h 34"/>
                <a:gd name="T44" fmla="*/ 9 w 24"/>
                <a:gd name="T45" fmla="*/ 22 h 34"/>
                <a:gd name="T46" fmla="*/ 9 w 24"/>
                <a:gd name="T47" fmla="*/ 20 h 34"/>
                <a:gd name="T48" fmla="*/ 17 w 24"/>
                <a:gd name="T49" fmla="*/ 16 h 34"/>
                <a:gd name="T50" fmla="*/ 14 w 24"/>
                <a:gd name="T51" fmla="*/ 10 h 34"/>
                <a:gd name="T52" fmla="*/ 7 w 24"/>
                <a:gd name="T53" fmla="*/ 17 h 34"/>
                <a:gd name="T54" fmla="*/ 4 w 24"/>
                <a:gd name="T55" fmla="*/ 26 h 34"/>
                <a:gd name="T56" fmla="*/ 2 w 24"/>
                <a:gd name="T57" fmla="*/ 19 h 34"/>
                <a:gd name="T58" fmla="*/ 6 w 24"/>
                <a:gd name="T59" fmla="*/ 12 h 34"/>
                <a:gd name="T60" fmla="*/ 12 w 24"/>
                <a:gd name="T61" fmla="*/ 7 h 34"/>
                <a:gd name="T62" fmla="*/ 8 w 24"/>
                <a:gd name="T63" fmla="*/ 6 h 34"/>
                <a:gd name="T64" fmla="*/ 1 w 24"/>
                <a:gd name="T65" fmla="*/ 3 h 34"/>
                <a:gd name="T66" fmla="*/ 4 w 24"/>
                <a:gd name="T67" fmla="*/ 7 h 34"/>
                <a:gd name="T68" fmla="*/ 0 w 24"/>
                <a:gd name="T69" fmla="*/ 5 h 34"/>
                <a:gd name="T70" fmla="*/ 1 w 24"/>
                <a:gd name="T71" fmla="*/ 3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4" h="34">
                  <a:moveTo>
                    <a:pt x="14" y="5"/>
                  </a:move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ubicBezTo>
                    <a:pt x="14" y="5"/>
                    <a:pt x="14" y="5"/>
                    <a:pt x="14" y="5"/>
                  </a:cubicBezTo>
                  <a:close/>
                  <a:moveTo>
                    <a:pt x="14" y="4"/>
                  </a:move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4"/>
                    <a:pt x="14" y="4"/>
                    <a:pt x="14" y="4"/>
                  </a:cubicBezTo>
                  <a:close/>
                  <a:moveTo>
                    <a:pt x="16" y="1"/>
                  </a:moveTo>
                  <a:cubicBezTo>
                    <a:pt x="17" y="0"/>
                    <a:pt x="19" y="1"/>
                    <a:pt x="20" y="2"/>
                  </a:cubicBezTo>
                  <a:cubicBezTo>
                    <a:pt x="20" y="2"/>
                    <a:pt x="21" y="2"/>
                    <a:pt x="20" y="2"/>
                  </a:cubicBezTo>
                  <a:cubicBezTo>
                    <a:pt x="20" y="4"/>
                    <a:pt x="16" y="5"/>
                    <a:pt x="14" y="7"/>
                  </a:cubicBezTo>
                  <a:cubicBezTo>
                    <a:pt x="15" y="8"/>
                    <a:pt x="16" y="7"/>
                    <a:pt x="18" y="8"/>
                  </a:cubicBezTo>
                  <a:cubicBezTo>
                    <a:pt x="20" y="8"/>
                    <a:pt x="24" y="12"/>
                    <a:pt x="22" y="15"/>
                  </a:cubicBezTo>
                  <a:cubicBezTo>
                    <a:pt x="21" y="16"/>
                    <a:pt x="20" y="16"/>
                    <a:pt x="19" y="16"/>
                  </a:cubicBezTo>
                  <a:cubicBezTo>
                    <a:pt x="18" y="17"/>
                    <a:pt x="17" y="16"/>
                    <a:pt x="16" y="18"/>
                  </a:cubicBezTo>
                  <a:cubicBezTo>
                    <a:pt x="16" y="18"/>
                    <a:pt x="16" y="19"/>
                    <a:pt x="17" y="20"/>
                  </a:cubicBezTo>
                  <a:cubicBezTo>
                    <a:pt x="16" y="21"/>
                    <a:pt x="16" y="22"/>
                    <a:pt x="15" y="23"/>
                  </a:cubicBezTo>
                  <a:cubicBezTo>
                    <a:pt x="16" y="24"/>
                    <a:pt x="16" y="24"/>
                    <a:pt x="17" y="24"/>
                  </a:cubicBezTo>
                  <a:cubicBezTo>
                    <a:pt x="17" y="23"/>
                    <a:pt x="17" y="23"/>
                    <a:pt x="17" y="22"/>
                  </a:cubicBezTo>
                  <a:cubicBezTo>
                    <a:pt x="18" y="22"/>
                    <a:pt x="21" y="22"/>
                    <a:pt x="22" y="22"/>
                  </a:cubicBezTo>
                  <a:cubicBezTo>
                    <a:pt x="23" y="22"/>
                    <a:pt x="23" y="24"/>
                    <a:pt x="24" y="24"/>
                  </a:cubicBezTo>
                  <a:cubicBezTo>
                    <a:pt x="23" y="25"/>
                    <a:pt x="23" y="25"/>
                    <a:pt x="23" y="26"/>
                  </a:cubicBezTo>
                  <a:cubicBezTo>
                    <a:pt x="21" y="27"/>
                    <a:pt x="20" y="24"/>
                    <a:pt x="18" y="26"/>
                  </a:cubicBezTo>
                  <a:cubicBezTo>
                    <a:pt x="17" y="27"/>
                    <a:pt x="19" y="29"/>
                    <a:pt x="19" y="31"/>
                  </a:cubicBezTo>
                  <a:cubicBezTo>
                    <a:pt x="18" y="34"/>
                    <a:pt x="11" y="34"/>
                    <a:pt x="9" y="32"/>
                  </a:cubicBezTo>
                  <a:cubicBezTo>
                    <a:pt x="9" y="32"/>
                    <a:pt x="9" y="32"/>
                    <a:pt x="9" y="32"/>
                  </a:cubicBezTo>
                  <a:cubicBezTo>
                    <a:pt x="12" y="30"/>
                    <a:pt x="16" y="30"/>
                    <a:pt x="16" y="27"/>
                  </a:cubicBezTo>
                  <a:cubicBezTo>
                    <a:pt x="16" y="27"/>
                    <a:pt x="16" y="27"/>
                    <a:pt x="16" y="27"/>
                  </a:cubicBezTo>
                  <a:cubicBezTo>
                    <a:pt x="14" y="27"/>
                    <a:pt x="12" y="29"/>
                    <a:pt x="10" y="29"/>
                  </a:cubicBezTo>
                  <a:cubicBezTo>
                    <a:pt x="10" y="29"/>
                    <a:pt x="8" y="29"/>
                    <a:pt x="8" y="29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7" y="28"/>
                    <a:pt x="7" y="28"/>
                    <a:pt x="7" y="28"/>
                  </a:cubicBezTo>
                  <a:cubicBezTo>
                    <a:pt x="9" y="27"/>
                    <a:pt x="14" y="26"/>
                    <a:pt x="14" y="25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3" y="24"/>
                    <a:pt x="13" y="24"/>
                  </a:cubicBezTo>
                  <a:cubicBezTo>
                    <a:pt x="13" y="23"/>
                    <a:pt x="13" y="22"/>
                    <a:pt x="13" y="22"/>
                  </a:cubicBezTo>
                  <a:cubicBezTo>
                    <a:pt x="13" y="21"/>
                    <a:pt x="14" y="20"/>
                    <a:pt x="14" y="19"/>
                  </a:cubicBezTo>
                  <a:cubicBezTo>
                    <a:pt x="14" y="19"/>
                    <a:pt x="14" y="19"/>
                    <a:pt x="13" y="19"/>
                  </a:cubicBezTo>
                  <a:cubicBezTo>
                    <a:pt x="12" y="18"/>
                    <a:pt x="10" y="21"/>
                    <a:pt x="9" y="22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9" y="22"/>
                    <a:pt x="9" y="21"/>
                    <a:pt x="9" y="20"/>
                  </a:cubicBezTo>
                  <a:cubicBezTo>
                    <a:pt x="9" y="18"/>
                    <a:pt x="12" y="16"/>
                    <a:pt x="14" y="17"/>
                  </a:cubicBezTo>
                  <a:cubicBezTo>
                    <a:pt x="15" y="17"/>
                    <a:pt x="16" y="16"/>
                    <a:pt x="17" y="16"/>
                  </a:cubicBezTo>
                  <a:cubicBezTo>
                    <a:pt x="17" y="15"/>
                    <a:pt x="18" y="14"/>
                    <a:pt x="18" y="14"/>
                  </a:cubicBezTo>
                  <a:cubicBezTo>
                    <a:pt x="19" y="11"/>
                    <a:pt x="16" y="10"/>
                    <a:pt x="14" y="10"/>
                  </a:cubicBezTo>
                  <a:cubicBezTo>
                    <a:pt x="12" y="10"/>
                    <a:pt x="10" y="12"/>
                    <a:pt x="10" y="13"/>
                  </a:cubicBezTo>
                  <a:cubicBezTo>
                    <a:pt x="9" y="14"/>
                    <a:pt x="8" y="16"/>
                    <a:pt x="7" y="17"/>
                  </a:cubicBezTo>
                  <a:cubicBezTo>
                    <a:pt x="6" y="18"/>
                    <a:pt x="6" y="19"/>
                    <a:pt x="5" y="20"/>
                  </a:cubicBezTo>
                  <a:cubicBezTo>
                    <a:pt x="4" y="22"/>
                    <a:pt x="5" y="24"/>
                    <a:pt x="4" y="26"/>
                  </a:cubicBezTo>
                  <a:cubicBezTo>
                    <a:pt x="1" y="26"/>
                    <a:pt x="0" y="24"/>
                    <a:pt x="0" y="21"/>
                  </a:cubicBezTo>
                  <a:cubicBezTo>
                    <a:pt x="0" y="21"/>
                    <a:pt x="1" y="20"/>
                    <a:pt x="2" y="19"/>
                  </a:cubicBezTo>
                  <a:cubicBezTo>
                    <a:pt x="2" y="18"/>
                    <a:pt x="3" y="17"/>
                    <a:pt x="3" y="16"/>
                  </a:cubicBezTo>
                  <a:cubicBezTo>
                    <a:pt x="4" y="15"/>
                    <a:pt x="5" y="14"/>
                    <a:pt x="6" y="12"/>
                  </a:cubicBezTo>
                  <a:cubicBezTo>
                    <a:pt x="8" y="11"/>
                    <a:pt x="11" y="9"/>
                    <a:pt x="12" y="7"/>
                  </a:cubicBezTo>
                  <a:cubicBezTo>
                    <a:pt x="12" y="7"/>
                    <a:pt x="12" y="7"/>
                    <a:pt x="12" y="7"/>
                  </a:cubicBezTo>
                  <a:cubicBezTo>
                    <a:pt x="10" y="7"/>
                    <a:pt x="8" y="7"/>
                    <a:pt x="8" y="6"/>
                  </a:cubicBezTo>
                  <a:cubicBezTo>
                    <a:pt x="8" y="6"/>
                    <a:pt x="8" y="6"/>
                    <a:pt x="8" y="6"/>
                  </a:cubicBezTo>
                  <a:cubicBezTo>
                    <a:pt x="12" y="4"/>
                    <a:pt x="14" y="2"/>
                    <a:pt x="16" y="1"/>
                  </a:cubicBezTo>
                  <a:close/>
                  <a:moveTo>
                    <a:pt x="1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2" y="4"/>
                    <a:pt x="4" y="7"/>
                    <a:pt x="4" y="7"/>
                  </a:cubicBezTo>
                  <a:cubicBezTo>
                    <a:pt x="4" y="9"/>
                    <a:pt x="5" y="9"/>
                    <a:pt x="4" y="10"/>
                  </a:cubicBezTo>
                  <a:cubicBezTo>
                    <a:pt x="1" y="10"/>
                    <a:pt x="0" y="9"/>
                    <a:pt x="0" y="5"/>
                  </a:cubicBezTo>
                  <a:cubicBezTo>
                    <a:pt x="0" y="4"/>
                    <a:pt x="0" y="4"/>
                    <a:pt x="0" y="3"/>
                  </a:cubicBezTo>
                  <a:cubicBezTo>
                    <a:pt x="0" y="3"/>
                    <a:pt x="1" y="3"/>
                    <a:pt x="1" y="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6" name="Freeform 49"/>
            <p:cNvSpPr>
              <a:spLocks noEditPoints="1"/>
            </p:cNvSpPr>
            <p:nvPr userDrawn="1"/>
          </p:nvSpPr>
          <p:spPr bwMode="auto">
            <a:xfrm>
              <a:off x="8971025" y="4589766"/>
              <a:ext cx="50800" cy="52388"/>
            </a:xfrm>
            <a:custGeom>
              <a:avLst/>
              <a:gdLst>
                <a:gd name="T0" fmla="*/ 17 w 34"/>
                <a:gd name="T1" fmla="*/ 16 h 34"/>
                <a:gd name="T2" fmla="*/ 20 w 34"/>
                <a:gd name="T3" fmla="*/ 27 h 34"/>
                <a:gd name="T4" fmla="*/ 18 w 34"/>
                <a:gd name="T5" fmla="*/ 21 h 34"/>
                <a:gd name="T6" fmla="*/ 20 w 34"/>
                <a:gd name="T7" fmla="*/ 21 h 34"/>
                <a:gd name="T8" fmla="*/ 25 w 34"/>
                <a:gd name="T9" fmla="*/ 18 h 34"/>
                <a:gd name="T10" fmla="*/ 22 w 34"/>
                <a:gd name="T11" fmla="*/ 20 h 34"/>
                <a:gd name="T12" fmla="*/ 21 w 34"/>
                <a:gd name="T13" fmla="*/ 14 h 34"/>
                <a:gd name="T14" fmla="*/ 28 w 34"/>
                <a:gd name="T15" fmla="*/ 6 h 34"/>
                <a:gd name="T16" fmla="*/ 26 w 34"/>
                <a:gd name="T17" fmla="*/ 10 h 34"/>
                <a:gd name="T18" fmla="*/ 28 w 34"/>
                <a:gd name="T19" fmla="*/ 6 h 34"/>
                <a:gd name="T20" fmla="*/ 26 w 34"/>
                <a:gd name="T21" fmla="*/ 0 h 34"/>
                <a:gd name="T22" fmla="*/ 28 w 34"/>
                <a:gd name="T23" fmla="*/ 5 h 34"/>
                <a:gd name="T24" fmla="*/ 34 w 34"/>
                <a:gd name="T25" fmla="*/ 9 h 34"/>
                <a:gd name="T26" fmla="*/ 28 w 34"/>
                <a:gd name="T27" fmla="*/ 13 h 34"/>
                <a:gd name="T28" fmla="*/ 28 w 34"/>
                <a:gd name="T29" fmla="*/ 17 h 34"/>
                <a:gd name="T30" fmla="*/ 27 w 34"/>
                <a:gd name="T31" fmla="*/ 25 h 34"/>
                <a:gd name="T32" fmla="*/ 32 w 34"/>
                <a:gd name="T33" fmla="*/ 31 h 34"/>
                <a:gd name="T34" fmla="*/ 26 w 34"/>
                <a:gd name="T35" fmla="*/ 30 h 34"/>
                <a:gd name="T36" fmla="*/ 22 w 34"/>
                <a:gd name="T37" fmla="*/ 30 h 34"/>
                <a:gd name="T38" fmla="*/ 15 w 34"/>
                <a:gd name="T39" fmla="*/ 29 h 34"/>
                <a:gd name="T40" fmla="*/ 13 w 34"/>
                <a:gd name="T41" fmla="*/ 26 h 34"/>
                <a:gd name="T42" fmla="*/ 13 w 34"/>
                <a:gd name="T43" fmla="*/ 31 h 34"/>
                <a:gd name="T44" fmla="*/ 10 w 34"/>
                <a:gd name="T45" fmla="*/ 27 h 34"/>
                <a:gd name="T46" fmla="*/ 8 w 34"/>
                <a:gd name="T47" fmla="*/ 23 h 34"/>
                <a:gd name="T48" fmla="*/ 2 w 34"/>
                <a:gd name="T49" fmla="*/ 19 h 34"/>
                <a:gd name="T50" fmla="*/ 4 w 34"/>
                <a:gd name="T51" fmla="*/ 16 h 34"/>
                <a:gd name="T52" fmla="*/ 13 w 34"/>
                <a:gd name="T53" fmla="*/ 15 h 34"/>
                <a:gd name="T54" fmla="*/ 16 w 34"/>
                <a:gd name="T55" fmla="*/ 9 h 34"/>
                <a:gd name="T56" fmla="*/ 11 w 34"/>
                <a:gd name="T57" fmla="*/ 7 h 34"/>
                <a:gd name="T58" fmla="*/ 10 w 34"/>
                <a:gd name="T59" fmla="*/ 5 h 34"/>
                <a:gd name="T60" fmla="*/ 12 w 34"/>
                <a:gd name="T61" fmla="*/ 6 h 34"/>
                <a:gd name="T62" fmla="*/ 20 w 34"/>
                <a:gd name="T63" fmla="*/ 0 h 34"/>
                <a:gd name="T64" fmla="*/ 23 w 34"/>
                <a:gd name="T65" fmla="*/ 1 h 34"/>
                <a:gd name="T66" fmla="*/ 17 w 34"/>
                <a:gd name="T67" fmla="*/ 11 h 34"/>
                <a:gd name="T68" fmla="*/ 19 w 34"/>
                <a:gd name="T69" fmla="*/ 11 h 34"/>
                <a:gd name="T70" fmla="*/ 23 w 34"/>
                <a:gd name="T71" fmla="*/ 7 h 34"/>
                <a:gd name="T72" fmla="*/ 26 w 34"/>
                <a:gd name="T73" fmla="*/ 0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34" h="34">
                  <a:moveTo>
                    <a:pt x="21" y="13"/>
                  </a:moveTo>
                  <a:cubicBezTo>
                    <a:pt x="19" y="14"/>
                    <a:pt x="18" y="15"/>
                    <a:pt x="17" y="16"/>
                  </a:cubicBezTo>
                  <a:cubicBezTo>
                    <a:pt x="16" y="18"/>
                    <a:pt x="12" y="21"/>
                    <a:pt x="14" y="24"/>
                  </a:cubicBezTo>
                  <a:cubicBezTo>
                    <a:pt x="15" y="26"/>
                    <a:pt x="17" y="28"/>
                    <a:pt x="20" y="27"/>
                  </a:cubicBezTo>
                  <a:cubicBezTo>
                    <a:pt x="20" y="27"/>
                    <a:pt x="20" y="27"/>
                    <a:pt x="21" y="27"/>
                  </a:cubicBezTo>
                  <a:cubicBezTo>
                    <a:pt x="20" y="25"/>
                    <a:pt x="19" y="22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0" y="21"/>
                    <a:pt x="20" y="21"/>
                  </a:cubicBezTo>
                  <a:cubicBezTo>
                    <a:pt x="21" y="22"/>
                    <a:pt x="24" y="24"/>
                    <a:pt x="24" y="23"/>
                  </a:cubicBezTo>
                  <a:cubicBezTo>
                    <a:pt x="25" y="22"/>
                    <a:pt x="26" y="19"/>
                    <a:pt x="25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4" y="18"/>
                    <a:pt x="23" y="19"/>
                    <a:pt x="22" y="20"/>
                  </a:cubicBezTo>
                  <a:cubicBezTo>
                    <a:pt x="22" y="20"/>
                    <a:pt x="22" y="19"/>
                    <a:pt x="21" y="19"/>
                  </a:cubicBezTo>
                  <a:cubicBezTo>
                    <a:pt x="21" y="17"/>
                    <a:pt x="21" y="16"/>
                    <a:pt x="21" y="14"/>
                  </a:cubicBezTo>
                  <a:cubicBezTo>
                    <a:pt x="22" y="13"/>
                    <a:pt x="21" y="13"/>
                    <a:pt x="21" y="13"/>
                  </a:cubicBezTo>
                  <a:close/>
                  <a:moveTo>
                    <a:pt x="28" y="6"/>
                  </a:moveTo>
                  <a:cubicBezTo>
                    <a:pt x="28" y="7"/>
                    <a:pt x="26" y="9"/>
                    <a:pt x="26" y="10"/>
                  </a:cubicBezTo>
                  <a:cubicBezTo>
                    <a:pt x="26" y="10"/>
                    <a:pt x="26" y="10"/>
                    <a:pt x="26" y="10"/>
                  </a:cubicBezTo>
                  <a:cubicBezTo>
                    <a:pt x="27" y="10"/>
                    <a:pt x="30" y="9"/>
                    <a:pt x="30" y="9"/>
                  </a:cubicBezTo>
                  <a:cubicBezTo>
                    <a:pt x="30" y="8"/>
                    <a:pt x="29" y="7"/>
                    <a:pt x="28" y="6"/>
                  </a:cubicBezTo>
                  <a:cubicBezTo>
                    <a:pt x="28" y="6"/>
                    <a:pt x="28" y="6"/>
                    <a:pt x="28" y="6"/>
                  </a:cubicBezTo>
                  <a:close/>
                  <a:moveTo>
                    <a:pt x="26" y="0"/>
                  </a:moveTo>
                  <a:cubicBezTo>
                    <a:pt x="28" y="1"/>
                    <a:pt x="29" y="1"/>
                    <a:pt x="29" y="3"/>
                  </a:cubicBezTo>
                  <a:cubicBezTo>
                    <a:pt x="29" y="3"/>
                    <a:pt x="28" y="4"/>
                    <a:pt x="28" y="5"/>
                  </a:cubicBezTo>
                  <a:cubicBezTo>
                    <a:pt x="29" y="7"/>
                    <a:pt x="32" y="7"/>
                    <a:pt x="34" y="8"/>
                  </a:cubicBezTo>
                  <a:cubicBezTo>
                    <a:pt x="34" y="9"/>
                    <a:pt x="34" y="9"/>
                    <a:pt x="34" y="9"/>
                  </a:cubicBezTo>
                  <a:cubicBezTo>
                    <a:pt x="32" y="11"/>
                    <a:pt x="30" y="11"/>
                    <a:pt x="29" y="11"/>
                  </a:cubicBezTo>
                  <a:cubicBezTo>
                    <a:pt x="28" y="12"/>
                    <a:pt x="28" y="12"/>
                    <a:pt x="28" y="13"/>
                  </a:cubicBezTo>
                  <a:cubicBezTo>
                    <a:pt x="26" y="13"/>
                    <a:pt x="25" y="13"/>
                    <a:pt x="24" y="15"/>
                  </a:cubicBezTo>
                  <a:cubicBezTo>
                    <a:pt x="25" y="16"/>
                    <a:pt x="28" y="16"/>
                    <a:pt x="28" y="17"/>
                  </a:cubicBezTo>
                  <a:cubicBezTo>
                    <a:pt x="28" y="18"/>
                    <a:pt x="28" y="21"/>
                    <a:pt x="28" y="22"/>
                  </a:cubicBezTo>
                  <a:cubicBezTo>
                    <a:pt x="27" y="23"/>
                    <a:pt x="26" y="24"/>
                    <a:pt x="27" y="25"/>
                  </a:cubicBezTo>
                  <a:cubicBezTo>
                    <a:pt x="27" y="26"/>
                    <a:pt x="29" y="26"/>
                    <a:pt x="30" y="27"/>
                  </a:cubicBezTo>
                  <a:cubicBezTo>
                    <a:pt x="31" y="28"/>
                    <a:pt x="32" y="29"/>
                    <a:pt x="32" y="31"/>
                  </a:cubicBezTo>
                  <a:cubicBezTo>
                    <a:pt x="32" y="32"/>
                    <a:pt x="30" y="34"/>
                    <a:pt x="28" y="33"/>
                  </a:cubicBezTo>
                  <a:cubicBezTo>
                    <a:pt x="27" y="33"/>
                    <a:pt x="26" y="31"/>
                    <a:pt x="26" y="30"/>
                  </a:cubicBezTo>
                  <a:cubicBezTo>
                    <a:pt x="25" y="30"/>
                    <a:pt x="25" y="30"/>
                    <a:pt x="24" y="29"/>
                  </a:cubicBezTo>
                  <a:cubicBezTo>
                    <a:pt x="24" y="29"/>
                    <a:pt x="22" y="30"/>
                    <a:pt x="22" y="30"/>
                  </a:cubicBezTo>
                  <a:cubicBezTo>
                    <a:pt x="21" y="30"/>
                    <a:pt x="21" y="30"/>
                    <a:pt x="20" y="30"/>
                  </a:cubicBezTo>
                  <a:cubicBezTo>
                    <a:pt x="19" y="30"/>
                    <a:pt x="17" y="30"/>
                    <a:pt x="15" y="29"/>
                  </a:cubicBezTo>
                  <a:cubicBezTo>
                    <a:pt x="15" y="28"/>
                    <a:pt x="14" y="27"/>
                    <a:pt x="14" y="26"/>
                  </a:cubicBezTo>
                  <a:cubicBezTo>
                    <a:pt x="14" y="26"/>
                    <a:pt x="14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7"/>
                    <a:pt x="14" y="31"/>
                    <a:pt x="13" y="31"/>
                  </a:cubicBezTo>
                  <a:cubicBezTo>
                    <a:pt x="12" y="31"/>
                    <a:pt x="12" y="30"/>
                    <a:pt x="11" y="30"/>
                  </a:cubicBezTo>
                  <a:cubicBezTo>
                    <a:pt x="10" y="29"/>
                    <a:pt x="11" y="28"/>
                    <a:pt x="10" y="27"/>
                  </a:cubicBezTo>
                  <a:cubicBezTo>
                    <a:pt x="10" y="26"/>
                    <a:pt x="9" y="25"/>
                    <a:pt x="9" y="25"/>
                  </a:cubicBezTo>
                  <a:cubicBezTo>
                    <a:pt x="8" y="24"/>
                    <a:pt x="9" y="23"/>
                    <a:pt x="8" y="23"/>
                  </a:cubicBezTo>
                  <a:cubicBezTo>
                    <a:pt x="8" y="23"/>
                    <a:pt x="4" y="24"/>
                    <a:pt x="3" y="23"/>
                  </a:cubicBezTo>
                  <a:cubicBezTo>
                    <a:pt x="2" y="23"/>
                    <a:pt x="0" y="21"/>
                    <a:pt x="2" y="19"/>
                  </a:cubicBezTo>
                  <a:cubicBezTo>
                    <a:pt x="2" y="19"/>
                    <a:pt x="3" y="19"/>
                    <a:pt x="3" y="18"/>
                  </a:cubicBezTo>
                  <a:cubicBezTo>
                    <a:pt x="4" y="18"/>
                    <a:pt x="3" y="17"/>
                    <a:pt x="4" y="16"/>
                  </a:cubicBezTo>
                  <a:cubicBezTo>
                    <a:pt x="4" y="16"/>
                    <a:pt x="6" y="17"/>
                    <a:pt x="6" y="17"/>
                  </a:cubicBezTo>
                  <a:cubicBezTo>
                    <a:pt x="8" y="17"/>
                    <a:pt x="12" y="16"/>
                    <a:pt x="13" y="15"/>
                  </a:cubicBezTo>
                  <a:cubicBezTo>
                    <a:pt x="13" y="14"/>
                    <a:pt x="14" y="12"/>
                    <a:pt x="14" y="11"/>
                  </a:cubicBezTo>
                  <a:cubicBezTo>
                    <a:pt x="14" y="10"/>
                    <a:pt x="15" y="10"/>
                    <a:pt x="16" y="9"/>
                  </a:cubicBezTo>
                  <a:cubicBezTo>
                    <a:pt x="16" y="9"/>
                    <a:pt x="16" y="9"/>
                    <a:pt x="15" y="8"/>
                  </a:cubicBezTo>
                  <a:cubicBezTo>
                    <a:pt x="14" y="8"/>
                    <a:pt x="13" y="8"/>
                    <a:pt x="11" y="7"/>
                  </a:cubicBezTo>
                  <a:cubicBezTo>
                    <a:pt x="11" y="7"/>
                    <a:pt x="11" y="7"/>
                    <a:pt x="10" y="6"/>
                  </a:cubicBezTo>
                  <a:cubicBezTo>
                    <a:pt x="10" y="6"/>
                    <a:pt x="10" y="6"/>
                    <a:pt x="10" y="5"/>
                  </a:cubicBezTo>
                  <a:cubicBezTo>
                    <a:pt x="10" y="5"/>
                    <a:pt x="10" y="5"/>
                    <a:pt x="11" y="5"/>
                  </a:cubicBezTo>
                  <a:cubicBezTo>
                    <a:pt x="12" y="5"/>
                    <a:pt x="12" y="6"/>
                    <a:pt x="12" y="6"/>
                  </a:cubicBezTo>
                  <a:cubicBezTo>
                    <a:pt x="13" y="6"/>
                    <a:pt x="17" y="5"/>
                    <a:pt x="17" y="4"/>
                  </a:cubicBezTo>
                  <a:cubicBezTo>
                    <a:pt x="18" y="3"/>
                    <a:pt x="18" y="1"/>
                    <a:pt x="20" y="0"/>
                  </a:cubicBezTo>
                  <a:cubicBezTo>
                    <a:pt x="21" y="0"/>
                    <a:pt x="22" y="0"/>
                    <a:pt x="23" y="1"/>
                  </a:cubicBezTo>
                  <a:cubicBezTo>
                    <a:pt x="23" y="1"/>
                    <a:pt x="23" y="1"/>
                    <a:pt x="23" y="1"/>
                  </a:cubicBezTo>
                  <a:cubicBezTo>
                    <a:pt x="22" y="3"/>
                    <a:pt x="21" y="3"/>
                    <a:pt x="20" y="5"/>
                  </a:cubicBezTo>
                  <a:cubicBezTo>
                    <a:pt x="18" y="6"/>
                    <a:pt x="18" y="9"/>
                    <a:pt x="17" y="11"/>
                  </a:cubicBezTo>
                  <a:cubicBezTo>
                    <a:pt x="17" y="11"/>
                    <a:pt x="16" y="12"/>
                    <a:pt x="16" y="13"/>
                  </a:cubicBezTo>
                  <a:cubicBezTo>
                    <a:pt x="18" y="13"/>
                    <a:pt x="18" y="11"/>
                    <a:pt x="19" y="11"/>
                  </a:cubicBezTo>
                  <a:cubicBezTo>
                    <a:pt x="20" y="11"/>
                    <a:pt x="22" y="11"/>
                    <a:pt x="22" y="10"/>
                  </a:cubicBezTo>
                  <a:cubicBezTo>
                    <a:pt x="23" y="9"/>
                    <a:pt x="22" y="8"/>
                    <a:pt x="23" y="7"/>
                  </a:cubicBezTo>
                  <a:cubicBezTo>
                    <a:pt x="24" y="6"/>
                    <a:pt x="24" y="4"/>
                    <a:pt x="25" y="3"/>
                  </a:cubicBezTo>
                  <a:cubicBezTo>
                    <a:pt x="26" y="2"/>
                    <a:pt x="25" y="1"/>
                    <a:pt x="26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7" name="Freeform 50"/>
            <p:cNvSpPr>
              <a:spLocks noEditPoints="1"/>
            </p:cNvSpPr>
            <p:nvPr userDrawn="1"/>
          </p:nvSpPr>
          <p:spPr bwMode="auto">
            <a:xfrm>
              <a:off x="8756713" y="4715179"/>
              <a:ext cx="52388" cy="44450"/>
            </a:xfrm>
            <a:custGeom>
              <a:avLst/>
              <a:gdLst>
                <a:gd name="T0" fmla="*/ 15 w 35"/>
                <a:gd name="T1" fmla="*/ 20 h 30"/>
                <a:gd name="T2" fmla="*/ 16 w 35"/>
                <a:gd name="T3" fmla="*/ 24 h 30"/>
                <a:gd name="T4" fmla="*/ 18 w 35"/>
                <a:gd name="T5" fmla="*/ 23 h 30"/>
                <a:gd name="T6" fmla="*/ 20 w 35"/>
                <a:gd name="T7" fmla="*/ 24 h 30"/>
                <a:gd name="T8" fmla="*/ 20 w 35"/>
                <a:gd name="T9" fmla="*/ 24 h 30"/>
                <a:gd name="T10" fmla="*/ 21 w 35"/>
                <a:gd name="T11" fmla="*/ 22 h 30"/>
                <a:gd name="T12" fmla="*/ 16 w 35"/>
                <a:gd name="T13" fmla="*/ 20 h 30"/>
                <a:gd name="T14" fmla="*/ 15 w 35"/>
                <a:gd name="T15" fmla="*/ 20 h 30"/>
                <a:gd name="T16" fmla="*/ 14 w 35"/>
                <a:gd name="T17" fmla="*/ 7 h 30"/>
                <a:gd name="T18" fmla="*/ 16 w 35"/>
                <a:gd name="T19" fmla="*/ 13 h 30"/>
                <a:gd name="T20" fmla="*/ 18 w 35"/>
                <a:gd name="T21" fmla="*/ 13 h 30"/>
                <a:gd name="T22" fmla="*/ 18 w 35"/>
                <a:gd name="T23" fmla="*/ 13 h 30"/>
                <a:gd name="T24" fmla="*/ 14 w 35"/>
                <a:gd name="T25" fmla="*/ 6 h 30"/>
                <a:gd name="T26" fmla="*/ 14 w 35"/>
                <a:gd name="T27" fmla="*/ 6 h 30"/>
                <a:gd name="T28" fmla="*/ 14 w 35"/>
                <a:gd name="T29" fmla="*/ 7 h 30"/>
                <a:gd name="T30" fmla="*/ 0 w 35"/>
                <a:gd name="T31" fmla="*/ 14 h 30"/>
                <a:gd name="T32" fmla="*/ 6 w 35"/>
                <a:gd name="T33" fmla="*/ 9 h 30"/>
                <a:gd name="T34" fmla="*/ 11 w 35"/>
                <a:gd name="T35" fmla="*/ 10 h 30"/>
                <a:gd name="T36" fmla="*/ 12 w 35"/>
                <a:gd name="T37" fmla="*/ 3 h 30"/>
                <a:gd name="T38" fmla="*/ 15 w 35"/>
                <a:gd name="T39" fmla="*/ 0 h 30"/>
                <a:gd name="T40" fmla="*/ 18 w 35"/>
                <a:gd name="T41" fmla="*/ 6 h 30"/>
                <a:gd name="T42" fmla="*/ 20 w 35"/>
                <a:gd name="T43" fmla="*/ 10 h 30"/>
                <a:gd name="T44" fmla="*/ 20 w 35"/>
                <a:gd name="T45" fmla="*/ 9 h 30"/>
                <a:gd name="T46" fmla="*/ 22 w 35"/>
                <a:gd name="T47" fmla="*/ 5 h 30"/>
                <a:gd name="T48" fmla="*/ 24 w 35"/>
                <a:gd name="T49" fmla="*/ 5 h 30"/>
                <a:gd name="T50" fmla="*/ 24 w 35"/>
                <a:gd name="T51" fmla="*/ 9 h 30"/>
                <a:gd name="T52" fmla="*/ 25 w 35"/>
                <a:gd name="T53" fmla="*/ 14 h 30"/>
                <a:gd name="T54" fmla="*/ 25 w 35"/>
                <a:gd name="T55" fmla="*/ 16 h 30"/>
                <a:gd name="T56" fmla="*/ 30 w 35"/>
                <a:gd name="T57" fmla="*/ 18 h 30"/>
                <a:gd name="T58" fmla="*/ 31 w 35"/>
                <a:gd name="T59" fmla="*/ 20 h 30"/>
                <a:gd name="T60" fmla="*/ 34 w 35"/>
                <a:gd name="T61" fmla="*/ 22 h 30"/>
                <a:gd name="T62" fmla="*/ 35 w 35"/>
                <a:gd name="T63" fmla="*/ 23 h 30"/>
                <a:gd name="T64" fmla="*/ 35 w 35"/>
                <a:gd name="T65" fmla="*/ 23 h 30"/>
                <a:gd name="T66" fmla="*/ 29 w 35"/>
                <a:gd name="T67" fmla="*/ 23 h 30"/>
                <a:gd name="T68" fmla="*/ 26 w 35"/>
                <a:gd name="T69" fmla="*/ 23 h 30"/>
                <a:gd name="T70" fmla="*/ 25 w 35"/>
                <a:gd name="T71" fmla="*/ 24 h 30"/>
                <a:gd name="T72" fmla="*/ 21 w 35"/>
                <a:gd name="T73" fmla="*/ 26 h 30"/>
                <a:gd name="T74" fmla="*/ 21 w 35"/>
                <a:gd name="T75" fmla="*/ 28 h 30"/>
                <a:gd name="T76" fmla="*/ 19 w 35"/>
                <a:gd name="T77" fmla="*/ 28 h 30"/>
                <a:gd name="T78" fmla="*/ 17 w 35"/>
                <a:gd name="T79" fmla="*/ 30 h 30"/>
                <a:gd name="T80" fmla="*/ 14 w 35"/>
                <a:gd name="T81" fmla="*/ 30 h 30"/>
                <a:gd name="T82" fmla="*/ 14 w 35"/>
                <a:gd name="T83" fmla="*/ 30 h 30"/>
                <a:gd name="T84" fmla="*/ 9 w 35"/>
                <a:gd name="T85" fmla="*/ 28 h 30"/>
                <a:gd name="T86" fmla="*/ 11 w 35"/>
                <a:gd name="T87" fmla="*/ 26 h 30"/>
                <a:gd name="T88" fmla="*/ 11 w 35"/>
                <a:gd name="T89" fmla="*/ 23 h 30"/>
                <a:gd name="T90" fmla="*/ 10 w 35"/>
                <a:gd name="T91" fmla="*/ 17 h 30"/>
                <a:gd name="T92" fmla="*/ 8 w 35"/>
                <a:gd name="T93" fmla="*/ 16 h 30"/>
                <a:gd name="T94" fmla="*/ 6 w 35"/>
                <a:gd name="T95" fmla="*/ 16 h 30"/>
                <a:gd name="T96" fmla="*/ 4 w 35"/>
                <a:gd name="T97" fmla="*/ 15 h 30"/>
                <a:gd name="T98" fmla="*/ 0 w 35"/>
                <a:gd name="T99" fmla="*/ 14 h 30"/>
                <a:gd name="T100" fmla="*/ 0 w 35"/>
                <a:gd name="T101" fmla="*/ 14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35" h="30">
                  <a:moveTo>
                    <a:pt x="15" y="20"/>
                  </a:moveTo>
                  <a:cubicBezTo>
                    <a:pt x="15" y="22"/>
                    <a:pt x="16" y="22"/>
                    <a:pt x="16" y="24"/>
                  </a:cubicBezTo>
                  <a:cubicBezTo>
                    <a:pt x="18" y="24"/>
                    <a:pt x="18" y="23"/>
                    <a:pt x="18" y="23"/>
                  </a:cubicBezTo>
                  <a:cubicBezTo>
                    <a:pt x="19" y="23"/>
                    <a:pt x="20" y="24"/>
                    <a:pt x="20" y="24"/>
                  </a:cubicBezTo>
                  <a:cubicBezTo>
                    <a:pt x="20" y="24"/>
                    <a:pt x="20" y="24"/>
                    <a:pt x="20" y="24"/>
                  </a:cubicBezTo>
                  <a:cubicBezTo>
                    <a:pt x="20" y="24"/>
                    <a:pt x="21" y="23"/>
                    <a:pt x="21" y="22"/>
                  </a:cubicBezTo>
                  <a:cubicBezTo>
                    <a:pt x="20" y="21"/>
                    <a:pt x="18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lose/>
                  <a:moveTo>
                    <a:pt x="14" y="7"/>
                  </a:moveTo>
                  <a:cubicBezTo>
                    <a:pt x="14" y="10"/>
                    <a:pt x="12" y="12"/>
                    <a:pt x="16" y="13"/>
                  </a:cubicBezTo>
                  <a:cubicBezTo>
                    <a:pt x="17" y="13"/>
                    <a:pt x="17" y="13"/>
                    <a:pt x="18" y="13"/>
                  </a:cubicBezTo>
                  <a:cubicBezTo>
                    <a:pt x="18" y="13"/>
                    <a:pt x="18" y="13"/>
                    <a:pt x="18" y="13"/>
                  </a:cubicBezTo>
                  <a:cubicBezTo>
                    <a:pt x="16" y="11"/>
                    <a:pt x="16" y="8"/>
                    <a:pt x="14" y="6"/>
                  </a:cubicBezTo>
                  <a:cubicBezTo>
                    <a:pt x="14" y="6"/>
                    <a:pt x="14" y="6"/>
                    <a:pt x="14" y="6"/>
                  </a:cubicBezTo>
                  <a:cubicBezTo>
                    <a:pt x="14" y="6"/>
                    <a:pt x="14" y="6"/>
                    <a:pt x="14" y="7"/>
                  </a:cubicBezTo>
                  <a:close/>
                  <a:moveTo>
                    <a:pt x="0" y="14"/>
                  </a:moveTo>
                  <a:cubicBezTo>
                    <a:pt x="1" y="13"/>
                    <a:pt x="5" y="9"/>
                    <a:pt x="6" y="9"/>
                  </a:cubicBezTo>
                  <a:cubicBezTo>
                    <a:pt x="8" y="9"/>
                    <a:pt x="9" y="10"/>
                    <a:pt x="11" y="10"/>
                  </a:cubicBezTo>
                  <a:cubicBezTo>
                    <a:pt x="12" y="8"/>
                    <a:pt x="12" y="6"/>
                    <a:pt x="12" y="3"/>
                  </a:cubicBezTo>
                  <a:cubicBezTo>
                    <a:pt x="12" y="2"/>
                    <a:pt x="14" y="0"/>
                    <a:pt x="15" y="0"/>
                  </a:cubicBezTo>
                  <a:cubicBezTo>
                    <a:pt x="16" y="2"/>
                    <a:pt x="17" y="4"/>
                    <a:pt x="18" y="6"/>
                  </a:cubicBezTo>
                  <a:cubicBezTo>
                    <a:pt x="18" y="7"/>
                    <a:pt x="18" y="9"/>
                    <a:pt x="20" y="10"/>
                  </a:cubicBezTo>
                  <a:cubicBezTo>
                    <a:pt x="20" y="10"/>
                    <a:pt x="20" y="10"/>
                    <a:pt x="20" y="9"/>
                  </a:cubicBezTo>
                  <a:cubicBezTo>
                    <a:pt x="21" y="9"/>
                    <a:pt x="21" y="6"/>
                    <a:pt x="22" y="5"/>
                  </a:cubicBezTo>
                  <a:cubicBezTo>
                    <a:pt x="22" y="5"/>
                    <a:pt x="23" y="5"/>
                    <a:pt x="24" y="5"/>
                  </a:cubicBezTo>
                  <a:cubicBezTo>
                    <a:pt x="25" y="6"/>
                    <a:pt x="24" y="8"/>
                    <a:pt x="24" y="9"/>
                  </a:cubicBezTo>
                  <a:cubicBezTo>
                    <a:pt x="24" y="11"/>
                    <a:pt x="25" y="12"/>
                    <a:pt x="25" y="14"/>
                  </a:cubicBezTo>
                  <a:cubicBezTo>
                    <a:pt x="26" y="15"/>
                    <a:pt x="25" y="15"/>
                    <a:pt x="25" y="16"/>
                  </a:cubicBezTo>
                  <a:cubicBezTo>
                    <a:pt x="26" y="18"/>
                    <a:pt x="29" y="17"/>
                    <a:pt x="30" y="18"/>
                  </a:cubicBezTo>
                  <a:cubicBezTo>
                    <a:pt x="31" y="19"/>
                    <a:pt x="31" y="20"/>
                    <a:pt x="31" y="20"/>
                  </a:cubicBezTo>
                  <a:cubicBezTo>
                    <a:pt x="32" y="21"/>
                    <a:pt x="33" y="21"/>
                    <a:pt x="34" y="22"/>
                  </a:cubicBezTo>
                  <a:cubicBezTo>
                    <a:pt x="34" y="22"/>
                    <a:pt x="35" y="22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3" y="22"/>
                    <a:pt x="31" y="23"/>
                    <a:pt x="29" y="23"/>
                  </a:cubicBezTo>
                  <a:cubicBezTo>
                    <a:pt x="28" y="23"/>
                    <a:pt x="27" y="22"/>
                    <a:pt x="26" y="23"/>
                  </a:cubicBezTo>
                  <a:cubicBezTo>
                    <a:pt x="26" y="23"/>
                    <a:pt x="25" y="24"/>
                    <a:pt x="25" y="24"/>
                  </a:cubicBezTo>
                  <a:cubicBezTo>
                    <a:pt x="24" y="25"/>
                    <a:pt x="22" y="24"/>
                    <a:pt x="21" y="26"/>
                  </a:cubicBezTo>
                  <a:cubicBezTo>
                    <a:pt x="21" y="26"/>
                    <a:pt x="21" y="27"/>
                    <a:pt x="21" y="28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8" y="28"/>
                    <a:pt x="18" y="29"/>
                    <a:pt x="17" y="30"/>
                  </a:cubicBezTo>
                  <a:cubicBezTo>
                    <a:pt x="16" y="30"/>
                    <a:pt x="15" y="28"/>
                    <a:pt x="14" y="30"/>
                  </a:cubicBezTo>
                  <a:cubicBezTo>
                    <a:pt x="14" y="30"/>
                    <a:pt x="14" y="30"/>
                    <a:pt x="14" y="30"/>
                  </a:cubicBezTo>
                  <a:cubicBezTo>
                    <a:pt x="13" y="28"/>
                    <a:pt x="11" y="28"/>
                    <a:pt x="9" y="28"/>
                  </a:cubicBezTo>
                  <a:cubicBezTo>
                    <a:pt x="10" y="26"/>
                    <a:pt x="11" y="26"/>
                    <a:pt x="11" y="26"/>
                  </a:cubicBezTo>
                  <a:cubicBezTo>
                    <a:pt x="12" y="25"/>
                    <a:pt x="11" y="24"/>
                    <a:pt x="11" y="23"/>
                  </a:cubicBezTo>
                  <a:cubicBezTo>
                    <a:pt x="10" y="21"/>
                    <a:pt x="10" y="19"/>
                    <a:pt x="10" y="17"/>
                  </a:cubicBezTo>
                  <a:cubicBezTo>
                    <a:pt x="9" y="17"/>
                    <a:pt x="9" y="17"/>
                    <a:pt x="8" y="16"/>
                  </a:cubicBezTo>
                  <a:cubicBezTo>
                    <a:pt x="7" y="16"/>
                    <a:pt x="6" y="16"/>
                    <a:pt x="6" y="16"/>
                  </a:cubicBezTo>
                  <a:cubicBezTo>
                    <a:pt x="5" y="16"/>
                    <a:pt x="4" y="15"/>
                    <a:pt x="4" y="15"/>
                  </a:cubicBezTo>
                  <a:cubicBezTo>
                    <a:pt x="2" y="14"/>
                    <a:pt x="1" y="15"/>
                    <a:pt x="0" y="14"/>
                  </a:cubicBezTo>
                  <a:cubicBezTo>
                    <a:pt x="0" y="14"/>
                    <a:pt x="0" y="14"/>
                    <a:pt x="0" y="1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8" name="Freeform 51"/>
            <p:cNvSpPr>
              <a:spLocks noEditPoints="1"/>
            </p:cNvSpPr>
            <p:nvPr userDrawn="1"/>
          </p:nvSpPr>
          <p:spPr bwMode="auto">
            <a:xfrm>
              <a:off x="8791638" y="4653266"/>
              <a:ext cx="50800" cy="55563"/>
            </a:xfrm>
            <a:custGeom>
              <a:avLst/>
              <a:gdLst>
                <a:gd name="T0" fmla="*/ 20 w 34"/>
                <a:gd name="T1" fmla="*/ 18 h 37"/>
                <a:gd name="T2" fmla="*/ 22 w 34"/>
                <a:gd name="T3" fmla="*/ 19 h 37"/>
                <a:gd name="T4" fmla="*/ 20 w 34"/>
                <a:gd name="T5" fmla="*/ 17 h 37"/>
                <a:gd name="T6" fmla="*/ 14 w 34"/>
                <a:gd name="T7" fmla="*/ 22 h 37"/>
                <a:gd name="T8" fmla="*/ 14 w 34"/>
                <a:gd name="T9" fmla="*/ 24 h 37"/>
                <a:gd name="T10" fmla="*/ 15 w 34"/>
                <a:gd name="T11" fmla="*/ 22 h 37"/>
                <a:gd name="T12" fmla="*/ 14 w 34"/>
                <a:gd name="T13" fmla="*/ 22 h 37"/>
                <a:gd name="T14" fmla="*/ 16 w 34"/>
                <a:gd name="T15" fmla="*/ 20 h 37"/>
                <a:gd name="T16" fmla="*/ 16 w 34"/>
                <a:gd name="T17" fmla="*/ 20 h 37"/>
                <a:gd name="T18" fmla="*/ 16 w 34"/>
                <a:gd name="T19" fmla="*/ 19 h 37"/>
                <a:gd name="T20" fmla="*/ 10 w 34"/>
                <a:gd name="T21" fmla="*/ 5 h 37"/>
                <a:gd name="T22" fmla="*/ 6 w 34"/>
                <a:gd name="T23" fmla="*/ 17 h 37"/>
                <a:gd name="T24" fmla="*/ 8 w 34"/>
                <a:gd name="T25" fmla="*/ 20 h 37"/>
                <a:gd name="T26" fmla="*/ 15 w 34"/>
                <a:gd name="T27" fmla="*/ 16 h 37"/>
                <a:gd name="T28" fmla="*/ 20 w 34"/>
                <a:gd name="T29" fmla="*/ 14 h 37"/>
                <a:gd name="T30" fmla="*/ 25 w 34"/>
                <a:gd name="T31" fmla="*/ 15 h 37"/>
                <a:gd name="T32" fmla="*/ 23 w 34"/>
                <a:gd name="T33" fmla="*/ 27 h 37"/>
                <a:gd name="T34" fmla="*/ 18 w 34"/>
                <a:gd name="T35" fmla="*/ 27 h 37"/>
                <a:gd name="T36" fmla="*/ 17 w 34"/>
                <a:gd name="T37" fmla="*/ 24 h 37"/>
                <a:gd name="T38" fmla="*/ 13 w 34"/>
                <a:gd name="T39" fmla="*/ 25 h 37"/>
                <a:gd name="T40" fmla="*/ 12 w 34"/>
                <a:gd name="T41" fmla="*/ 17 h 37"/>
                <a:gd name="T42" fmla="*/ 10 w 34"/>
                <a:gd name="T43" fmla="*/ 22 h 37"/>
                <a:gd name="T44" fmla="*/ 17 w 34"/>
                <a:gd name="T45" fmla="*/ 32 h 37"/>
                <a:gd name="T46" fmla="*/ 20 w 34"/>
                <a:gd name="T47" fmla="*/ 33 h 37"/>
                <a:gd name="T48" fmla="*/ 24 w 34"/>
                <a:gd name="T49" fmla="*/ 29 h 37"/>
                <a:gd name="T50" fmla="*/ 23 w 34"/>
                <a:gd name="T51" fmla="*/ 28 h 37"/>
                <a:gd name="T52" fmla="*/ 26 w 34"/>
                <a:gd name="T53" fmla="*/ 25 h 37"/>
                <a:gd name="T54" fmla="*/ 21 w 34"/>
                <a:gd name="T55" fmla="*/ 10 h 37"/>
                <a:gd name="T56" fmla="*/ 17 w 34"/>
                <a:gd name="T57" fmla="*/ 6 h 37"/>
                <a:gd name="T58" fmla="*/ 10 w 34"/>
                <a:gd name="T59" fmla="*/ 5 h 37"/>
                <a:gd name="T60" fmla="*/ 12 w 34"/>
                <a:gd name="T61" fmla="*/ 1 h 37"/>
                <a:gd name="T62" fmla="*/ 27 w 34"/>
                <a:gd name="T63" fmla="*/ 12 h 37"/>
                <a:gd name="T64" fmla="*/ 31 w 34"/>
                <a:gd name="T65" fmla="*/ 27 h 37"/>
                <a:gd name="T66" fmla="*/ 26 w 34"/>
                <a:gd name="T67" fmla="*/ 30 h 37"/>
                <a:gd name="T68" fmla="*/ 20 w 34"/>
                <a:gd name="T69" fmla="*/ 35 h 37"/>
                <a:gd name="T70" fmla="*/ 19 w 34"/>
                <a:gd name="T71" fmla="*/ 37 h 37"/>
                <a:gd name="T72" fmla="*/ 14 w 34"/>
                <a:gd name="T73" fmla="*/ 35 h 37"/>
                <a:gd name="T74" fmla="*/ 8 w 34"/>
                <a:gd name="T75" fmla="*/ 27 h 37"/>
                <a:gd name="T76" fmla="*/ 3 w 34"/>
                <a:gd name="T77" fmla="*/ 23 h 37"/>
                <a:gd name="T78" fmla="*/ 4 w 34"/>
                <a:gd name="T79" fmla="*/ 8 h 37"/>
                <a:gd name="T80" fmla="*/ 5 w 34"/>
                <a:gd name="T81" fmla="*/ 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4" h="37">
                  <a:moveTo>
                    <a:pt x="20" y="17"/>
                  </a:moveTo>
                  <a:cubicBezTo>
                    <a:pt x="20" y="17"/>
                    <a:pt x="20" y="18"/>
                    <a:pt x="20" y="18"/>
                  </a:cubicBezTo>
                  <a:cubicBezTo>
                    <a:pt x="20" y="18"/>
                    <a:pt x="21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1" y="17"/>
                    <a:pt x="21" y="17"/>
                    <a:pt x="20" y="17"/>
                  </a:cubicBezTo>
                  <a:cubicBezTo>
                    <a:pt x="20" y="17"/>
                    <a:pt x="20" y="17"/>
                    <a:pt x="20" y="17"/>
                  </a:cubicBezTo>
                  <a:close/>
                  <a:moveTo>
                    <a:pt x="14" y="22"/>
                  </a:moveTo>
                  <a:cubicBezTo>
                    <a:pt x="14" y="23"/>
                    <a:pt x="14" y="23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4" y="24"/>
                    <a:pt x="14" y="24"/>
                    <a:pt x="14" y="24"/>
                  </a:cubicBezTo>
                  <a:cubicBezTo>
                    <a:pt x="15" y="23"/>
                    <a:pt x="14" y="23"/>
                    <a:pt x="15" y="22"/>
                  </a:cubicBezTo>
                  <a:cubicBezTo>
                    <a:pt x="15" y="22"/>
                    <a:pt x="14" y="22"/>
                    <a:pt x="14" y="22"/>
                  </a:cubicBezTo>
                  <a:cubicBezTo>
                    <a:pt x="14" y="22"/>
                    <a:pt x="14" y="22"/>
                    <a:pt x="14" y="22"/>
                  </a:cubicBezTo>
                  <a:close/>
                  <a:moveTo>
                    <a:pt x="16" y="19"/>
                  </a:moveTo>
                  <a:cubicBezTo>
                    <a:pt x="16" y="19"/>
                    <a:pt x="16" y="19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6" y="19"/>
                    <a:pt x="16" y="19"/>
                    <a:pt x="16" y="19"/>
                  </a:cubicBezTo>
                  <a:close/>
                  <a:moveTo>
                    <a:pt x="10" y="5"/>
                  </a:moveTo>
                  <a:cubicBezTo>
                    <a:pt x="9" y="6"/>
                    <a:pt x="8" y="7"/>
                    <a:pt x="7" y="8"/>
                  </a:cubicBezTo>
                  <a:cubicBezTo>
                    <a:pt x="5" y="11"/>
                    <a:pt x="6" y="14"/>
                    <a:pt x="6" y="17"/>
                  </a:cubicBezTo>
                  <a:cubicBezTo>
                    <a:pt x="6" y="18"/>
                    <a:pt x="7" y="20"/>
                    <a:pt x="8" y="20"/>
                  </a:cubicBezTo>
                  <a:cubicBezTo>
                    <a:pt x="8" y="20"/>
                    <a:pt x="8" y="20"/>
                    <a:pt x="8" y="20"/>
                  </a:cubicBezTo>
                  <a:cubicBezTo>
                    <a:pt x="9" y="19"/>
                    <a:pt x="8" y="12"/>
                    <a:pt x="12" y="12"/>
                  </a:cubicBezTo>
                  <a:cubicBezTo>
                    <a:pt x="13" y="12"/>
                    <a:pt x="14" y="15"/>
                    <a:pt x="15" y="16"/>
                  </a:cubicBezTo>
                  <a:cubicBezTo>
                    <a:pt x="16" y="16"/>
                    <a:pt x="18" y="16"/>
                    <a:pt x="19" y="15"/>
                  </a:cubicBezTo>
                  <a:cubicBezTo>
                    <a:pt x="19" y="15"/>
                    <a:pt x="19" y="15"/>
                    <a:pt x="20" y="14"/>
                  </a:cubicBezTo>
                  <a:cubicBezTo>
                    <a:pt x="21" y="14"/>
                    <a:pt x="22" y="13"/>
                    <a:pt x="24" y="13"/>
                  </a:cubicBezTo>
                  <a:cubicBezTo>
                    <a:pt x="24" y="14"/>
                    <a:pt x="24" y="14"/>
                    <a:pt x="25" y="15"/>
                  </a:cubicBezTo>
                  <a:cubicBezTo>
                    <a:pt x="25" y="16"/>
                    <a:pt x="24" y="17"/>
                    <a:pt x="24" y="18"/>
                  </a:cubicBezTo>
                  <a:cubicBezTo>
                    <a:pt x="24" y="21"/>
                    <a:pt x="24" y="24"/>
                    <a:pt x="23" y="27"/>
                  </a:cubicBezTo>
                  <a:cubicBezTo>
                    <a:pt x="22" y="27"/>
                    <a:pt x="22" y="28"/>
                    <a:pt x="21" y="29"/>
                  </a:cubicBezTo>
                  <a:cubicBezTo>
                    <a:pt x="20" y="28"/>
                    <a:pt x="19" y="28"/>
                    <a:pt x="18" y="27"/>
                  </a:cubicBezTo>
                  <a:cubicBezTo>
                    <a:pt x="18" y="26"/>
                    <a:pt x="18" y="25"/>
                    <a:pt x="18" y="25"/>
                  </a:cubicBezTo>
                  <a:cubicBezTo>
                    <a:pt x="18" y="25"/>
                    <a:pt x="17" y="25"/>
                    <a:pt x="17" y="24"/>
                  </a:cubicBezTo>
                  <a:cubicBezTo>
                    <a:pt x="17" y="24"/>
                    <a:pt x="17" y="25"/>
                    <a:pt x="16" y="25"/>
                  </a:cubicBezTo>
                  <a:cubicBezTo>
                    <a:pt x="15" y="25"/>
                    <a:pt x="14" y="26"/>
                    <a:pt x="13" y="25"/>
                  </a:cubicBezTo>
                  <a:cubicBezTo>
                    <a:pt x="13" y="25"/>
                    <a:pt x="12" y="24"/>
                    <a:pt x="12" y="24"/>
                  </a:cubicBezTo>
                  <a:cubicBezTo>
                    <a:pt x="12" y="23"/>
                    <a:pt x="15" y="17"/>
                    <a:pt x="12" y="17"/>
                  </a:cubicBezTo>
                  <a:cubicBezTo>
                    <a:pt x="12" y="17"/>
                    <a:pt x="12" y="17"/>
                    <a:pt x="12" y="17"/>
                  </a:cubicBezTo>
                  <a:cubicBezTo>
                    <a:pt x="12" y="18"/>
                    <a:pt x="10" y="21"/>
                    <a:pt x="10" y="22"/>
                  </a:cubicBezTo>
                  <a:cubicBezTo>
                    <a:pt x="10" y="23"/>
                    <a:pt x="11" y="23"/>
                    <a:pt x="11" y="25"/>
                  </a:cubicBezTo>
                  <a:cubicBezTo>
                    <a:pt x="12" y="27"/>
                    <a:pt x="15" y="30"/>
                    <a:pt x="17" y="32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9" y="33"/>
                    <a:pt x="20" y="33"/>
                    <a:pt x="20" y="33"/>
                  </a:cubicBezTo>
                  <a:cubicBezTo>
                    <a:pt x="21" y="33"/>
                    <a:pt x="23" y="29"/>
                    <a:pt x="24" y="29"/>
                  </a:cubicBezTo>
                  <a:cubicBezTo>
                    <a:pt x="24" y="29"/>
                    <a:pt x="24" y="29"/>
                    <a:pt x="24" y="29"/>
                  </a:cubicBezTo>
                  <a:cubicBezTo>
                    <a:pt x="24" y="29"/>
                    <a:pt x="24" y="29"/>
                    <a:pt x="23" y="28"/>
                  </a:cubicBezTo>
                  <a:cubicBezTo>
                    <a:pt x="23" y="28"/>
                    <a:pt x="23" y="28"/>
                    <a:pt x="23" y="28"/>
                  </a:cubicBezTo>
                  <a:cubicBezTo>
                    <a:pt x="24" y="27"/>
                    <a:pt x="25" y="28"/>
                    <a:pt x="26" y="27"/>
                  </a:cubicBezTo>
                  <a:cubicBezTo>
                    <a:pt x="26" y="26"/>
                    <a:pt x="26" y="25"/>
                    <a:pt x="26" y="25"/>
                  </a:cubicBezTo>
                  <a:cubicBezTo>
                    <a:pt x="27" y="24"/>
                    <a:pt x="29" y="24"/>
                    <a:pt x="30" y="23"/>
                  </a:cubicBezTo>
                  <a:cubicBezTo>
                    <a:pt x="31" y="19"/>
                    <a:pt x="25" y="12"/>
                    <a:pt x="21" y="10"/>
                  </a:cubicBezTo>
                  <a:cubicBezTo>
                    <a:pt x="21" y="9"/>
                    <a:pt x="20" y="8"/>
                    <a:pt x="19" y="7"/>
                  </a:cubicBezTo>
                  <a:cubicBezTo>
                    <a:pt x="18" y="7"/>
                    <a:pt x="18" y="7"/>
                    <a:pt x="17" y="6"/>
                  </a:cubicBezTo>
                  <a:cubicBezTo>
                    <a:pt x="15" y="5"/>
                    <a:pt x="14" y="3"/>
                    <a:pt x="12" y="3"/>
                  </a:cubicBezTo>
                  <a:cubicBezTo>
                    <a:pt x="11" y="3"/>
                    <a:pt x="10" y="4"/>
                    <a:pt x="10" y="5"/>
                  </a:cubicBezTo>
                  <a:close/>
                  <a:moveTo>
                    <a:pt x="7" y="5"/>
                  </a:moveTo>
                  <a:cubicBezTo>
                    <a:pt x="9" y="3"/>
                    <a:pt x="10" y="1"/>
                    <a:pt x="12" y="1"/>
                  </a:cubicBezTo>
                  <a:cubicBezTo>
                    <a:pt x="16" y="0"/>
                    <a:pt x="20" y="5"/>
                    <a:pt x="24" y="9"/>
                  </a:cubicBezTo>
                  <a:cubicBezTo>
                    <a:pt x="25" y="10"/>
                    <a:pt x="26" y="11"/>
                    <a:pt x="27" y="12"/>
                  </a:cubicBezTo>
                  <a:cubicBezTo>
                    <a:pt x="29" y="15"/>
                    <a:pt x="33" y="17"/>
                    <a:pt x="34" y="20"/>
                  </a:cubicBezTo>
                  <a:cubicBezTo>
                    <a:pt x="34" y="21"/>
                    <a:pt x="33" y="27"/>
                    <a:pt x="31" y="27"/>
                  </a:cubicBezTo>
                  <a:cubicBezTo>
                    <a:pt x="30" y="28"/>
                    <a:pt x="27" y="27"/>
                    <a:pt x="26" y="29"/>
                  </a:cubicBezTo>
                  <a:cubicBezTo>
                    <a:pt x="26" y="29"/>
                    <a:pt x="26" y="30"/>
                    <a:pt x="26" y="30"/>
                  </a:cubicBezTo>
                  <a:cubicBezTo>
                    <a:pt x="26" y="31"/>
                    <a:pt x="23" y="34"/>
                    <a:pt x="22" y="35"/>
                  </a:cubicBezTo>
                  <a:cubicBezTo>
                    <a:pt x="21" y="35"/>
                    <a:pt x="20" y="35"/>
                    <a:pt x="20" y="35"/>
                  </a:cubicBezTo>
                  <a:cubicBezTo>
                    <a:pt x="19" y="36"/>
                    <a:pt x="20" y="37"/>
                    <a:pt x="19" y="37"/>
                  </a:cubicBezTo>
                  <a:cubicBezTo>
                    <a:pt x="19" y="37"/>
                    <a:pt x="19" y="37"/>
                    <a:pt x="19" y="37"/>
                  </a:cubicBezTo>
                  <a:cubicBezTo>
                    <a:pt x="18" y="37"/>
                    <a:pt x="17" y="37"/>
                    <a:pt x="16" y="37"/>
                  </a:cubicBezTo>
                  <a:cubicBezTo>
                    <a:pt x="16" y="37"/>
                    <a:pt x="14" y="35"/>
                    <a:pt x="14" y="35"/>
                  </a:cubicBezTo>
                  <a:cubicBezTo>
                    <a:pt x="14" y="33"/>
                    <a:pt x="12" y="31"/>
                    <a:pt x="11" y="29"/>
                  </a:cubicBezTo>
                  <a:cubicBezTo>
                    <a:pt x="10" y="28"/>
                    <a:pt x="8" y="27"/>
                    <a:pt x="8" y="27"/>
                  </a:cubicBezTo>
                  <a:cubicBezTo>
                    <a:pt x="7" y="26"/>
                    <a:pt x="6" y="25"/>
                    <a:pt x="5" y="25"/>
                  </a:cubicBezTo>
                  <a:cubicBezTo>
                    <a:pt x="5" y="24"/>
                    <a:pt x="4" y="23"/>
                    <a:pt x="3" y="23"/>
                  </a:cubicBezTo>
                  <a:cubicBezTo>
                    <a:pt x="0" y="18"/>
                    <a:pt x="1" y="17"/>
                    <a:pt x="2" y="12"/>
                  </a:cubicBezTo>
                  <a:cubicBezTo>
                    <a:pt x="2" y="11"/>
                    <a:pt x="3" y="9"/>
                    <a:pt x="4" y="8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4" y="7"/>
                    <a:pt x="5" y="6"/>
                    <a:pt x="5" y="5"/>
                  </a:cubicBezTo>
                  <a:cubicBezTo>
                    <a:pt x="6" y="5"/>
                    <a:pt x="7" y="5"/>
                    <a:pt x="7" y="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9" name="Freeform 52"/>
            <p:cNvSpPr>
              <a:spLocks noEditPoints="1"/>
            </p:cNvSpPr>
            <p:nvPr userDrawn="1"/>
          </p:nvSpPr>
          <p:spPr bwMode="auto">
            <a:xfrm>
              <a:off x="8847200" y="4611991"/>
              <a:ext cx="46038" cy="58738"/>
            </a:xfrm>
            <a:custGeom>
              <a:avLst/>
              <a:gdLst>
                <a:gd name="T0" fmla="*/ 8 w 31"/>
                <a:gd name="T1" fmla="*/ 31 h 39"/>
                <a:gd name="T2" fmla="*/ 9 w 31"/>
                <a:gd name="T3" fmla="*/ 30 h 39"/>
                <a:gd name="T4" fmla="*/ 8 w 31"/>
                <a:gd name="T5" fmla="*/ 26 h 39"/>
                <a:gd name="T6" fmla="*/ 18 w 31"/>
                <a:gd name="T7" fmla="*/ 18 h 39"/>
                <a:gd name="T8" fmla="*/ 18 w 31"/>
                <a:gd name="T9" fmla="*/ 21 h 39"/>
                <a:gd name="T10" fmla="*/ 19 w 31"/>
                <a:gd name="T11" fmla="*/ 18 h 39"/>
                <a:gd name="T12" fmla="*/ 7 w 31"/>
                <a:gd name="T13" fmla="*/ 22 h 39"/>
                <a:gd name="T14" fmla="*/ 6 w 31"/>
                <a:gd name="T15" fmla="*/ 23 h 39"/>
                <a:gd name="T16" fmla="*/ 7 w 31"/>
                <a:gd name="T17" fmla="*/ 22 h 39"/>
                <a:gd name="T18" fmla="*/ 7 w 31"/>
                <a:gd name="T19" fmla="*/ 22 h 39"/>
                <a:gd name="T20" fmla="*/ 23 w 31"/>
                <a:gd name="T21" fmla="*/ 12 h 39"/>
                <a:gd name="T22" fmla="*/ 23 w 31"/>
                <a:gd name="T23" fmla="*/ 12 h 39"/>
                <a:gd name="T24" fmla="*/ 23 w 31"/>
                <a:gd name="T25" fmla="*/ 11 h 39"/>
                <a:gd name="T26" fmla="*/ 10 w 31"/>
                <a:gd name="T27" fmla="*/ 19 h 39"/>
                <a:gd name="T28" fmla="*/ 10 w 31"/>
                <a:gd name="T29" fmla="*/ 23 h 39"/>
                <a:gd name="T30" fmla="*/ 10 w 31"/>
                <a:gd name="T31" fmla="*/ 19 h 39"/>
                <a:gd name="T32" fmla="*/ 15 w 31"/>
                <a:gd name="T33" fmla="*/ 13 h 39"/>
                <a:gd name="T34" fmla="*/ 16 w 31"/>
                <a:gd name="T35" fmla="*/ 14 h 39"/>
                <a:gd name="T36" fmla="*/ 15 w 31"/>
                <a:gd name="T37" fmla="*/ 13 h 39"/>
                <a:gd name="T38" fmla="*/ 9 w 31"/>
                <a:gd name="T39" fmla="*/ 16 h 39"/>
                <a:gd name="T40" fmla="*/ 9 w 31"/>
                <a:gd name="T41" fmla="*/ 18 h 39"/>
                <a:gd name="T42" fmla="*/ 9 w 31"/>
                <a:gd name="T43" fmla="*/ 16 h 39"/>
                <a:gd name="T44" fmla="*/ 19 w 31"/>
                <a:gd name="T45" fmla="*/ 4 h 39"/>
                <a:gd name="T46" fmla="*/ 23 w 31"/>
                <a:gd name="T47" fmla="*/ 7 h 39"/>
                <a:gd name="T48" fmla="*/ 29 w 31"/>
                <a:gd name="T49" fmla="*/ 9 h 39"/>
                <a:gd name="T50" fmla="*/ 25 w 31"/>
                <a:gd name="T51" fmla="*/ 16 h 39"/>
                <a:gd name="T52" fmla="*/ 29 w 31"/>
                <a:gd name="T53" fmla="*/ 26 h 39"/>
                <a:gd name="T54" fmla="*/ 30 w 31"/>
                <a:gd name="T55" fmla="*/ 30 h 39"/>
                <a:gd name="T56" fmla="*/ 31 w 31"/>
                <a:gd name="T57" fmla="*/ 32 h 39"/>
                <a:gd name="T58" fmla="*/ 22 w 31"/>
                <a:gd name="T59" fmla="*/ 23 h 39"/>
                <a:gd name="T60" fmla="*/ 16 w 31"/>
                <a:gd name="T61" fmla="*/ 29 h 39"/>
                <a:gd name="T62" fmla="*/ 15 w 31"/>
                <a:gd name="T63" fmla="*/ 22 h 39"/>
                <a:gd name="T64" fmla="*/ 15 w 31"/>
                <a:gd name="T65" fmla="*/ 19 h 39"/>
                <a:gd name="T66" fmla="*/ 12 w 31"/>
                <a:gd name="T67" fmla="*/ 19 h 39"/>
                <a:gd name="T68" fmla="*/ 13 w 31"/>
                <a:gd name="T69" fmla="*/ 29 h 39"/>
                <a:gd name="T70" fmla="*/ 17 w 31"/>
                <a:gd name="T71" fmla="*/ 34 h 39"/>
                <a:gd name="T72" fmla="*/ 14 w 31"/>
                <a:gd name="T73" fmla="*/ 33 h 39"/>
                <a:gd name="T74" fmla="*/ 12 w 31"/>
                <a:gd name="T75" fmla="*/ 32 h 39"/>
                <a:gd name="T76" fmla="*/ 7 w 31"/>
                <a:gd name="T77" fmla="*/ 39 h 39"/>
                <a:gd name="T78" fmla="*/ 6 w 31"/>
                <a:gd name="T79" fmla="*/ 33 h 39"/>
                <a:gd name="T80" fmla="*/ 6 w 31"/>
                <a:gd name="T81" fmla="*/ 26 h 39"/>
                <a:gd name="T82" fmla="*/ 2 w 31"/>
                <a:gd name="T83" fmla="*/ 29 h 39"/>
                <a:gd name="T84" fmla="*/ 4 w 31"/>
                <a:gd name="T85" fmla="*/ 13 h 39"/>
                <a:gd name="T86" fmla="*/ 6 w 31"/>
                <a:gd name="T87" fmla="*/ 9 h 39"/>
                <a:gd name="T88" fmla="*/ 3 w 31"/>
                <a:gd name="T89" fmla="*/ 23 h 39"/>
                <a:gd name="T90" fmla="*/ 3 w 31"/>
                <a:gd name="T91" fmla="*/ 27 h 39"/>
                <a:gd name="T92" fmla="*/ 9 w 31"/>
                <a:gd name="T93" fmla="*/ 14 h 39"/>
                <a:gd name="T94" fmla="*/ 13 w 31"/>
                <a:gd name="T95" fmla="*/ 15 h 39"/>
                <a:gd name="T96" fmla="*/ 12 w 31"/>
                <a:gd name="T97" fmla="*/ 9 h 39"/>
                <a:gd name="T98" fmla="*/ 11 w 31"/>
                <a:gd name="T99" fmla="*/ 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1" h="39">
                  <a:moveTo>
                    <a:pt x="8" y="26"/>
                  </a:moveTo>
                  <a:cubicBezTo>
                    <a:pt x="8" y="27"/>
                    <a:pt x="8" y="30"/>
                    <a:pt x="8" y="31"/>
                  </a:cubicBezTo>
                  <a:cubicBezTo>
                    <a:pt x="8" y="31"/>
                    <a:pt x="8" y="31"/>
                    <a:pt x="8" y="31"/>
                  </a:cubicBezTo>
                  <a:cubicBezTo>
                    <a:pt x="8" y="31"/>
                    <a:pt x="9" y="31"/>
                    <a:pt x="9" y="30"/>
                  </a:cubicBezTo>
                  <a:cubicBezTo>
                    <a:pt x="9" y="29"/>
                    <a:pt x="11" y="27"/>
                    <a:pt x="9" y="26"/>
                  </a:cubicBezTo>
                  <a:cubicBezTo>
                    <a:pt x="9" y="26"/>
                    <a:pt x="9" y="26"/>
                    <a:pt x="8" y="26"/>
                  </a:cubicBezTo>
                  <a:cubicBezTo>
                    <a:pt x="9" y="26"/>
                    <a:pt x="8" y="26"/>
                    <a:pt x="8" y="26"/>
                  </a:cubicBezTo>
                  <a:close/>
                  <a:moveTo>
                    <a:pt x="18" y="18"/>
                  </a:moveTo>
                  <a:cubicBezTo>
                    <a:pt x="18" y="19"/>
                    <a:pt x="17" y="20"/>
                    <a:pt x="17" y="21"/>
                  </a:cubicBezTo>
                  <a:cubicBezTo>
                    <a:pt x="17" y="21"/>
                    <a:pt x="17" y="21"/>
                    <a:pt x="18" y="21"/>
                  </a:cubicBezTo>
                  <a:cubicBezTo>
                    <a:pt x="18" y="21"/>
                    <a:pt x="18" y="21"/>
                    <a:pt x="18" y="21"/>
                  </a:cubicBezTo>
                  <a:cubicBezTo>
                    <a:pt x="19" y="21"/>
                    <a:pt x="21" y="19"/>
                    <a:pt x="19" y="18"/>
                  </a:cubicBezTo>
                  <a:cubicBezTo>
                    <a:pt x="19" y="17"/>
                    <a:pt x="19" y="17"/>
                    <a:pt x="18" y="18"/>
                  </a:cubicBezTo>
                  <a:close/>
                  <a:moveTo>
                    <a:pt x="7" y="22"/>
                  </a:moveTo>
                  <a:cubicBezTo>
                    <a:pt x="7" y="22"/>
                    <a:pt x="7" y="23"/>
                    <a:pt x="6" y="23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7" y="23"/>
                    <a:pt x="7" y="23"/>
                    <a:pt x="7" y="23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ubicBezTo>
                    <a:pt x="7" y="22"/>
                    <a:pt x="7" y="22"/>
                    <a:pt x="7" y="22"/>
                  </a:cubicBezTo>
                  <a:close/>
                  <a:moveTo>
                    <a:pt x="23" y="11"/>
                  </a:move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2"/>
                  </a:cubicBezTo>
                  <a:cubicBezTo>
                    <a:pt x="23" y="12"/>
                    <a:pt x="23" y="12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3" y="11"/>
                    <a:pt x="23" y="11"/>
                    <a:pt x="23" y="11"/>
                  </a:cubicBezTo>
                  <a:close/>
                  <a:moveTo>
                    <a:pt x="10" y="19"/>
                  </a:moveTo>
                  <a:cubicBezTo>
                    <a:pt x="9" y="20"/>
                    <a:pt x="9" y="23"/>
                    <a:pt x="10" y="23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1" y="22"/>
                    <a:pt x="11" y="20"/>
                    <a:pt x="11" y="19"/>
                  </a:cubicBezTo>
                  <a:cubicBezTo>
                    <a:pt x="11" y="19"/>
                    <a:pt x="10" y="19"/>
                    <a:pt x="10" y="19"/>
                  </a:cubicBezTo>
                  <a:close/>
                  <a:moveTo>
                    <a:pt x="15" y="13"/>
                  </a:moveTo>
                  <a:cubicBezTo>
                    <a:pt x="15" y="13"/>
                    <a:pt x="15" y="13"/>
                    <a:pt x="15" y="13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6" y="14"/>
                    <a:pt x="16" y="14"/>
                    <a:pt x="16" y="14"/>
                  </a:cubicBezTo>
                  <a:cubicBezTo>
                    <a:pt x="16" y="14"/>
                    <a:pt x="16" y="13"/>
                    <a:pt x="16" y="13"/>
                  </a:cubicBezTo>
                  <a:cubicBezTo>
                    <a:pt x="16" y="13"/>
                    <a:pt x="16" y="13"/>
                    <a:pt x="15" y="13"/>
                  </a:cubicBezTo>
                  <a:cubicBezTo>
                    <a:pt x="16" y="13"/>
                    <a:pt x="16" y="13"/>
                    <a:pt x="15" y="13"/>
                  </a:cubicBezTo>
                  <a:close/>
                  <a:moveTo>
                    <a:pt x="9" y="16"/>
                  </a:moveTo>
                  <a:cubicBezTo>
                    <a:pt x="8" y="17"/>
                    <a:pt x="8" y="18"/>
                    <a:pt x="9" y="18"/>
                  </a:cubicBezTo>
                  <a:cubicBezTo>
                    <a:pt x="9" y="18"/>
                    <a:pt x="9" y="18"/>
                    <a:pt x="9" y="18"/>
                  </a:cubicBezTo>
                  <a:cubicBezTo>
                    <a:pt x="9" y="17"/>
                    <a:pt x="9" y="17"/>
                    <a:pt x="9" y="16"/>
                  </a:cubicBezTo>
                  <a:cubicBezTo>
                    <a:pt x="9" y="15"/>
                    <a:pt x="9" y="16"/>
                    <a:pt x="9" y="16"/>
                  </a:cubicBezTo>
                  <a:close/>
                  <a:moveTo>
                    <a:pt x="11" y="1"/>
                  </a:moveTo>
                  <a:cubicBezTo>
                    <a:pt x="13" y="0"/>
                    <a:pt x="17" y="2"/>
                    <a:pt x="19" y="4"/>
                  </a:cubicBezTo>
                  <a:cubicBezTo>
                    <a:pt x="19" y="5"/>
                    <a:pt x="19" y="6"/>
                    <a:pt x="20" y="6"/>
                  </a:cubicBezTo>
                  <a:cubicBezTo>
                    <a:pt x="21" y="7"/>
                    <a:pt x="22" y="7"/>
                    <a:pt x="23" y="7"/>
                  </a:cubicBezTo>
                  <a:cubicBezTo>
                    <a:pt x="24" y="8"/>
                    <a:pt x="25" y="9"/>
                    <a:pt x="25" y="9"/>
                  </a:cubicBezTo>
                  <a:cubicBezTo>
                    <a:pt x="27" y="9"/>
                    <a:pt x="28" y="9"/>
                    <a:pt x="29" y="9"/>
                  </a:cubicBezTo>
                  <a:cubicBezTo>
                    <a:pt x="29" y="9"/>
                    <a:pt x="29" y="9"/>
                    <a:pt x="29" y="10"/>
                  </a:cubicBezTo>
                  <a:cubicBezTo>
                    <a:pt x="28" y="12"/>
                    <a:pt x="25" y="14"/>
                    <a:pt x="25" y="16"/>
                  </a:cubicBezTo>
                  <a:cubicBezTo>
                    <a:pt x="25" y="18"/>
                    <a:pt x="27" y="19"/>
                    <a:pt x="27" y="21"/>
                  </a:cubicBezTo>
                  <a:cubicBezTo>
                    <a:pt x="28" y="23"/>
                    <a:pt x="29" y="24"/>
                    <a:pt x="29" y="26"/>
                  </a:cubicBezTo>
                  <a:cubicBezTo>
                    <a:pt x="29" y="26"/>
                    <a:pt x="29" y="27"/>
                    <a:pt x="30" y="27"/>
                  </a:cubicBezTo>
                  <a:cubicBezTo>
                    <a:pt x="30" y="28"/>
                    <a:pt x="30" y="29"/>
                    <a:pt x="30" y="30"/>
                  </a:cubicBezTo>
                  <a:cubicBezTo>
                    <a:pt x="30" y="31"/>
                    <a:pt x="31" y="31"/>
                    <a:pt x="31" y="32"/>
                  </a:cubicBezTo>
                  <a:cubicBezTo>
                    <a:pt x="31" y="32"/>
                    <a:pt x="31" y="32"/>
                    <a:pt x="31" y="32"/>
                  </a:cubicBezTo>
                  <a:cubicBezTo>
                    <a:pt x="29" y="31"/>
                    <a:pt x="27" y="30"/>
                    <a:pt x="25" y="28"/>
                  </a:cubicBezTo>
                  <a:cubicBezTo>
                    <a:pt x="24" y="26"/>
                    <a:pt x="23" y="24"/>
                    <a:pt x="22" y="23"/>
                  </a:cubicBezTo>
                  <a:cubicBezTo>
                    <a:pt x="22" y="23"/>
                    <a:pt x="22" y="23"/>
                    <a:pt x="22" y="23"/>
                  </a:cubicBezTo>
                  <a:cubicBezTo>
                    <a:pt x="20" y="25"/>
                    <a:pt x="19" y="27"/>
                    <a:pt x="16" y="29"/>
                  </a:cubicBezTo>
                  <a:cubicBezTo>
                    <a:pt x="15" y="28"/>
                    <a:pt x="13" y="26"/>
                    <a:pt x="14" y="25"/>
                  </a:cubicBezTo>
                  <a:cubicBezTo>
                    <a:pt x="14" y="24"/>
                    <a:pt x="15" y="23"/>
                    <a:pt x="15" y="22"/>
                  </a:cubicBezTo>
                  <a:cubicBezTo>
                    <a:pt x="15" y="22"/>
                    <a:pt x="14" y="21"/>
                    <a:pt x="14" y="21"/>
                  </a:cubicBezTo>
                  <a:cubicBezTo>
                    <a:pt x="14" y="20"/>
                    <a:pt x="14" y="19"/>
                    <a:pt x="15" y="19"/>
                  </a:cubicBezTo>
                  <a:cubicBezTo>
                    <a:pt x="15" y="18"/>
                    <a:pt x="14" y="15"/>
                    <a:pt x="13" y="16"/>
                  </a:cubicBezTo>
                  <a:cubicBezTo>
                    <a:pt x="12" y="16"/>
                    <a:pt x="12" y="18"/>
                    <a:pt x="12" y="19"/>
                  </a:cubicBezTo>
                  <a:cubicBezTo>
                    <a:pt x="12" y="20"/>
                    <a:pt x="13" y="21"/>
                    <a:pt x="13" y="23"/>
                  </a:cubicBezTo>
                  <a:cubicBezTo>
                    <a:pt x="13" y="25"/>
                    <a:pt x="11" y="26"/>
                    <a:pt x="13" y="29"/>
                  </a:cubicBezTo>
                  <a:cubicBezTo>
                    <a:pt x="14" y="31"/>
                    <a:pt x="17" y="33"/>
                    <a:pt x="17" y="34"/>
                  </a:cubicBezTo>
                  <a:cubicBezTo>
                    <a:pt x="17" y="34"/>
                    <a:pt x="17" y="34"/>
                    <a:pt x="17" y="34"/>
                  </a:cubicBezTo>
                  <a:cubicBezTo>
                    <a:pt x="17" y="35"/>
                    <a:pt x="17" y="35"/>
                    <a:pt x="17" y="35"/>
                  </a:cubicBezTo>
                  <a:cubicBezTo>
                    <a:pt x="16" y="34"/>
                    <a:pt x="15" y="34"/>
                    <a:pt x="14" y="33"/>
                  </a:cubicBezTo>
                  <a:cubicBezTo>
                    <a:pt x="13" y="33"/>
                    <a:pt x="13" y="32"/>
                    <a:pt x="12" y="32"/>
                  </a:cubicBezTo>
                  <a:cubicBezTo>
                    <a:pt x="12" y="32"/>
                    <a:pt x="12" y="32"/>
                    <a:pt x="12" y="32"/>
                  </a:cubicBezTo>
                  <a:cubicBezTo>
                    <a:pt x="11" y="34"/>
                    <a:pt x="11" y="37"/>
                    <a:pt x="8" y="39"/>
                  </a:cubicBezTo>
                  <a:cubicBezTo>
                    <a:pt x="7" y="39"/>
                    <a:pt x="7" y="39"/>
                    <a:pt x="7" y="39"/>
                  </a:cubicBezTo>
                  <a:cubicBezTo>
                    <a:pt x="7" y="38"/>
                    <a:pt x="5" y="36"/>
                    <a:pt x="5" y="35"/>
                  </a:cubicBezTo>
                  <a:cubicBezTo>
                    <a:pt x="5" y="34"/>
                    <a:pt x="5" y="33"/>
                    <a:pt x="6" y="33"/>
                  </a:cubicBezTo>
                  <a:cubicBezTo>
                    <a:pt x="6" y="31"/>
                    <a:pt x="6" y="28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6" y="26"/>
                    <a:pt x="6" y="26"/>
                    <a:pt x="6" y="26"/>
                  </a:cubicBezTo>
                  <a:cubicBezTo>
                    <a:pt x="5" y="27"/>
                    <a:pt x="3" y="29"/>
                    <a:pt x="2" y="29"/>
                  </a:cubicBezTo>
                  <a:cubicBezTo>
                    <a:pt x="0" y="27"/>
                    <a:pt x="2" y="23"/>
                    <a:pt x="3" y="21"/>
                  </a:cubicBezTo>
                  <a:cubicBezTo>
                    <a:pt x="3" y="19"/>
                    <a:pt x="4" y="14"/>
                    <a:pt x="4" y="13"/>
                  </a:cubicBezTo>
                  <a:cubicBezTo>
                    <a:pt x="3" y="12"/>
                    <a:pt x="3" y="11"/>
                    <a:pt x="3" y="11"/>
                  </a:cubicBezTo>
                  <a:cubicBezTo>
                    <a:pt x="3" y="9"/>
                    <a:pt x="5" y="9"/>
                    <a:pt x="6" y="9"/>
                  </a:cubicBezTo>
                  <a:cubicBezTo>
                    <a:pt x="7" y="11"/>
                    <a:pt x="6" y="12"/>
                    <a:pt x="6" y="14"/>
                  </a:cubicBezTo>
                  <a:cubicBezTo>
                    <a:pt x="5" y="17"/>
                    <a:pt x="4" y="21"/>
                    <a:pt x="3" y="23"/>
                  </a:cubicBezTo>
                  <a:cubicBezTo>
                    <a:pt x="3" y="24"/>
                    <a:pt x="3" y="25"/>
                    <a:pt x="3" y="26"/>
                  </a:cubicBezTo>
                  <a:cubicBezTo>
                    <a:pt x="3" y="26"/>
                    <a:pt x="3" y="26"/>
                    <a:pt x="3" y="27"/>
                  </a:cubicBezTo>
                  <a:cubicBezTo>
                    <a:pt x="3" y="26"/>
                    <a:pt x="8" y="22"/>
                    <a:pt x="8" y="22"/>
                  </a:cubicBezTo>
                  <a:cubicBezTo>
                    <a:pt x="9" y="20"/>
                    <a:pt x="5" y="15"/>
                    <a:pt x="9" y="14"/>
                  </a:cubicBezTo>
                  <a:cubicBezTo>
                    <a:pt x="10" y="15"/>
                    <a:pt x="12" y="15"/>
                    <a:pt x="13" y="15"/>
                  </a:cubicBezTo>
                  <a:cubicBezTo>
                    <a:pt x="13" y="15"/>
                    <a:pt x="13" y="15"/>
                    <a:pt x="13" y="15"/>
                  </a:cubicBezTo>
                  <a:cubicBezTo>
                    <a:pt x="13" y="13"/>
                    <a:pt x="13" y="13"/>
                    <a:pt x="11" y="12"/>
                  </a:cubicBezTo>
                  <a:cubicBezTo>
                    <a:pt x="11" y="11"/>
                    <a:pt x="11" y="10"/>
                    <a:pt x="12" y="9"/>
                  </a:cubicBezTo>
                  <a:cubicBezTo>
                    <a:pt x="13" y="10"/>
                    <a:pt x="14" y="10"/>
                    <a:pt x="15" y="10"/>
                  </a:cubicBezTo>
                  <a:cubicBezTo>
                    <a:pt x="15" y="7"/>
                    <a:pt x="11" y="3"/>
                    <a:pt x="11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17FAE3-B6A6-4F8C-A3EE-9B3A5A9AB4F0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353800" y="6356349"/>
            <a:ext cx="412750" cy="365125"/>
          </a:xfrm>
          <a:prstGeom prst="rect">
            <a:avLst/>
          </a:prstGeom>
          <a:solidFill>
            <a:schemeClr val="tx1">
              <a:alpha val="10000"/>
            </a:schemeClr>
          </a:solidFill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  <a:latin typeface="+mn-lt"/>
              </a:defRPr>
            </a:lvl1pPr>
          </a:lstStyle>
          <a:p>
            <a:fld id="{5B74D221-F78E-4CE2-B90E-39C483F4591B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100" b="1">
                <a:solidFill>
                  <a:srgbClr val="083258"/>
                </a:solidFill>
                <a:latin typeface="微软雅黑" panose="020B0503020204020204" charset="-122"/>
              </a:rPr>
              <a:t>KVFabric：面向 LLM 推理服务的
KV Cache 生命周期管理</a:t>
            </a:r>
            <a:endParaRPr sz="31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6089" y="3082567"/>
            <a:ext cx="7934411" cy="490619"/>
          </a:xfrm>
        </p:spPr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中期汇报 | USTC OSH Project | 周家润 · 赵天翔 · 王允 | 2026.04.27</a:t>
            </a:r>
            <a:endParaRPr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Rounded Rectangle 3"/>
          <p:cNvSpPr/>
          <p:nvPr/>
        </p:nvSpPr>
        <p:spPr>
          <a:xfrm>
            <a:off x="1078992" y="1600200"/>
            <a:ext cx="530352" cy="438912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400" b="1">
                <a:solidFill>
                  <a:srgbClr val="083258"/>
                </a:solidFill>
                <a:latin typeface="微软雅黑" panose="020B0503020204020204" charset="-122"/>
              </a:rPr>
              <a:t>01</a:t>
            </a:r>
            <a:endParaRPr sz="1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737360" y="1600200"/>
            <a:ext cx="34290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What：项目做什么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8283C"/>
                </a:solidFill>
                <a:latin typeface="微软雅黑" panose="020B0503020204020204" charset="-122"/>
              </a:rPr>
              <a:t>面向 LLM serving 的 KVCache 生命周期管理</a:t>
            </a:r>
            <a:endParaRPr sz="11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22392" y="1600200"/>
            <a:ext cx="530352" cy="438912"/>
          </a:xfrm>
          <a:prstGeom prst="roundRect">
            <a:avLst/>
          </a:prstGeom>
          <a:solidFill>
            <a:srgbClr val="FCECEE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400" b="1">
                <a:solidFill>
                  <a:srgbClr val="AA2734"/>
                </a:solidFill>
                <a:latin typeface="微软雅黑" panose="020B0503020204020204" charset="-122"/>
              </a:rPr>
              <a:t>02</a:t>
            </a:r>
            <a:endParaRPr sz="1400" b="1">
              <a:solidFill>
                <a:srgbClr val="AA2734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080759" y="1600200"/>
            <a:ext cx="34290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Why：为什么值得做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8283C"/>
                </a:solidFill>
                <a:latin typeface="微软雅黑" panose="020B0503020204020204" charset="-122"/>
              </a:rPr>
              <a:t>KVCache 占用显存、影响 TTFT/吞吐，并与调度强耦合</a:t>
            </a:r>
            <a:endParaRPr sz="11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078992" y="3200400"/>
            <a:ext cx="530352" cy="438912"/>
          </a:xfrm>
          <a:prstGeom prst="roundRect">
            <a:avLst/>
          </a:prstGeom>
          <a:solidFill>
            <a:srgbClr val="FFF7E0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400" b="1">
                <a:solidFill>
                  <a:srgbClr val="FFC617"/>
                </a:solidFill>
                <a:latin typeface="微软雅黑" panose="020B0503020204020204" charset="-122"/>
              </a:rPr>
              <a:t>03</a:t>
            </a:r>
            <a:endParaRPr sz="1400" b="1">
              <a:solidFill>
                <a:srgbClr val="FFC617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737360" y="3200400"/>
            <a:ext cx="34290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How：怎么做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8283C"/>
                </a:solidFill>
                <a:latin typeface="微软雅黑" panose="020B0503020204020204" charset="-122"/>
              </a:rPr>
              <a:t>vLLM 原型 + 生命周期元数据 + 共享感知驱逐</a:t>
            </a:r>
            <a:endParaRPr sz="11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22392" y="3200400"/>
            <a:ext cx="530352" cy="438912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400" b="1">
                <a:solidFill>
                  <a:srgbClr val="1E6096"/>
                </a:solidFill>
                <a:latin typeface="微软雅黑" panose="020B0503020204020204" charset="-122"/>
              </a:rPr>
              <a:t>04</a:t>
            </a:r>
            <a:endParaRPr sz="1400" b="1">
              <a:solidFill>
                <a:srgbClr val="1E6096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080759" y="3200400"/>
            <a:ext cx="34290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1E6096"/>
                </a:solidFill>
                <a:latin typeface="微软雅黑" panose="020B0503020204020204" charset="-122"/>
              </a:rPr>
              <a:t>Now：当前进展</a:t>
            </a:r>
            <a:endParaRPr sz="1320" b="1">
              <a:solidFill>
                <a:srgbClr val="1E6096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18283C"/>
                </a:solidFill>
                <a:latin typeface="微软雅黑" panose="020B0503020204020204" charset="-122"/>
              </a:rPr>
              <a:t>基线跑通、源码边界明确、测试验证工具链已建立</a:t>
            </a:r>
            <a:endParaRPr sz="11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83258"/>
                </a:solidFill>
                <a:latin typeface="微软雅黑" panose="020B0503020204020204" charset="-122"/>
              </a:rPr>
              <a:t>WHAT：项目对象与目标</a:t>
            </a:r>
            <a:endParaRPr sz="30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8158" y="3608213"/>
            <a:ext cx="7726680" cy="409918"/>
          </a:xfrm>
        </p:spPr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我们具体在管什么、为什么叫“生命周期”</a:t>
            </a:r>
            <a:r>
              <a:rPr lang="zh-CN" sz="1400" b="0">
                <a:solidFill>
                  <a:srgbClr val="5E7088"/>
                </a:solidFill>
                <a:latin typeface="微软雅黑" panose="020B0503020204020204" charset="-122"/>
              </a:rPr>
              <a:t>？</a:t>
            </a:r>
            <a:endParaRPr lang="zh-CN"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 algn="ctr"/>
            <a:r>
              <a:rPr sz="2200" b="1">
                <a:solidFill>
                  <a:srgbClr val="083258"/>
                </a:solidFill>
                <a:latin typeface="微软雅黑" panose="020B0503020204020204" charset="-122"/>
              </a:rPr>
              <a:t>01</a:t>
            </a:r>
            <a:endParaRPr sz="22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背景原理：LLM 推理中的 KVCache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60120" y="1332103"/>
            <a:ext cx="30632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Prefill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模型一次性处理完整输入 prompt，并把每层注意力的 Key/Value 状态写入 KVCache。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43400" y="1332103"/>
            <a:ext cx="30632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Decode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模型逐 token 生成输出，每一步都会读取历史 KVCache，避免重复计算全部上下文。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26679" y="1332103"/>
            <a:ext cx="306324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KVCache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本质是“用显存保存历史注意力状态”，用空间换时间，是现代 LLM serving 的基础机制。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417320" y="3221990"/>
            <a:ext cx="162763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300" b="1">
                <a:solidFill>
                  <a:srgbClr val="083258"/>
                </a:solidFill>
                <a:latin typeface="微软雅黑" panose="020B0503020204020204" charset="-122"/>
              </a:rPr>
              <a:t>Prompt</a:t>
            </a:r>
            <a:endParaRPr sz="13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044952" y="3487166"/>
            <a:ext cx="61264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749039" y="3221990"/>
            <a:ext cx="162763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300" b="1">
                <a:solidFill>
                  <a:srgbClr val="AA2734"/>
                </a:solidFill>
                <a:latin typeface="微软雅黑" panose="020B0503020204020204" charset="-122"/>
              </a:rPr>
              <a:t>Prefill 写 KV</a:t>
            </a:r>
            <a:endParaRPr sz="1300" b="1">
              <a:solidFill>
                <a:srgbClr val="AA2734"/>
              </a:solidFill>
              <a:latin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376672" y="3487166"/>
            <a:ext cx="61264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0759" y="3221990"/>
            <a:ext cx="162763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300" b="1">
                <a:solidFill>
                  <a:srgbClr val="FFC617"/>
                </a:solidFill>
                <a:latin typeface="微软雅黑" panose="020B0503020204020204" charset="-122"/>
              </a:rPr>
              <a:t>Decode 读 KV</a:t>
            </a:r>
            <a:endParaRPr sz="1300" b="1">
              <a:solidFill>
                <a:srgbClr val="FFC617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7708392" y="3487166"/>
            <a:ext cx="61264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12480" y="3221990"/>
            <a:ext cx="1627632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300" b="1">
                <a:solidFill>
                  <a:srgbClr val="1E6096"/>
                </a:solidFill>
                <a:latin typeface="微软雅黑" panose="020B0503020204020204" charset="-122"/>
              </a:rPr>
              <a:t>Output</a:t>
            </a:r>
            <a:endParaRPr sz="1300" b="1">
              <a:solidFill>
                <a:srgbClr val="1E6096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343400"/>
            <a:ext cx="9921240" cy="1143000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8283C"/>
                </a:solidFill>
                <a:latin typeface="微软雅黑" panose="020B0503020204020204" charset="-122"/>
              </a:rPr>
              <a:t>• 如果多个请求有相同的系统提示、RAG 文档前缀或对话历史，理论上可以复用已经构建好的前缀 KVCache。</a:t>
            </a:r>
            <a:endParaRPr sz="13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endParaRPr sz="13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8283C"/>
                </a:solidFill>
                <a:latin typeface="微软雅黑" panose="020B0503020204020204" charset="-122"/>
              </a:rPr>
              <a:t>• 但 KVCache 既占显存，又牵涉请求调度、block 分配和驱逐回收，因此不能只把它看成普通缓存。</a:t>
            </a:r>
            <a:endParaRPr sz="13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项目定位：把 KV block 当作生命周期对象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003300" y="1428115"/>
            <a:ext cx="315468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研究对象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按 block/page 管理的 KVCache，覆盖创建、填充、共享、分叉、冷却、驱逐、重建。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86580" y="1428115"/>
            <a:ext cx="315468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当前载体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以 vLLM 为基线和原型平台，先在 Python 控制面验证策略，</a:t>
            </a:r>
            <a:r>
              <a:rPr lang="zh-CN" sz="1120" b="0">
                <a:solidFill>
                  <a:srgbClr val="18283C"/>
                </a:solidFill>
                <a:latin typeface="微软雅黑" panose="020B0503020204020204" charset="-122"/>
              </a:rPr>
              <a:t>后续依</a:t>
            </a:r>
            <a:r>
              <a:rPr lang="zh-CN" sz="1120" b="0">
                <a:solidFill>
                  <a:srgbClr val="18283C"/>
                </a:solidFill>
                <a:latin typeface="微软雅黑" panose="020B0503020204020204" charset="-122"/>
              </a:rPr>
              <a:t>情况深入</a:t>
            </a: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 CUDA kernel。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69859" y="1428115"/>
            <a:ext cx="3154680" cy="126187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长期目标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形成可移植的 KV Cache scheduler / runtime，沉淀独立的元数据与策略设计。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03300" y="3284347"/>
            <a:ext cx="99212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83258"/>
                </a:solidFill>
                <a:latin typeface="微软雅黑" panose="020B0503020204020204" charset="-122"/>
              </a:rPr>
              <a:t>核心问题</a:t>
            </a:r>
            <a:endParaRPr sz="140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8283C"/>
                </a:solidFill>
                <a:latin typeface="微软雅黑" panose="020B0503020204020204" charset="-122"/>
              </a:rPr>
              <a:t>一个 KV block 是否值得保留，不应只取决于“最近有没有用过”。</a:t>
            </a:r>
            <a:endParaRPr sz="14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8283C"/>
                </a:solidFill>
                <a:latin typeface="微软雅黑" panose="020B0503020204020204" charset="-122"/>
              </a:rPr>
              <a:t>它还和共享人数、所在前缀位置、未来重用概率、被驱逐后的重算代价有关。</a:t>
            </a:r>
            <a:endParaRPr sz="14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8283C"/>
                </a:solidFill>
                <a:latin typeface="微软雅黑" panose="020B0503020204020204" charset="-122"/>
              </a:rPr>
              <a:t>KVFabric 希望把这些因素显式建模，并用于复用与驱逐决策。</a:t>
            </a:r>
            <a:endParaRPr sz="14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83258"/>
                </a:solidFill>
                <a:latin typeface="微软雅黑" panose="020B0503020204020204" charset="-122"/>
              </a:rPr>
              <a:t>WHY：研究意义与问题挑战</a:t>
            </a:r>
            <a:endParaRPr sz="30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从显存成本、现有机制局限和三者耦合解释为什么值得做</a:t>
            </a:r>
            <a:endParaRPr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 algn="ctr"/>
            <a:r>
              <a:rPr sz="2200" b="1">
                <a:solidFill>
                  <a:srgbClr val="083258"/>
                </a:solidFill>
                <a:latin typeface="微软雅黑" panose="020B0503020204020204" charset="-122"/>
              </a:rPr>
              <a:t>02</a:t>
            </a:r>
            <a:endParaRPr sz="22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为什么 KVCache 会成为瓶颈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60120" y="1143000"/>
            <a:ext cx="9921240" cy="502920"/>
          </a:xfrm>
          <a:prstGeom prst="roundRect">
            <a:avLst/>
          </a:prstGeom>
          <a:solidFill>
            <a:srgbClr val="F5F8FC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700" b="1">
                <a:solidFill>
                  <a:srgbClr val="083258"/>
                </a:solidFill>
                <a:latin typeface="微软雅黑" panose="020B0503020204020204" charset="-122"/>
              </a:rPr>
              <a:t>单请求 KV 显存  ≈  2 × 层数 × KV头数 × head维度 × token数 × 每元素字节</a:t>
            </a:r>
            <a:endParaRPr sz="17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60120" y="1810512"/>
            <a:ext cx="9921240" cy="502920"/>
          </a:xfrm>
          <a:prstGeom prst="roundRect">
            <a:avLst/>
          </a:prstGeom>
          <a:solidFill>
            <a:srgbClr val="F5F8FC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700" b="1">
                <a:solidFill>
                  <a:srgbClr val="AA2734"/>
                </a:solidFill>
                <a:latin typeface="微软雅黑" panose="020B0503020204020204" charset="-122"/>
              </a:rPr>
              <a:t>总 KV 显存  ≈  所有并发请求 KV 显存之和</a:t>
            </a:r>
            <a:endParaRPr sz="1700" b="1">
              <a:solidFill>
                <a:srgbClr val="AA2734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60120" y="2788920"/>
            <a:ext cx="28803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上下文越长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token 数越大，KVCache 近似线性增长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270248" y="2788920"/>
            <a:ext cx="28803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并发越高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多个请求的 KVCache 会叠加竞争显存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580376" y="2788920"/>
            <a:ext cx="288036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前缀越重复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不复用就会反复 prefill 同一段历史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60120" y="4343400"/>
            <a:ext cx="9921240" cy="960120"/>
          </a:xfrm>
          <a:prstGeom prst="roundRect">
            <a:avLst/>
          </a:prstGeom>
          <a:solidFill>
            <a:srgbClr val="FFF7E0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18283C"/>
                </a:solidFill>
                <a:latin typeface="微软雅黑" panose="020B0503020204020204" charset="-122"/>
              </a:rPr>
              <a:t>• 因此 KVCache 优化不只是“省一点显存”，还会影响首 token 延迟、吞吐、并发容量和尾延迟。</a:t>
            </a:r>
            <a:endParaRPr sz="13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8283C"/>
                </a:solidFill>
                <a:latin typeface="微软雅黑" panose="020B0503020204020204" charset="-122"/>
              </a:rPr>
              <a:t>• 这也是我们选择 LLM serving 中 KVCache 管理作为 OSH 系统项目切入点的原因。</a:t>
            </a:r>
            <a:endParaRPr sz="13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现有机制的基础与不足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60120" y="1115568"/>
          <a:ext cx="99669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88920"/>
                <a:gridCol w="2606040"/>
              </a:tblGrid>
              <a:tr h="76581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机制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已有价值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不足/空白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本项目切入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PagedAttention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block/page 化管理，降低碎片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block 长期价值没有显式表达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把 block 作为生命周期对象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Caching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复用完全相同的 full-block 前缀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局部分叉、冷热混合下保留策略不足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记录共享链与分叉信息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LRU / ref_cnt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实现简单，工程稳定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不理解前缀位置、重算代价和未来复用潜力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引入共享感知驱逐评分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60120" y="4526280"/>
            <a:ext cx="9966960" cy="777240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80" b="0">
                <a:solidFill>
                  <a:srgbClr val="18283C"/>
                </a:solidFill>
                <a:latin typeface="微软雅黑" panose="020B0503020204020204" charset="-122"/>
              </a:rPr>
              <a:t>• 本项目是在 vLLM 已有 block/prefix cache 基础上补充生命周期视角</a:t>
            </a:r>
            <a:r>
              <a:rPr lang="zh-CN" sz="1280" b="0">
                <a:solidFill>
                  <a:srgbClr val="18283C"/>
                </a:solidFill>
                <a:latin typeface="微软雅黑" panose="020B0503020204020204" charset="-122"/>
              </a:rPr>
              <a:t>，实现更强大的系统性</a:t>
            </a:r>
            <a:r>
              <a:rPr lang="en-US" altLang="zh-CN" sz="1280" b="0">
                <a:solidFill>
                  <a:srgbClr val="18283C"/>
                </a:solidFill>
                <a:latin typeface="微软雅黑" panose="020B0503020204020204" charset="-122"/>
              </a:rPr>
              <a:t>KVcache</a:t>
            </a:r>
            <a:r>
              <a:rPr lang="zh-CN" altLang="en-US" sz="1280" b="0">
                <a:solidFill>
                  <a:srgbClr val="18283C"/>
                </a:solidFill>
                <a:latin typeface="微软雅黑" panose="020B0503020204020204" charset="-122"/>
              </a:rPr>
              <a:t>管理。</a:t>
            </a:r>
            <a:endParaRPr sz="128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80" b="0">
                <a:solidFill>
                  <a:srgbClr val="18283C"/>
                </a:solidFill>
                <a:latin typeface="微软雅黑" panose="020B0503020204020204" charset="-122"/>
              </a:rPr>
              <a:t>• 中期阶段重点是把源码边界、算法设计和验证工具链先做扎实。</a:t>
            </a:r>
            <a:endParaRPr sz="12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核心挑战：分配、复用、驱逐强耦合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60120" y="128016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分配 Allocation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block 粒度决定共享和回收的基本单位。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909560" y="1234440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复用 Reuse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共享前缀会改变 block 的引用关系和保留价值。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434840" y="3639185"/>
            <a:ext cx="297180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驱逐 Eviction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释放显存的同时，也可能破坏后续复用机会。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931920" y="1810512"/>
            <a:ext cx="3931920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583680" y="2377440"/>
            <a:ext cx="1965960" cy="1261872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2560320" y="2423160"/>
            <a:ext cx="1874520" cy="164592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60120" y="5257800"/>
            <a:ext cx="9921240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300" b="1">
                <a:solidFill>
                  <a:srgbClr val="083258"/>
                </a:solidFill>
                <a:latin typeface="微软雅黑" panose="020B0503020204020204" charset="-122"/>
              </a:rPr>
              <a:t>所以本项目采用“生命周期管理”：统一记录 block 的创建、共享、冷却、驱逐和重建，而不是孤立优化某一步。</a:t>
            </a:r>
            <a:endParaRPr sz="13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83258"/>
                </a:solidFill>
                <a:latin typeface="微软雅黑" panose="020B0503020204020204" charset="-122"/>
              </a:rPr>
              <a:t>HOW：技术路线与算法设计</a:t>
            </a:r>
            <a:endParaRPr sz="30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从 vLLM 原型出发，设计低侵入的生命周期管理机制</a:t>
            </a:r>
            <a:endParaRPr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 algn="ctr"/>
            <a:r>
              <a:rPr sz="2200" b="1">
                <a:solidFill>
                  <a:srgbClr val="083258"/>
                </a:solidFill>
                <a:latin typeface="微软雅黑" panose="020B0503020204020204" charset="-122"/>
              </a:rPr>
              <a:t>03</a:t>
            </a:r>
            <a:endParaRPr sz="22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15" y="635635"/>
            <a:ext cx="10264140" cy="53828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vLLM 中的最小改造边界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74725" y="1423670"/>
          <a:ext cx="9966960" cy="26358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749039"/>
                <a:gridCol w="3931920"/>
              </a:tblGrid>
              <a:tr h="681355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路径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我们关心什么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为什么先改这里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KVCacheManager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hit、allocate_slots、computed token 数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承接调度请求，能观察命中和分配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BlockPool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free queue、cached block hash、eviction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驱逐发生点，适合接入候选评分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Metrics / Stats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hit rate、KV usage、eviction events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把 block 事件变成实验可解释指标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60120" y="4415790"/>
            <a:ext cx="9966960" cy="1051560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18283C"/>
                </a:solidFill>
                <a:latin typeface="微软雅黑" panose="020B0503020204020204" charset="-122"/>
              </a:rPr>
              <a:t>• </a:t>
            </a:r>
            <a:r>
              <a:rPr lang="zh-CN" sz="1320" b="0">
                <a:solidFill>
                  <a:srgbClr val="18283C"/>
                </a:solidFill>
                <a:latin typeface="微软雅黑" panose="020B0503020204020204" charset="-122"/>
              </a:rPr>
              <a:t>前中期</a:t>
            </a:r>
            <a:r>
              <a:rPr sz="1320" b="0">
                <a:solidFill>
                  <a:srgbClr val="18283C"/>
                </a:solidFill>
                <a:latin typeface="微软雅黑" panose="020B0503020204020204" charset="-122"/>
              </a:rPr>
              <a:t>暂不修改 attention kernel、slot mapping、worker block table，避免把策略验证和底层正确性风险绑在一起。</a:t>
            </a:r>
            <a:endParaRPr sz="132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320" b="0">
                <a:solidFill>
                  <a:srgbClr val="18283C"/>
                </a:solidFill>
                <a:latin typeface="微软雅黑" panose="020B0503020204020204" charset="-122"/>
              </a:rPr>
              <a:t>• 当前 overlay 已同步 9 个核心文件，后续通过 patch 应用到完整 vLLM v0.19.0 工作树。</a:t>
            </a:r>
            <a:endParaRPr sz="13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295" y="636905"/>
            <a:ext cx="10192385" cy="520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关键实现依据：源码边界与设计落点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60120" y="1645793"/>
            <a:ext cx="31546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Prefix 命中逻辑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find_longest_cache_hit 从第一个 block hash 开始扫描，遇到第一个 miss 就停止。这个结论支撑“strict full-block prefix”边界。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43400" y="1645793"/>
            <a:ext cx="31546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BlockPool 驱逐入口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get_new_blocks 从 free queue 头部取 block；复用前缀的 block 被 touch 后移出 free queue。这里适合做候选评分。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26679" y="1645793"/>
            <a:ext cx="31546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设计依据整合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结合可行性报告、调研报告与源码分析，形成生命周期元数据、KeepScore 与实验矩阵。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60120" y="3410585"/>
            <a:ext cx="4709160" cy="1737360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83258"/>
                </a:solidFill>
                <a:latin typeface="微软雅黑" panose="020B0503020204020204" charset="-122"/>
              </a:rPr>
              <a:t>实现依据 1：prefix cache 查询</a:t>
            </a:r>
            <a:endParaRPr sz="120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8283C"/>
                </a:solidFill>
                <a:latin typeface="微软雅黑" panose="020B0503020204020204" charset="-122"/>
              </a:rPr>
              <a:t>for block_hash in request.block_hashes: 若命中则追加，否则 break。</a:t>
            </a:r>
            <a:endParaRPr sz="12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8283C"/>
                </a:solidFill>
                <a:latin typeface="微软雅黑" panose="020B0503020204020204" charset="-122"/>
              </a:rPr>
              <a:t>含义：当前 vLLM 主要复用连续公共前缀，后续分叉信息需要额外建模。</a:t>
            </a:r>
            <a:endParaRPr sz="12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80760" y="3410585"/>
            <a:ext cx="4800600" cy="1737360"/>
          </a:xfrm>
          <a:prstGeom prst="roundRect">
            <a:avLst/>
          </a:prstGeom>
          <a:solidFill>
            <a:srgbClr val="FCECEE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AA2734"/>
                </a:solidFill>
                <a:latin typeface="微软雅黑" panose="020B0503020204020204" charset="-122"/>
              </a:rPr>
              <a:t>实现依据 2：驱逐候选选择</a:t>
            </a:r>
            <a:endParaRPr sz="120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8283C"/>
                </a:solidFill>
                <a:latin typeface="微软雅黑" panose="020B0503020204020204" charset="-122"/>
              </a:rPr>
              <a:t>原路径：free_queue.popleft_n(num_blocks)。</a:t>
            </a:r>
            <a:endParaRPr sz="120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8283C"/>
                </a:solidFill>
                <a:latin typeface="微软雅黑" panose="020B0503020204020204" charset="-122"/>
              </a:rPr>
              <a:t>设计：观察队首 K 个候选，仅在候选集合内计算 KeepScore。</a:t>
            </a:r>
            <a:endParaRPr sz="120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0480" y="607695"/>
            <a:ext cx="9792335" cy="5455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共享感知驱逐算法：二阶段 KeepScore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60755" y="1324102"/>
            <a:ext cx="9921240" cy="438912"/>
          </a:xfrm>
          <a:prstGeom prst="roundRect">
            <a:avLst/>
          </a:prstGeom>
          <a:solidFill>
            <a:srgbClr val="F5F8FC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600" b="1">
                <a:solidFill>
                  <a:srgbClr val="083258"/>
                </a:solidFill>
                <a:latin typeface="微软雅黑" panose="020B0503020204020204" charset="-122"/>
              </a:rPr>
              <a:t>保留价值 = 热度 + 共享度 + 复用历史 + 前缀位置价值 + 重算代价 + 分叉价值</a:t>
            </a:r>
            <a:endParaRPr sz="16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60755" y="2211070"/>
            <a:ext cx="28803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第一阶段：LRU 粗筛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沿用 vLLM free queue，从队首观察 K 个最可能被淘汰的候选。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270883" y="2211070"/>
            <a:ext cx="28803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第二阶段：价值评分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只对候选 block 计算 KeepScore，选择分数最低者作为真正驱逐对象。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581011" y="2211070"/>
            <a:ext cx="288036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开销控制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1120" b="0">
                <a:solidFill>
                  <a:srgbClr val="18283C"/>
                </a:solidFill>
                <a:latin typeface="微软雅黑" panose="020B0503020204020204" charset="-122"/>
              </a:rPr>
              <a:t>不做全局排序；只在需要分配新 block 时触发；配置可关闭回退。</a:t>
            </a:r>
            <a:endParaRPr sz="11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755" y="3948430"/>
          <a:ext cx="99212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178040"/>
              </a:tblGrid>
              <a:tr h="33147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特征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更倾向保留的 block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Heat / Reuse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近期常被命中、历史命中次数高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Share / Branch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被多个请求共享，或支撑多个后续分叉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PrefixPos / RecomputeCost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位于前缀靠前位置，驱逐后重算代价大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4580" y="1115695"/>
            <a:ext cx="10259695" cy="4886325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共享感知驱逐算法：二阶段 KeepScore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000" b="1">
                <a:solidFill>
                  <a:srgbClr val="083258"/>
                </a:solidFill>
                <a:latin typeface="微软雅黑" panose="020B0503020204020204" charset="-122"/>
              </a:rPr>
              <a:t>NOW：当前进展与下一步</a:t>
            </a:r>
            <a:endParaRPr sz="30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把调研、可行性报告和初步实验融入当前阶段汇报</a:t>
            </a:r>
            <a:endParaRPr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 wrap="square"/>
          <a:lstStyle/>
          <a:p>
            <a:pPr algn="ctr"/>
            <a:r>
              <a:rPr sz="2200" b="1">
                <a:solidFill>
                  <a:srgbClr val="083258"/>
                </a:solidFill>
                <a:latin typeface="微软雅黑" panose="020B0503020204020204" charset="-122"/>
              </a:rPr>
              <a:t>04</a:t>
            </a:r>
            <a:endParaRPr sz="22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当前进展：从调研到可运行链路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60120" y="1097280"/>
          <a:ext cx="9921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4343400"/>
                <a:gridCol w="4069080"/>
              </a:tblGrid>
              <a:tr h="57607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方向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已完成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下一步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调研与报告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可行性报告、vLLM/llama.cpp 对比、vLLM KVCache 源码分析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补充 benchmark 方法和阶段总结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环境与基线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Qwen/Qwen3.5-2B offline + online serving 跑通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标准 vLLM bench serve / throughput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源码准备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vLLM v0.19.0 overlay、patch 工作流、核心文件边界明确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接入 side table 与事件日志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验证工具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offline/online batch、prefix reuse、log summarizer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on/off、并发、上下文长度与质量评测矩阵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60120" y="4434840"/>
            <a:ext cx="9921240" cy="914400"/>
          </a:xfrm>
          <a:prstGeom prst="roundRect">
            <a:avLst/>
          </a:prstGeom>
          <a:solidFill>
            <a:srgbClr val="E8F1F9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80" b="0">
                <a:solidFill>
                  <a:srgbClr val="18283C"/>
                </a:solidFill>
                <a:latin typeface="微软雅黑" panose="020B0503020204020204" charset="-122"/>
              </a:rPr>
              <a:t>• 当前已完成生命周期 KVCache 的观测口径、实验工具链、源码 overlay 和元数据设计准备。</a:t>
            </a:r>
            <a:endParaRPr sz="128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80" b="0">
                <a:solidFill>
                  <a:srgbClr val="18283C"/>
                </a:solidFill>
                <a:latin typeface="微软雅黑" panose="020B0503020204020204" charset="-122"/>
              </a:rPr>
              <a:t>• 下一步将在上述边界内接入事件日志与候选评分策略，并通过对照测试验证效果。</a:t>
            </a:r>
            <a:endParaRPr sz="128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30">
                <a:solidFill>
                  <a:srgbClr val="18283C"/>
                </a:solidFill>
                <a:latin typeface="微软雅黑" panose="020B0503020204020204" charset="-122"/>
              </a:rPr>
              <a:t>• 源码修改准备：已确定 BlockPool / KVCacheManager / metrics 为首批接入点，后续以可开关 patch 方式推进。</a:t>
            </a:r>
            <a:endParaRPr sz="123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测试验证工具链：已经形成闭环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4405" y="1262380"/>
            <a:ext cx="1508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Config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880" b="0">
                <a:solidFill>
                  <a:srgbClr val="18283C"/>
                </a:solidFill>
                <a:latin typeface="微软雅黑" panose="020B0503020204020204" charset="-122"/>
              </a:rPr>
              <a:t>模型/负载/开关</a:t>
            </a:r>
            <a:endParaRPr sz="8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2463165" y="1655572"/>
            <a:ext cx="365759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874645" y="1270000"/>
            <a:ext cx="1508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AA2734"/>
                </a:solidFill>
                <a:latin typeface="微软雅黑" panose="020B0503020204020204" charset="-122"/>
              </a:rPr>
              <a:t>Serve</a:t>
            </a:r>
            <a:endParaRPr sz="1320" b="1">
              <a:solidFill>
                <a:srgbClr val="AA2734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880" b="0">
                <a:solidFill>
                  <a:srgbClr val="18283C"/>
                </a:solidFill>
                <a:latin typeface="微软雅黑" panose="020B0503020204020204" charset="-122"/>
              </a:rPr>
              <a:t>vLLM API 服务</a:t>
            </a:r>
            <a:endParaRPr sz="8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4429125" y="1655572"/>
            <a:ext cx="365760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63465" y="1262380"/>
            <a:ext cx="1508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FFC617"/>
                </a:solidFill>
                <a:latin typeface="微软雅黑" panose="020B0503020204020204" charset="-122"/>
              </a:rPr>
              <a:t>Run</a:t>
            </a:r>
            <a:endParaRPr sz="1320" b="1">
              <a:solidFill>
                <a:srgbClr val="FFC617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880" b="0">
                <a:solidFill>
                  <a:srgbClr val="18283C"/>
                </a:solidFill>
                <a:latin typeface="微软雅黑" panose="020B0503020204020204" charset="-122"/>
              </a:rPr>
              <a:t>批量请求</a:t>
            </a:r>
            <a:endParaRPr sz="8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6395085" y="1655572"/>
            <a:ext cx="365759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40854" y="1262380"/>
            <a:ext cx="1508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1E6096"/>
                </a:solidFill>
                <a:latin typeface="微软雅黑" panose="020B0503020204020204" charset="-122"/>
              </a:rPr>
              <a:t>Collect</a:t>
            </a:r>
            <a:endParaRPr sz="1320" b="1">
              <a:solidFill>
                <a:srgbClr val="1E6096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880" b="0">
                <a:solidFill>
                  <a:srgbClr val="18283C"/>
                </a:solidFill>
                <a:latin typeface="微软雅黑" panose="020B0503020204020204" charset="-122"/>
              </a:rPr>
              <a:t>metrics/raw/log</a:t>
            </a:r>
            <a:endParaRPr sz="8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8361044" y="1655572"/>
            <a:ext cx="365760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772525" y="1262380"/>
            <a:ext cx="15087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tlCol="0" anchor="t"/>
          <a:lstStyle/>
          <a:p>
            <a:pPr algn="l"/>
            <a:r>
              <a:rPr sz="1320" b="1">
                <a:solidFill>
                  <a:srgbClr val="083258"/>
                </a:solidFill>
                <a:latin typeface="微软雅黑" panose="020B0503020204020204" charset="-122"/>
              </a:rPr>
              <a:t>Summarize</a:t>
            </a:r>
            <a:endParaRPr sz="1320" b="1">
              <a:solidFill>
                <a:srgbClr val="083258"/>
              </a:solidFill>
              <a:latin typeface="微软雅黑" panose="020B0503020204020204" charset="-122"/>
            </a:endParaRPr>
          </a:p>
          <a:p>
            <a:pPr>
              <a:spcBef>
                <a:spcPts val="200"/>
              </a:spcBef>
            </a:pPr>
            <a:r>
              <a:rPr sz="880" b="0">
                <a:solidFill>
                  <a:srgbClr val="18283C"/>
                </a:solidFill>
                <a:latin typeface="微软雅黑" panose="020B0503020204020204" charset="-122"/>
              </a:rPr>
              <a:t>结果摘要</a:t>
            </a:r>
            <a:endParaRPr sz="88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54405" y="2542540"/>
          <a:ext cx="9921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7947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工具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作用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输出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offline / online batch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验证模型加载、服务请求、延迟和 token 指标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env / config / raw_outputs / metrics / summary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reuse smoke / medium / soak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构造共享前缀负载，观察 prefix cache 行为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hit、KV usage、吞吐日志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summarize_vllm_log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抽取 vLLM server log 中的关键字段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enable_prefix_caching、hit rate、throughput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954405" y="4828540"/>
            <a:ext cx="9921240" cy="777240"/>
          </a:xfrm>
          <a:prstGeom prst="roundRect">
            <a:avLst/>
          </a:prstGeom>
          <a:solidFill>
            <a:srgbClr val="FFF7E0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20" b="0">
                <a:solidFill>
                  <a:srgbClr val="18283C"/>
                </a:solidFill>
                <a:latin typeface="微软雅黑" panose="020B0503020204020204" charset="-122"/>
              </a:rPr>
              <a:t>• Qwen3.5-2B 初步实验确认 prefix caching 可开启、共享前缀可观察到命中、结果目录可复查。</a:t>
            </a:r>
            <a:endParaRPr sz="122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20" b="0">
                <a:solidFill>
                  <a:srgbClr val="18283C"/>
                </a:solidFill>
                <a:latin typeface="微软雅黑" panose="020B0503020204020204" charset="-122"/>
              </a:rPr>
              <a:t>• 这部分用于证明验证能力和工具链，并作为后续 benchmark 的前置验证。</a:t>
            </a:r>
            <a:endParaRPr sz="12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1">
                <a:solidFill>
                  <a:srgbClr val="083258"/>
                </a:solidFill>
                <a:latin typeface="微软雅黑" panose="020B0503020204020204" charset="-122"/>
              </a:rPr>
              <a:t>后续计划：实现、评测、汇报材料同步推进</a:t>
            </a:r>
            <a:endParaRPr sz="2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60755" y="1338707"/>
          <a:ext cx="9921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94560"/>
                <a:gridCol w="3063240"/>
                <a:gridCol w="283464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评测线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分工方向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关键指标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rPr>
                        <a:t>负载设计</a:t>
                      </a:r>
                      <a:endParaRPr sz="1600" b="1">
                        <a:solidFill>
                          <a:srgbClr val="FFFFFF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08325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基础服务性能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vLLM benchmark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TTFT、TPOT、E2E latency、throughput、GPU memory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不同输入/输出长度、并发数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KVCache 复用收益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/ RAG / multiturn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prefix hit、saved prefill tokens、lookup overhead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共享 prompt、RAG 文档、多轮历史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质量与压缩检查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优化后质量护栏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准确率/一致性、显存节省、质量下降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8283C"/>
                          </a:solidFill>
                          <a:latin typeface="微软雅黑" panose="020B0503020204020204" charset="-122"/>
                        </a:rPr>
                        <a:t>长上下文问答、代码生成、推理任务</a:t>
                      </a:r>
                      <a:endParaRPr sz="1200" b="0">
                        <a:solidFill>
                          <a:srgbClr val="18283C"/>
                        </a:solidFill>
                        <a:latin typeface="微软雅黑" panose="020B0503020204020204" charset="-122"/>
                      </a:endParaRP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60755" y="3734435"/>
            <a:ext cx="438912" cy="347472"/>
          </a:xfrm>
          <a:prstGeom prst="roundRect">
            <a:avLst/>
          </a:prstGeom>
          <a:solidFill>
            <a:srgbClr val="AA2734"/>
          </a:solidFill>
          <a:ln>
            <a:solidFill>
              <a:srgbClr val="AA27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A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463675" y="3642995"/>
            <a:ext cx="17830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920" b="0">
                <a:solidFill>
                  <a:srgbClr val="18283C"/>
                </a:solidFill>
                <a:latin typeface="微软雅黑" panose="020B0503020204020204" charset="-122"/>
              </a:rPr>
              <a:t>观测层：事件日志 + side table</a:t>
            </a:r>
            <a:endParaRPr sz="9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3246755" y="3899027"/>
            <a:ext cx="20116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5355" y="3734435"/>
            <a:ext cx="438912" cy="347472"/>
          </a:xfrm>
          <a:prstGeom prst="roundRect">
            <a:avLst/>
          </a:prstGeom>
          <a:solidFill>
            <a:srgbClr val="AA2734"/>
          </a:solidFill>
          <a:ln>
            <a:solidFill>
              <a:srgbClr val="AA27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B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78274" y="3642995"/>
            <a:ext cx="17830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920" b="0">
                <a:solidFill>
                  <a:srgbClr val="18283C"/>
                </a:solidFill>
                <a:latin typeface="微软雅黑" panose="020B0503020204020204" charset="-122"/>
              </a:rPr>
              <a:t>策略层：KeepScore 候选驱逐</a:t>
            </a:r>
            <a:endParaRPr sz="9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5761355" y="3899027"/>
            <a:ext cx="20116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989955" y="3734435"/>
            <a:ext cx="438912" cy="347472"/>
          </a:xfrm>
          <a:prstGeom prst="roundRect">
            <a:avLst/>
          </a:prstGeom>
          <a:solidFill>
            <a:srgbClr val="1E6096"/>
          </a:solidFill>
          <a:ln>
            <a:solidFill>
              <a:srgbClr val="1E6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C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92875" y="3642995"/>
            <a:ext cx="17830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920" b="0">
                <a:solidFill>
                  <a:srgbClr val="18283C"/>
                </a:solidFill>
                <a:latin typeface="微软雅黑" panose="020B0503020204020204" charset="-122"/>
              </a:rPr>
              <a:t>对照测试：on/off + 并发/长度压力</a:t>
            </a:r>
            <a:endParaRPr sz="9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8275955" y="3899027"/>
            <a:ext cx="201168" cy="0"/>
          </a:xfrm>
          <a:prstGeom prst="line">
            <a:avLst/>
          </a:prstGeom>
          <a:ln w="15875">
            <a:solidFill>
              <a:srgbClr val="1E60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4555" y="3734435"/>
            <a:ext cx="438912" cy="347472"/>
          </a:xfrm>
          <a:prstGeom prst="roundRect">
            <a:avLst/>
          </a:prstGeom>
          <a:solidFill>
            <a:srgbClr val="1E6096"/>
          </a:solidFill>
          <a:ln>
            <a:solidFill>
              <a:srgbClr val="1E6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charset="-122"/>
              </a:rPr>
              <a:t>D</a:t>
            </a:r>
            <a:endParaRPr sz="1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007475" y="3642995"/>
            <a:ext cx="1783080" cy="530352"/>
          </a:xfrm>
          <a:prstGeom prst="roundRect">
            <a:avLst/>
          </a:prstGeom>
          <a:solidFill>
            <a:srgbClr val="FFFFFF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584" tIns="54864" rIns="82296" rtlCol="0" anchor="ctr"/>
          <a:lstStyle/>
          <a:p>
            <a:pPr algn="ctr"/>
            <a:r>
              <a:rPr sz="920" b="0">
                <a:solidFill>
                  <a:srgbClr val="18283C"/>
                </a:solidFill>
                <a:latin typeface="微软雅黑" panose="020B0503020204020204" charset="-122"/>
              </a:rPr>
              <a:t>图表与报告：整理展示材料</a:t>
            </a:r>
            <a:endParaRPr sz="9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60755" y="4785995"/>
            <a:ext cx="9921240" cy="777240"/>
          </a:xfrm>
          <a:prstGeom prst="roundRect">
            <a:avLst/>
          </a:prstGeom>
          <a:solidFill>
            <a:srgbClr val="FCECEE"/>
          </a:solidFill>
          <a:ln>
            <a:solidFill>
              <a:srgbClr val="CDD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Ins="109728" bIns="54864" rtlCol="0" anchor="t"/>
          <a:lstStyle/>
          <a:p>
            <a:pPr algn="l">
              <a:spcAft>
                <a:spcPts val="300"/>
              </a:spcAft>
            </a:pPr>
            <a:r>
              <a:rPr sz="1220" b="0">
                <a:solidFill>
                  <a:srgbClr val="18283C"/>
                </a:solidFill>
                <a:latin typeface="微软雅黑" panose="020B0503020204020204" charset="-122"/>
              </a:rPr>
              <a:t>• 难点：收益必须通过对照证明来自生命周期策略，而不是测试负载本身容易命中。</a:t>
            </a:r>
            <a:endParaRPr sz="1220" b="0">
              <a:solidFill>
                <a:srgbClr val="18283C"/>
              </a:solidFill>
              <a:latin typeface="微软雅黑" panose="020B0503020204020204" charset="-122"/>
            </a:endParaRPr>
          </a:p>
          <a:p>
            <a:pPr>
              <a:spcAft>
                <a:spcPts val="300"/>
              </a:spcAft>
            </a:pPr>
            <a:r>
              <a:rPr sz="1220" b="0">
                <a:solidFill>
                  <a:srgbClr val="18283C"/>
                </a:solidFill>
                <a:latin typeface="微软雅黑" panose="020B0503020204020204" charset="-122"/>
              </a:rPr>
              <a:t>• 应对：同一负载做 prefix on/off、共享/随机/RAG/多轮场景、并发和上下文压力对照。</a:t>
            </a:r>
            <a:endParaRPr sz="1220" b="0">
              <a:solidFill>
                <a:srgbClr val="18283C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3400" b="1">
                <a:solidFill>
                  <a:srgbClr val="083258"/>
                </a:solidFill>
                <a:latin typeface="微软雅黑" panose="020B0503020204020204" charset="-122"/>
              </a:rPr>
              <a:t>谢谢！</a:t>
            </a:r>
            <a:endParaRPr sz="3400" b="1">
              <a:solidFill>
                <a:srgbClr val="083258"/>
              </a:solidFill>
              <a:latin typeface="微软雅黑" panose="020B0503020204020204" charset="-122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400" b="0">
                <a:solidFill>
                  <a:srgbClr val="5E7088"/>
                </a:solidFill>
                <a:latin typeface="微软雅黑" panose="020B0503020204020204" charset="-122"/>
              </a:rPr>
              <a:t>KVFabric：从可运行 vLLM 基线，到可解释的 KVCache 生命周期原型</a:t>
            </a:r>
            <a:endParaRPr sz="1400" b="0">
              <a:solidFill>
                <a:srgbClr val="5E7088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teach05">
      <a:dk1>
        <a:srgbClr val="323F4F"/>
      </a:dk1>
      <a:lt1>
        <a:sysClr val="window" lastClr="FFFFFF"/>
      </a:lt1>
      <a:dk2>
        <a:srgbClr val="44546A"/>
      </a:dk2>
      <a:lt2>
        <a:srgbClr val="E7E6E6"/>
      </a:lt2>
      <a:accent1>
        <a:srgbClr val="123B64"/>
      </a:accent1>
      <a:accent2>
        <a:srgbClr val="3798EC"/>
      </a:accent2>
      <a:accent3>
        <a:srgbClr val="FFCB0E"/>
      </a:accent3>
      <a:accent4>
        <a:srgbClr val="D7244E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ach">
      <a:majorFont>
        <a:latin typeface="Candara"/>
        <a:ea typeface="微软雅黑"/>
        <a:cs typeface=""/>
      </a:majorFont>
      <a:minorFont>
        <a:latin typeface="Candara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4326</Words>
  <Application>WPS 演示</Application>
  <PresentationFormat>宽屏</PresentationFormat>
  <Paragraphs>371</Paragraphs>
  <Slides>22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Arial</vt:lpstr>
      <vt:lpstr>宋体</vt:lpstr>
      <vt:lpstr>Wingdings</vt:lpstr>
      <vt:lpstr>微软雅黑</vt:lpstr>
      <vt:lpstr>Candara</vt:lpstr>
      <vt:lpstr>Arial Unicode MS</vt:lpstr>
      <vt:lpstr>等线</vt:lpstr>
      <vt:lpstr>Office 主题​​</vt:lpstr>
      <vt:lpstr>KVFabric：面向 LLM 推理服务的
KV Cache 生命周期管理</vt:lpstr>
      <vt:lpstr>PowerPoint 演示文稿</vt:lpstr>
      <vt:lpstr>WHAT：项目对象与目标</vt:lpstr>
      <vt:lpstr>背景原理：LLM 推理中的 KVCache</vt:lpstr>
      <vt:lpstr>项目定位：把 KV block 当作生命周期对象</vt:lpstr>
      <vt:lpstr>WHY：研究意义与问题挑战</vt:lpstr>
      <vt:lpstr>为什么 KVCache 会成为瓶颈</vt:lpstr>
      <vt:lpstr>现有机制的基础与不足</vt:lpstr>
      <vt:lpstr>核心挑战：分配、复用、驱逐强耦合</vt:lpstr>
      <vt:lpstr>HOW：技术路线与算法设计</vt:lpstr>
      <vt:lpstr>总体架构：vLLM 原型到 KVFabric Runtime</vt:lpstr>
      <vt:lpstr>vLLM 中的最小改造边界</vt:lpstr>
      <vt:lpstr>Prefix Caching 原理与边界</vt:lpstr>
      <vt:lpstr>关键实现依据：源码边界与设计落点</vt:lpstr>
      <vt:lpstr>生命周期状态机与元数据设计</vt:lpstr>
      <vt:lpstr>共享感知驱逐算法：二阶段 KeepScore</vt:lpstr>
      <vt:lpstr>共享感知驱逐算法：二阶段 KeepScore</vt:lpstr>
      <vt:lpstr>NOW：当前进展与下一步</vt:lpstr>
      <vt:lpstr>当前进展：从调研到可运行链路</vt:lpstr>
      <vt:lpstr>测试验证工具链：已经形成闭环</vt:lpstr>
      <vt:lpstr>后续计划：实现、评测、汇报材料同步推进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KVFabric 中期汇报</dc:title>
  <dc:creator>KVFabric Team</dc:creator>
  <dc:description>Revised for balanced report rhythm: background, principles, algorithm design, progress, fewer source-code-heavy pages.</dc:description>
  <dc:subject>面向 LLM 推理服务的 KV Cache 生命周期管理</dc:subject>
  <cp:lastModifiedBy>梦之秋云</cp:lastModifiedBy>
  <cp:revision>54</cp:revision>
  <dcterms:created xsi:type="dcterms:W3CDTF">2019-09-10T12:31:00Z</dcterms:created>
  <dcterms:modified xsi:type="dcterms:W3CDTF">2026-04-27T07:34:13Z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BBEF4AECC4B14711814669490DF19338_12</vt:lpwstr>
  </property>
</Properties>
</file>