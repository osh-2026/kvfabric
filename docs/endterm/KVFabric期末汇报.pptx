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1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59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69.svg" ContentType="image/svg+xml"/>
  <Override PartName="/ppt/media/image171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79.svg" ContentType="image/svg+xml"/>
  <Override PartName="/ppt/media/image180.svg" ContentType="image/svg+xml"/>
  <Override PartName="/ppt/media/image182.svg" ContentType="image/svg+xml"/>
  <Override PartName="/ppt/media/image184.svg" ContentType="image/svg+xml"/>
  <Override PartName="/ppt/media/image186.svg" ContentType="image/svg+xml"/>
  <Override PartName="/ppt/media/image188.svg" ContentType="image/svg+xml"/>
  <Override PartName="/ppt/media/image19.svg" ContentType="image/svg+xml"/>
  <Override PartName="/ppt/media/image190.svg" ContentType="image/svg+xml"/>
  <Override PartName="/ppt/media/image192.svg" ContentType="image/svg+xml"/>
  <Override PartName="/ppt/media/image194.svg" ContentType="image/svg+xml"/>
  <Override PartName="/ppt/media/image196.svg" ContentType="image/svg+xml"/>
  <Override PartName="/ppt/media/image197.svg" ContentType="image/svg+xml"/>
  <Override PartName="/ppt/media/image199.svg" ContentType="image/svg+xml"/>
  <Override PartName="/ppt/media/image201.svg" ContentType="image/svg+xml"/>
  <Override PartName="/ppt/media/image202.svg" ContentType="image/svg+xml"/>
  <Override PartName="/ppt/media/image204.svg" ContentType="image/svg+xml"/>
  <Override PartName="/ppt/media/image205.svg" ContentType="image/svg+xml"/>
  <Override PartName="/ppt/media/image207.svg" ContentType="image/svg+xml"/>
  <Override PartName="/ppt/media/image208.svg" ContentType="image/svg+xml"/>
  <Override PartName="/ppt/media/image21.svg" ContentType="image/svg+xml"/>
  <Override PartName="/ppt/media/image210.svg" ContentType="image/svg+xml"/>
  <Override PartName="/ppt/media/image211.svg" ContentType="image/svg+xml"/>
  <Override PartName="/ppt/media/image213.svg" ContentType="image/svg+xml"/>
  <Override PartName="/ppt/media/image215.svg" ContentType="image/svg+xml"/>
  <Override PartName="/ppt/media/image217.svg" ContentType="image/svg+xml"/>
  <Override PartName="/ppt/media/image219.svg" ContentType="image/svg+xml"/>
  <Override PartName="/ppt/media/image221.svg" ContentType="image/svg+xml"/>
  <Override PartName="/ppt/media/image223.svg" ContentType="image/svg+xml"/>
  <Override PartName="/ppt/media/image225.svg" ContentType="image/svg+xml"/>
  <Override PartName="/ppt/media/image227.svg" ContentType="image/svg+xml"/>
  <Override PartName="/ppt/media/image229.svg" ContentType="image/svg+xml"/>
  <Override PartName="/ppt/media/image23.svg" ContentType="image/svg+xml"/>
  <Override PartName="/ppt/media/image231.svg" ContentType="image/svg+xml"/>
  <Override PartName="/ppt/media/image233.svg" ContentType="image/svg+xml"/>
  <Override PartName="/ppt/media/image235.svg" ContentType="image/svg+xml"/>
  <Override PartName="/ppt/media/image237.svg" ContentType="image/svg+xml"/>
  <Override PartName="/ppt/media/image239.svg" ContentType="image/svg+xml"/>
  <Override PartName="/ppt/media/image240.svg" ContentType="image/svg+xml"/>
  <Override PartName="/ppt/media/image242.svg" ContentType="image/svg+xml"/>
  <Override PartName="/ppt/media/image244.svg" ContentType="image/svg+xml"/>
  <Override PartName="/ppt/media/image246.svg" ContentType="image/svg+xml"/>
  <Override PartName="/ppt/media/image247.svg" ContentType="image/svg+xml"/>
  <Override PartName="/ppt/media/image249.svg" ContentType="image/svg+xml"/>
  <Override PartName="/ppt/media/image25.svg" ContentType="image/svg+xml"/>
  <Override PartName="/ppt/media/image251.svg" ContentType="image/svg+xml"/>
  <Override PartName="/ppt/media/image253.svg" ContentType="image/svg+xml"/>
  <Override PartName="/ppt/media/image255.svg" ContentType="image/svg+xml"/>
  <Override PartName="/ppt/media/image257.svg" ContentType="image/svg+xml"/>
  <Override PartName="/ppt/media/image258.svg" ContentType="image/svg+xml"/>
  <Override PartName="/ppt/media/image259.svg" ContentType="image/svg+xml"/>
  <Override PartName="/ppt/media/image260.svg" ContentType="image/svg+xml"/>
  <Override PartName="/ppt/media/image262.svg" ContentType="image/svg+xml"/>
  <Override PartName="/ppt/media/image264.svg" ContentType="image/svg+xml"/>
  <Override PartName="/ppt/media/image265.svg" ContentType="image/svg+xml"/>
  <Override PartName="/ppt/media/image267.svg" ContentType="image/svg+xml"/>
  <Override PartName="/ppt/media/image269.svg" ContentType="image/svg+xml"/>
  <Override PartName="/ppt/media/image27.svg" ContentType="image/svg+xml"/>
  <Override PartName="/ppt/media/image271.svg" ContentType="image/svg+xml"/>
  <Override PartName="/ppt/media/image272.svg" ContentType="image/svg+xml"/>
  <Override PartName="/ppt/media/image274.svg" ContentType="image/svg+xml"/>
  <Override PartName="/ppt/media/image275.svg" ContentType="image/svg+xml"/>
  <Override PartName="/ppt/media/image277.svg" ContentType="image/svg+xml"/>
  <Override PartName="/ppt/media/image279.svg" ContentType="image/svg+xml"/>
  <Override PartName="/ppt/media/image281.svg" ContentType="image/svg+xml"/>
  <Override PartName="/ppt/media/image282.svg" ContentType="image/svg+xml"/>
  <Override PartName="/ppt/media/image284.svg" ContentType="image/svg+xml"/>
  <Override PartName="/ppt/media/image286.svg" ContentType="image/svg+xml"/>
  <Override PartName="/ppt/media/image288.svg" ContentType="image/svg+xml"/>
  <Override PartName="/ppt/media/image29.svg" ContentType="image/svg+xml"/>
  <Override PartName="/ppt/media/image290.svg" ContentType="image/svg+xml"/>
  <Override PartName="/ppt/media/image291.svg" ContentType="image/svg+xml"/>
  <Override PartName="/ppt/media/image293.svg" ContentType="image/svg+xml"/>
  <Override PartName="/ppt/media/image295.svg" ContentType="image/svg+xml"/>
  <Override PartName="/ppt/media/image297.svg" ContentType="image/svg+xml"/>
  <Override PartName="/ppt/media/image298.svg" ContentType="image/svg+xml"/>
  <Override PartName="/ppt/media/image300.svg" ContentType="image/svg+xml"/>
  <Override PartName="/ppt/media/image302.svg" ContentType="image/svg+xml"/>
  <Override PartName="/ppt/media/image304.svg" ContentType="image/svg+xml"/>
  <Override PartName="/ppt/media/image306.svg" ContentType="image/svg+xml"/>
  <Override PartName="/ppt/media/image307.svg" ContentType="image/svg+xml"/>
  <Override PartName="/ppt/media/image309.svg" ContentType="image/svg+xml"/>
  <Override PartName="/ppt/media/image31.svg" ContentType="image/svg+xml"/>
  <Override PartName="/ppt/media/image311.svg" ContentType="image/svg+xml"/>
  <Override PartName="/ppt/media/image313.svg" ContentType="image/svg+xml"/>
  <Override PartName="/ppt/media/image314.svg" ContentType="image/svg+xml"/>
  <Override PartName="/ppt/media/image315.svg" ContentType="image/svg+xml"/>
  <Override PartName="/ppt/media/image317.svg" ContentType="image/svg+xml"/>
  <Override PartName="/ppt/media/image319.svg" ContentType="image/svg+xml"/>
  <Override PartName="/ppt/media/image320.svg" ContentType="image/svg+xml"/>
  <Override PartName="/ppt/media/image322.svg" ContentType="image/svg+xml"/>
  <Override PartName="/ppt/media/image324.svg" ContentType="image/svg+xml"/>
  <Override PartName="/ppt/media/image326.svg" ContentType="image/svg+xml"/>
  <Override PartName="/ppt/media/image328.svg" ContentType="image/svg+xml"/>
  <Override PartName="/ppt/media/image329.svg" ContentType="image/svg+xml"/>
  <Override PartName="/ppt/media/image33.svg" ContentType="image/svg+xml"/>
  <Override PartName="/ppt/media/image331.svg" ContentType="image/svg+xml"/>
  <Override PartName="/ppt/media/image333.svg" ContentType="image/svg+xml"/>
  <Override PartName="/ppt/media/image335.svg" ContentType="image/svg+xml"/>
  <Override PartName="/ppt/media/image337.svg" ContentType="image/svg+xml"/>
  <Override PartName="/ppt/media/image339.svg" ContentType="image/svg+xml"/>
  <Override PartName="/ppt/media/image341.svg" ContentType="image/svg+xml"/>
  <Override PartName="/ppt/media/image343.svg" ContentType="image/svg+xml"/>
  <Override PartName="/ppt/media/image345.svg" ContentType="image/svg+xml"/>
  <Override PartName="/ppt/media/image347.svg" ContentType="image/svg+xml"/>
  <Override PartName="/ppt/media/image349.svg" ContentType="image/svg+xml"/>
  <Override PartName="/ppt/media/image35.svg" ContentType="image/svg+xml"/>
  <Override PartName="/ppt/media/image351.svg" ContentType="image/svg+xml"/>
  <Override PartName="/ppt/media/image353.svg" ContentType="image/svg+xml"/>
  <Override PartName="/ppt/media/image355.svg" ContentType="image/svg+xml"/>
  <Override PartName="/ppt/media/image357.svg" ContentType="image/svg+xml"/>
  <Override PartName="/ppt/media/image359.svg" ContentType="image/svg+xml"/>
  <Override PartName="/ppt/media/image361.svg" ContentType="image/svg+xml"/>
  <Override PartName="/ppt/media/image363.svg" ContentType="image/svg+xml"/>
  <Override PartName="/ppt/media/image365.svg" ContentType="image/svg+xml"/>
  <Override PartName="/ppt/media/image367.svg" ContentType="image/svg+xml"/>
  <Override PartName="/ppt/media/image369.svg" ContentType="image/svg+xml"/>
  <Override PartName="/ppt/media/image37.svg" ContentType="image/svg+xml"/>
  <Override PartName="/ppt/media/image371.svg" ContentType="image/svg+xml"/>
  <Override PartName="/ppt/media/image373.svg" ContentType="image/svg+xml"/>
  <Override PartName="/ppt/media/image375.svg" ContentType="image/svg+xml"/>
  <Override PartName="/ppt/media/image377.svg" ContentType="image/svg+xml"/>
  <Override PartName="/ppt/media/image379.svg" ContentType="image/svg+xml"/>
  <Override PartName="/ppt/media/image381.svg" ContentType="image/svg+xml"/>
  <Override PartName="/ppt/media/image383.svg" ContentType="image/svg+xml"/>
  <Override PartName="/ppt/media/image385.svg" ContentType="image/svg+xml"/>
  <Override PartName="/ppt/media/image387.svg" ContentType="image/svg+xml"/>
  <Override PartName="/ppt/media/image389.svg" ContentType="image/svg+xml"/>
  <Override PartName="/ppt/media/image39.svg" ContentType="image/svg+xml"/>
  <Override PartName="/ppt/media/image391.svg" ContentType="image/svg+xml"/>
  <Override PartName="/ppt/media/image393.svg" ContentType="image/svg+xml"/>
  <Override PartName="/ppt/media/image395.svg" ContentType="image/svg+xml"/>
  <Override PartName="/ppt/media/image397.svg" ContentType="image/svg+xml"/>
  <Override PartName="/ppt/media/image399.svg" ContentType="image/svg+xml"/>
  <Override PartName="/ppt/media/image401.svg" ContentType="image/svg+xml"/>
  <Override PartName="/ppt/media/image403.svg" ContentType="image/svg+xml"/>
  <Override PartName="/ppt/media/image405.svg" ContentType="image/svg+xml"/>
  <Override PartName="/ppt/media/image407.svg" ContentType="image/svg+xml"/>
  <Override PartName="/ppt/media/image409.svg" ContentType="image/svg+xml"/>
  <Override PartName="/ppt/media/image41.svg" ContentType="image/svg+xml"/>
  <Override PartName="/ppt/media/image411.svg" ContentType="image/svg+xml"/>
  <Override PartName="/ppt/media/image413.svg" ContentType="image/svg+xml"/>
  <Override PartName="/ppt/media/image415.svg" ContentType="image/svg+xml"/>
  <Override PartName="/ppt/media/image417.svg" ContentType="image/svg+xml"/>
  <Override PartName="/ppt/media/image419.svg" ContentType="image/svg+xml"/>
  <Override PartName="/ppt/media/image425.svg" ContentType="image/svg+xml"/>
  <Override PartName="/ppt/media/image427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3" r:id="rId5"/>
    <p:sldId id="275" r:id="rId6"/>
    <p:sldId id="272" r:id="rId7"/>
    <p:sldId id="278" r:id="rId8"/>
    <p:sldId id="285" r:id="rId9"/>
    <p:sldId id="288" r:id="rId10"/>
    <p:sldId id="280" r:id="rId11"/>
    <p:sldId id="282" r:id="rId12"/>
    <p:sldId id="308" r:id="rId13"/>
    <p:sldId id="298" r:id="rId14"/>
    <p:sldId id="311" r:id="rId15"/>
    <p:sldId id="310" r:id="rId16"/>
    <p:sldId id="314" r:id="rId17"/>
    <p:sldId id="292" r:id="rId18"/>
    <p:sldId id="315" r:id="rId19"/>
    <p:sldId id="313" r:id="rId20"/>
    <p:sldId id="312" r:id="rId21"/>
    <p:sldId id="316" r:id="rId22"/>
    <p:sldId id="318" r:id="rId23"/>
    <p:sldId id="317" r:id="rId24"/>
    <p:sldId id="319" r:id="rId25"/>
    <p:sldId id="294" r:id="rId26"/>
    <p:sldId id="296" r:id="rId27"/>
    <p:sldId id="297" r:id="rId28"/>
    <p:sldId id="309" r:id="rId29"/>
    <p:sldId id="327" r:id="rId30"/>
    <p:sldId id="328" r:id="rId31"/>
    <p:sldId id="329" r:id="rId32"/>
    <p:sldId id="330" r:id="rId33"/>
    <p:sldId id="331" r:id="rId34"/>
    <p:sldId id="332" r:id="rId35"/>
    <p:sldId id="320" r:id="rId36"/>
    <p:sldId id="274" r:id="rId37"/>
    <p:sldId id="333" r:id="rId38"/>
    <p:sldId id="300" r:id="rId39"/>
    <p:sldId id="323" r:id="rId40"/>
    <p:sldId id="301" r:id="rId41"/>
    <p:sldId id="321" r:id="rId42"/>
    <p:sldId id="322" r:id="rId43"/>
    <p:sldId id="324" r:id="rId44"/>
    <p:sldId id="334" r:id="rId45"/>
    <p:sldId id="299" r:id="rId46"/>
    <p:sldId id="303" r:id="rId47"/>
    <p:sldId id="305" r:id="rId48"/>
    <p:sldId id="306" r:id="rId49"/>
    <p:sldId id="307" r:id="rId50"/>
    <p:sldId id="335" r:id="rId51"/>
    <p:sldId id="336" r:id="rId52"/>
    <p:sldId id="337" r:id="rId53"/>
    <p:sldId id="338" r:id="rId54"/>
    <p:sldId id="339" r:id="rId55"/>
    <p:sldId id="340" r:id="rId56"/>
    <p:sldId id="265" r:id="rId57"/>
    <p:sldId id="326" r:id="rId58"/>
    <p:sldId id="341" r:id="rId59"/>
    <p:sldId id="270" r:id="rId60"/>
    <p:sldId id="302" r:id="rId61"/>
    <p:sldId id="325" r:id="rId62"/>
    <p:sldId id="342" r:id="rId63"/>
    <p:sldId id="343" r:id="rId64"/>
    <p:sldId id="344" r:id="rId65"/>
    <p:sldId id="345" r:id="rId66"/>
    <p:sldId id="276" r:id="rId67"/>
    <p:sldId id="277" r:id="rId68"/>
    <p:sldId id="346" r:id="rId69"/>
    <p:sldId id="279" r:id="rId70"/>
    <p:sldId id="347" r:id="rId71"/>
    <p:sldId id="281" r:id="rId72"/>
    <p:sldId id="348" r:id="rId73"/>
    <p:sldId id="283" r:id="rId74"/>
    <p:sldId id="284" r:id="rId75"/>
    <p:sldId id="349" r:id="rId76"/>
    <p:sldId id="286" r:id="rId77"/>
    <p:sldId id="287" r:id="rId78"/>
    <p:sldId id="350" r:id="rId79"/>
    <p:sldId id="289" r:id="rId80"/>
    <p:sldId id="290" r:id="rId81"/>
    <p:sldId id="291" r:id="rId82"/>
    <p:sldId id="351" r:id="rId83"/>
    <p:sldId id="293" r:id="rId84"/>
    <p:sldId id="352" r:id="rId85"/>
    <p:sldId id="295" r:id="rId86"/>
    <p:sldId id="353" r:id="rId87"/>
    <p:sldId id="354" r:id="rId88"/>
    <p:sldId id="355" r:id="rId89"/>
    <p:sldId id="356" r:id="rId90"/>
    <p:sldId id="357" r:id="rId91"/>
    <p:sldId id="358" r:id="rId92"/>
    <p:sldId id="359" r:id="rId93"/>
    <p:sldId id="360" r:id="rId94"/>
    <p:sldId id="304" r:id="rId95"/>
    <p:sldId id="361" r:id="rId9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88" autoAdjust="0"/>
    <p:restoredTop sz="94534" autoAdjust="0"/>
  </p:normalViewPr>
  <p:slideViewPr>
    <p:cSldViewPr snapToGrid="0">
      <p:cViewPr>
        <p:scale>
          <a:sx n="100" d="100"/>
          <a:sy n="100" d="100"/>
        </p:scale>
        <p:origin x="2068" y="1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tableStyles" Target="tableStyles.xml"/><Relationship Id="rId98" Type="http://schemas.openxmlformats.org/officeDocument/2006/relationships/viewProps" Target="viewProps.xml"/><Relationship Id="rId97" Type="http://schemas.openxmlformats.org/officeDocument/2006/relationships/presProps" Target="presProps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指标数量</c:v>
                </c:pt>
              </c:strCache>
            </c:strRef>
          </c:tx>
          <c:spPr>
            <a:solidFill>
              <a:scrgbClr r="61" g="16827" b="83880">
                <a:alpha val="100000"/>
              </a:scrgbClr>
            </a:solidFill>
            <a:ln>
              <a:solidFill>
                <a:scrgbClr r="61" g="16827" b="83880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rgbClr r="61" g="16827" b="83880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rgbClr r="96469" g="5613" b="59720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rgbClr r="13014" g="5448" b="97345">
                  <a:alpha val="100000"/>
                </a:scrgbClr>
              </a:solidFill>
              <a:ln>
                <a:noFill/>
              </a:ln>
              <a:effectLst/>
            </c:spPr>
          </c:dPt>
          <c:dLbls>
            <c:numFmt formatCode="0&quot;项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2217" g="2217" b="2217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性能类</c:v>
                </c:pt>
                <c:pt idx="1">
                  <c:v>缓存类</c:v>
                </c:pt>
                <c:pt idx="2">
                  <c:v>资源类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00"/>
        <c:axId val="279868064"/>
        <c:axId val="695419277"/>
      </c:barChart>
      <c:catAx>
        <c:axId val="27986806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695419277"/>
        <c:crosses val="autoZero"/>
        <c:auto val="1"/>
        <c:lblAlgn val="ctr"/>
        <c:lblOffset val="100"/>
        <c:noMultiLvlLbl val="0"/>
      </c:catAx>
      <c:valAx>
        <c:axId val="695419277"/>
        <c:scaling>
          <c:orientation val="minMax"/>
          <c:max val="10"/>
        </c:scaling>
        <c:delete val="0"/>
        <c:axPos val="l"/>
        <c:majorGridlines>
          <c:spPr>
            <a:ln w="12700" cap="flat" cmpd="sng" algn="ctr">
              <a:solidFill>
                <a:scrgbClr r="66539" g="69387" b="74540">
                  <a:alpha val="100000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279868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70467a1-ad4f-4db3-be97-58fd6de5a56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 w="28575" cap="rnd">
              <a:solidFill>
                <a:scrgbClr r="61" g="16827" b="83880">
                  <a:alpha val="100000"/>
                </a:scrgbClr>
              </a:solidFill>
              <a:prstDash val="solid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2217" g="2217" b="2217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prefix_lookup</c:v>
                </c:pt>
                <c:pt idx="1">
                  <c:v>block_allocated</c:v>
                </c:pt>
                <c:pt idx="2">
                  <c:v>block_sealed</c:v>
                </c:pt>
                <c:pt idx="3">
                  <c:v>block_touched</c:v>
                </c:pt>
                <c:pt idx="4">
                  <c:v>ref_count_changed</c:v>
                </c:pt>
                <c:pt idx="5">
                  <c:v>block_evicted</c:v>
                </c:pt>
                <c:pt idx="6">
                  <c:v>rebuilt_from_eviction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smooth val="1"/>
        </c:ser>
        <c:dLbls>
          <c:showLegendKey val="0"/>
          <c:showVal val="0"/>
          <c:showCatName val="1"/>
          <c:showSerName val="0"/>
          <c:showPercent val="0"/>
          <c:showBubbleSize val="1"/>
        </c:dLbls>
        <c:marker val="0"/>
        <c:smooth val="1"/>
        <c:axId val="122612143"/>
        <c:axId val="776514355"/>
      </c:lineChart>
      <c:catAx>
        <c:axId val="12261214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776514355"/>
        <c:crosses val="autoZero"/>
        <c:auto val="1"/>
        <c:lblAlgn val="ctr"/>
        <c:lblOffset val="100"/>
        <c:noMultiLvlLbl val="0"/>
      </c:catAx>
      <c:valAx>
        <c:axId val="776514355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rgbClr r="66539" g="69387" b="74540">
                  <a:alpha val="100000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122612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4f30120-a3ae-473d-881e-45331a59487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rebuilt-from-eviction blocks</c:v>
                </c:pt>
              </c:strCache>
            </c:strRef>
          </c:tx>
          <c:spPr>
            <a:solidFill>
              <a:scrgbClr r="61" g="16827" b="83880">
                <a:alpha val="100000"/>
              </a:scrgbClr>
            </a:solidFill>
            <a:ln>
              <a:solidFill>
                <a:scrgbClr r="61" g="16827" b="83880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rgbClr r="77582" g="42869" b="1850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rgbClr r="1161" g="55834" b="9084">
                  <a:alpha val="100000"/>
                </a:scrgb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2217" g="2217" b="2217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LRU</c:v>
                </c:pt>
                <c:pt idx="1">
                  <c:v>family_protect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prefix hit tokens</c:v>
                </c:pt>
              </c:strCache>
            </c:strRef>
          </c:tx>
          <c:spPr>
            <a:solidFill>
              <a:scrgbClr r="96469" g="5613" b="59720">
                <a:alpha val="100000"/>
              </a:scrgbClr>
            </a:solidFill>
            <a:ln>
              <a:solidFill>
                <a:scrgbClr r="96469" g="5613" b="59720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rgbClr r="61" g="16827" b="83880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rgbClr r="3820" g="9759" b="96469">
                  <a:alpha val="100000"/>
                </a:scrgb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2217" g="2217" b="2217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LRU</c:v>
                </c:pt>
                <c:pt idx="1">
                  <c:v>family_protect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7680</c:v>
                </c:pt>
                <c:pt idx="1">
                  <c:v>8432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709169678"/>
        <c:axId val="441183719"/>
      </c:barChart>
      <c:catAx>
        <c:axId val="709169678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41183719"/>
        <c:crosses val="autoZero"/>
        <c:auto val="1"/>
        <c:lblAlgn val="ctr"/>
        <c:lblOffset val="100"/>
        <c:noMultiLvlLbl val="0"/>
      </c:catAx>
      <c:valAx>
        <c:axId val="441183719"/>
        <c:scaling>
          <c:orientation val="minMax"/>
          <c:max val="9000"/>
        </c:scaling>
        <c:delete val="0"/>
        <c:axPos val="b"/>
        <c:majorGridlines>
          <c:spPr>
            <a:ln w="12700" cap="flat" cmpd="sng" algn="ctr">
              <a:solidFill>
                <a:scrgbClr r="66539" g="69387" b="74540">
                  <a:alpha val="100000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70916967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rgbClr r="19462" g="19462" b="19462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95e18eb-9203-4f39-876a-faaf68308d5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AC749-4FB1-4504-8A01-4799D4DFEF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61872" y="4800600"/>
            <a:ext cx="9418320" cy="522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" name="组合 7"/>
          <p:cNvGrpSpPr/>
          <p:nvPr userDrawn="1"/>
        </p:nvGrpSpPr>
        <p:grpSpPr>
          <a:xfrm>
            <a:off x="1344485" y="5505422"/>
            <a:ext cx="1764691" cy="297909"/>
            <a:chOff x="8729725" y="4570716"/>
            <a:chExt cx="2830513" cy="477838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9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1872" y="758952"/>
            <a:ext cx="9418320" cy="11562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61872" y="2042160"/>
            <a:ext cx="9418320" cy="44500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>
              <a:buFont typeface="Wingdings" panose="05000000000000000000" pitchFamily="2" charset="2"/>
              <a:buChar char="n"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86" y="948906"/>
            <a:ext cx="9746088" cy="742416"/>
          </a:xfrm>
          <a:prstGeom prst="rect">
            <a:avLst/>
          </a:prstGeom>
        </p:spPr>
        <p:txBody>
          <a:bodyPr anchor="b"/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2386" y="1828800"/>
            <a:ext cx="9746088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>
              <a:lnSpc>
                <a:spcPct val="120000"/>
              </a:lnSpc>
              <a:buFont typeface="微软雅黑" panose="020B0503020204020204" pitchFamily="34" charset="-122"/>
              <a:buChar char="▪"/>
              <a:defRPr sz="3600"/>
            </a:lvl1pPr>
            <a:lvl2pPr marL="541655" indent="-266700">
              <a:lnSpc>
                <a:spcPct val="120000"/>
              </a:lnSpc>
              <a:buFont typeface="微软雅黑" panose="020B0503020204020204" pitchFamily="34" charset="-122"/>
              <a:buChar char="▫"/>
              <a:defRPr sz="3200"/>
            </a:lvl2pPr>
            <a:lvl3pPr marL="805180" indent="-25717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3pPr>
            <a:lvl4pPr marL="1075055" indent="-252730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4pPr>
            <a:lvl5pPr marL="1346200" indent="-24955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503148"/>
            <a:ext cx="207034" cy="118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822325" y="503149"/>
            <a:ext cx="9745413" cy="40481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86" y="948906"/>
            <a:ext cx="9746088" cy="742416"/>
          </a:xfrm>
          <a:prstGeom prst="rect">
            <a:avLst/>
          </a:prstGeom>
        </p:spPr>
        <p:txBody>
          <a:bodyPr anchor="b"/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2386" y="1828800"/>
            <a:ext cx="9746088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>
              <a:lnSpc>
                <a:spcPct val="120000"/>
              </a:lnSpc>
              <a:buFont typeface="微软雅黑" panose="020B0503020204020204" pitchFamily="34" charset="-122"/>
              <a:buChar char="▪"/>
              <a:defRPr sz="3600"/>
            </a:lvl1pPr>
            <a:lvl2pPr marL="541655" indent="-266700">
              <a:lnSpc>
                <a:spcPct val="120000"/>
              </a:lnSpc>
              <a:buFont typeface="微软雅黑" panose="020B0503020204020204" pitchFamily="34" charset="-122"/>
              <a:buChar char="▫"/>
              <a:defRPr sz="3200"/>
            </a:lvl2pPr>
            <a:lvl3pPr marL="805180" indent="-25717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3pPr>
            <a:lvl4pPr marL="1075055" indent="-252730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4pPr>
            <a:lvl5pPr marL="1346200" indent="-24955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503148"/>
            <a:ext cx="207034" cy="118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023292"/>
            <a:ext cx="12192000" cy="834708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171" y="6023295"/>
            <a:ext cx="9982200" cy="83470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02329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1" Type="http://schemas.openxmlformats.org/officeDocument/2006/relationships/notesSlide" Target="../notesSlides/notesSlide30.xml"/><Relationship Id="rId50" Type="http://schemas.openxmlformats.org/officeDocument/2006/relationships/slideLayout" Target="../slideLayouts/slideLayout3.xml"/><Relationship Id="rId5" Type="http://schemas.openxmlformats.org/officeDocument/2006/relationships/tags" Target="../tags/tag13.xml"/><Relationship Id="rId49" Type="http://schemas.openxmlformats.org/officeDocument/2006/relationships/tags" Target="../tags/tag57.xml"/><Relationship Id="rId48" Type="http://schemas.openxmlformats.org/officeDocument/2006/relationships/tags" Target="../tags/tag56.xml"/><Relationship Id="rId47" Type="http://schemas.openxmlformats.org/officeDocument/2006/relationships/tags" Target="../tags/tag55.xml"/><Relationship Id="rId46" Type="http://schemas.openxmlformats.org/officeDocument/2006/relationships/tags" Target="../tags/tag54.xml"/><Relationship Id="rId45" Type="http://schemas.openxmlformats.org/officeDocument/2006/relationships/tags" Target="../tags/tag53.xml"/><Relationship Id="rId44" Type="http://schemas.openxmlformats.org/officeDocument/2006/relationships/tags" Target="../tags/tag52.xml"/><Relationship Id="rId43" Type="http://schemas.openxmlformats.org/officeDocument/2006/relationships/tags" Target="../tags/tag51.xml"/><Relationship Id="rId42" Type="http://schemas.openxmlformats.org/officeDocument/2006/relationships/tags" Target="../tags/tag50.xml"/><Relationship Id="rId41" Type="http://schemas.openxmlformats.org/officeDocument/2006/relationships/tags" Target="../tags/tag49.xml"/><Relationship Id="rId40" Type="http://schemas.openxmlformats.org/officeDocument/2006/relationships/tags" Target="../tags/tag48.xml"/><Relationship Id="rId4" Type="http://schemas.openxmlformats.org/officeDocument/2006/relationships/tags" Target="../tags/tag12.xml"/><Relationship Id="rId39" Type="http://schemas.openxmlformats.org/officeDocument/2006/relationships/tags" Target="../tags/tag47.xml"/><Relationship Id="rId38" Type="http://schemas.openxmlformats.org/officeDocument/2006/relationships/tags" Target="../tags/tag46.xml"/><Relationship Id="rId37" Type="http://schemas.openxmlformats.org/officeDocument/2006/relationships/tags" Target="../tags/tag45.xml"/><Relationship Id="rId36" Type="http://schemas.openxmlformats.org/officeDocument/2006/relationships/tags" Target="../tags/tag44.xml"/><Relationship Id="rId35" Type="http://schemas.openxmlformats.org/officeDocument/2006/relationships/tags" Target="../tags/tag43.xml"/><Relationship Id="rId34" Type="http://schemas.openxmlformats.org/officeDocument/2006/relationships/tags" Target="../tags/tag42.xml"/><Relationship Id="rId33" Type="http://schemas.openxmlformats.org/officeDocument/2006/relationships/tags" Target="../tags/tag41.xml"/><Relationship Id="rId32" Type="http://schemas.openxmlformats.org/officeDocument/2006/relationships/tags" Target="../tags/tag40.xml"/><Relationship Id="rId31" Type="http://schemas.openxmlformats.org/officeDocument/2006/relationships/tags" Target="../tags/tag39.xml"/><Relationship Id="rId30" Type="http://schemas.openxmlformats.org/officeDocument/2006/relationships/tags" Target="../tags/tag38.xml"/><Relationship Id="rId3" Type="http://schemas.openxmlformats.org/officeDocument/2006/relationships/tags" Target="../tags/tag11.xml"/><Relationship Id="rId29" Type="http://schemas.openxmlformats.org/officeDocument/2006/relationships/tags" Target="../tags/tag37.xml"/><Relationship Id="rId28" Type="http://schemas.openxmlformats.org/officeDocument/2006/relationships/tags" Target="../tags/tag36.xml"/><Relationship Id="rId27" Type="http://schemas.openxmlformats.org/officeDocument/2006/relationships/tags" Target="../tags/tag35.xml"/><Relationship Id="rId26" Type="http://schemas.openxmlformats.org/officeDocument/2006/relationships/tags" Target="../tags/tag34.xml"/><Relationship Id="rId25" Type="http://schemas.openxmlformats.org/officeDocument/2006/relationships/tags" Target="../tags/tag33.xml"/><Relationship Id="rId24" Type="http://schemas.openxmlformats.org/officeDocument/2006/relationships/tags" Target="../tags/tag32.xml"/><Relationship Id="rId23" Type="http://schemas.openxmlformats.org/officeDocument/2006/relationships/tags" Target="../tags/tag31.xml"/><Relationship Id="rId22" Type="http://schemas.openxmlformats.org/officeDocument/2006/relationships/tags" Target="../tags/tag30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3" Type="http://schemas.openxmlformats.org/officeDocument/2006/relationships/notesSlide" Target="../notesSlides/notesSlide32.xml"/><Relationship Id="rId42" Type="http://schemas.openxmlformats.org/officeDocument/2006/relationships/slideLayout" Target="../slideLayouts/slideLayout3.xml"/><Relationship Id="rId41" Type="http://schemas.openxmlformats.org/officeDocument/2006/relationships/tags" Target="../tags/tag89.xml"/><Relationship Id="rId40" Type="http://schemas.openxmlformats.org/officeDocument/2006/relationships/tags" Target="../tags/tag88.xml"/><Relationship Id="rId4" Type="http://schemas.openxmlformats.org/officeDocument/2006/relationships/tags" Target="../tags/tag60.xml"/><Relationship Id="rId39" Type="http://schemas.openxmlformats.org/officeDocument/2006/relationships/image" Target="../media/image25.svg"/><Relationship Id="rId38" Type="http://schemas.openxmlformats.org/officeDocument/2006/relationships/image" Target="../media/image24.png"/><Relationship Id="rId37" Type="http://schemas.openxmlformats.org/officeDocument/2006/relationships/tags" Target="../tags/tag87.xml"/><Relationship Id="rId36" Type="http://schemas.openxmlformats.org/officeDocument/2006/relationships/tags" Target="../tags/tag86.xml"/><Relationship Id="rId35" Type="http://schemas.openxmlformats.org/officeDocument/2006/relationships/tags" Target="../tags/tag85.xml"/><Relationship Id="rId34" Type="http://schemas.openxmlformats.org/officeDocument/2006/relationships/tags" Target="../tags/tag84.xml"/><Relationship Id="rId33" Type="http://schemas.openxmlformats.org/officeDocument/2006/relationships/tags" Target="../tags/tag83.xml"/><Relationship Id="rId32" Type="http://schemas.openxmlformats.org/officeDocument/2006/relationships/image" Target="../media/image23.svg"/><Relationship Id="rId31" Type="http://schemas.openxmlformats.org/officeDocument/2006/relationships/image" Target="../media/image22.png"/><Relationship Id="rId30" Type="http://schemas.openxmlformats.org/officeDocument/2006/relationships/tags" Target="../tags/tag82.xml"/><Relationship Id="rId3" Type="http://schemas.openxmlformats.org/officeDocument/2006/relationships/tags" Target="../tags/tag59.xml"/><Relationship Id="rId29" Type="http://schemas.openxmlformats.org/officeDocument/2006/relationships/tags" Target="../tags/tag81.xml"/><Relationship Id="rId28" Type="http://schemas.openxmlformats.org/officeDocument/2006/relationships/tags" Target="../tags/tag80.xml"/><Relationship Id="rId27" Type="http://schemas.openxmlformats.org/officeDocument/2006/relationships/tags" Target="../tags/tag79.xml"/><Relationship Id="rId26" Type="http://schemas.openxmlformats.org/officeDocument/2006/relationships/tags" Target="../tags/tag78.xml"/><Relationship Id="rId25" Type="http://schemas.openxmlformats.org/officeDocument/2006/relationships/image" Target="../media/image21.svg"/><Relationship Id="rId24" Type="http://schemas.openxmlformats.org/officeDocument/2006/relationships/image" Target="../media/image20.png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58.xml"/><Relationship Id="rId19" Type="http://schemas.openxmlformats.org/officeDocument/2006/relationships/tags" Target="../tags/tag73.xml"/><Relationship Id="rId18" Type="http://schemas.openxmlformats.org/officeDocument/2006/relationships/image" Target="../media/image19.svg"/><Relationship Id="rId17" Type="http://schemas.openxmlformats.org/officeDocument/2006/relationships/image" Target="../media/image18.png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chart" Target="../charts/chart1.xml"/></Relationships>
</file>

<file path=ppt/slides/_rels/slide33.xml.rels><?xml version="1.0" encoding="UTF-8" standalone="yes"?>
<Relationships xmlns="http://schemas.openxmlformats.org/package/2006/relationships"><Relationship Id="rId99" Type="http://schemas.openxmlformats.org/officeDocument/2006/relationships/tags" Target="../tags/tag160.xml"/><Relationship Id="rId98" Type="http://schemas.openxmlformats.org/officeDocument/2006/relationships/tags" Target="../tags/tag159.xml"/><Relationship Id="rId97" Type="http://schemas.openxmlformats.org/officeDocument/2006/relationships/image" Target="../media/image53.svg"/><Relationship Id="rId96" Type="http://schemas.openxmlformats.org/officeDocument/2006/relationships/image" Target="../media/image52.png"/><Relationship Id="rId95" Type="http://schemas.openxmlformats.org/officeDocument/2006/relationships/tags" Target="../tags/tag158.xml"/><Relationship Id="rId94" Type="http://schemas.openxmlformats.org/officeDocument/2006/relationships/tags" Target="../tags/tag157.xml"/><Relationship Id="rId93" Type="http://schemas.openxmlformats.org/officeDocument/2006/relationships/tags" Target="../tags/tag156.xml"/><Relationship Id="rId92" Type="http://schemas.openxmlformats.org/officeDocument/2006/relationships/tags" Target="../tags/tag155.xml"/><Relationship Id="rId91" Type="http://schemas.openxmlformats.org/officeDocument/2006/relationships/tags" Target="../tags/tag154.xml"/><Relationship Id="rId90" Type="http://schemas.openxmlformats.org/officeDocument/2006/relationships/image" Target="../media/image51.svg"/><Relationship Id="rId9" Type="http://schemas.openxmlformats.org/officeDocument/2006/relationships/tags" Target="../tags/tag96.xml"/><Relationship Id="rId89" Type="http://schemas.openxmlformats.org/officeDocument/2006/relationships/image" Target="../media/image50.png"/><Relationship Id="rId88" Type="http://schemas.openxmlformats.org/officeDocument/2006/relationships/tags" Target="../tags/tag153.xml"/><Relationship Id="rId87" Type="http://schemas.openxmlformats.org/officeDocument/2006/relationships/tags" Target="../tags/tag152.xml"/><Relationship Id="rId86" Type="http://schemas.openxmlformats.org/officeDocument/2006/relationships/tags" Target="../tags/tag151.xml"/><Relationship Id="rId85" Type="http://schemas.openxmlformats.org/officeDocument/2006/relationships/tags" Target="../tags/tag150.xml"/><Relationship Id="rId84" Type="http://schemas.openxmlformats.org/officeDocument/2006/relationships/tags" Target="../tags/tag149.xml"/><Relationship Id="rId83" Type="http://schemas.openxmlformats.org/officeDocument/2006/relationships/image" Target="../media/image49.svg"/><Relationship Id="rId82" Type="http://schemas.openxmlformats.org/officeDocument/2006/relationships/image" Target="../media/image48.png"/><Relationship Id="rId81" Type="http://schemas.openxmlformats.org/officeDocument/2006/relationships/tags" Target="../tags/tag148.xml"/><Relationship Id="rId80" Type="http://schemas.openxmlformats.org/officeDocument/2006/relationships/tags" Target="../tags/tag147.xml"/><Relationship Id="rId8" Type="http://schemas.openxmlformats.org/officeDocument/2006/relationships/tags" Target="../tags/tag95.xml"/><Relationship Id="rId79" Type="http://schemas.openxmlformats.org/officeDocument/2006/relationships/tags" Target="../tags/tag146.xml"/><Relationship Id="rId78" Type="http://schemas.openxmlformats.org/officeDocument/2006/relationships/tags" Target="../tags/tag145.xml"/><Relationship Id="rId77" Type="http://schemas.openxmlformats.org/officeDocument/2006/relationships/tags" Target="../tags/tag144.xml"/><Relationship Id="rId76" Type="http://schemas.openxmlformats.org/officeDocument/2006/relationships/image" Target="../media/image47.svg"/><Relationship Id="rId75" Type="http://schemas.openxmlformats.org/officeDocument/2006/relationships/image" Target="../media/image46.png"/><Relationship Id="rId74" Type="http://schemas.openxmlformats.org/officeDocument/2006/relationships/tags" Target="../tags/tag143.xml"/><Relationship Id="rId73" Type="http://schemas.openxmlformats.org/officeDocument/2006/relationships/tags" Target="../tags/tag142.xml"/><Relationship Id="rId72" Type="http://schemas.openxmlformats.org/officeDocument/2006/relationships/tags" Target="../tags/tag141.xml"/><Relationship Id="rId71" Type="http://schemas.openxmlformats.org/officeDocument/2006/relationships/tags" Target="../tags/tag140.xml"/><Relationship Id="rId70" Type="http://schemas.openxmlformats.org/officeDocument/2006/relationships/tags" Target="../tags/tag139.xml"/><Relationship Id="rId7" Type="http://schemas.openxmlformats.org/officeDocument/2006/relationships/tags" Target="../tags/tag94.xml"/><Relationship Id="rId69" Type="http://schemas.openxmlformats.org/officeDocument/2006/relationships/image" Target="../media/image45.svg"/><Relationship Id="rId68" Type="http://schemas.openxmlformats.org/officeDocument/2006/relationships/image" Target="../media/image44.png"/><Relationship Id="rId67" Type="http://schemas.openxmlformats.org/officeDocument/2006/relationships/tags" Target="../tags/tag138.xml"/><Relationship Id="rId66" Type="http://schemas.openxmlformats.org/officeDocument/2006/relationships/tags" Target="../tags/tag137.xml"/><Relationship Id="rId65" Type="http://schemas.openxmlformats.org/officeDocument/2006/relationships/tags" Target="../tags/tag136.xml"/><Relationship Id="rId64" Type="http://schemas.openxmlformats.org/officeDocument/2006/relationships/tags" Target="../tags/tag135.xml"/><Relationship Id="rId63" Type="http://schemas.openxmlformats.org/officeDocument/2006/relationships/tags" Target="../tags/tag134.xml"/><Relationship Id="rId62" Type="http://schemas.openxmlformats.org/officeDocument/2006/relationships/image" Target="../media/image43.svg"/><Relationship Id="rId61" Type="http://schemas.openxmlformats.org/officeDocument/2006/relationships/image" Target="../media/image42.png"/><Relationship Id="rId60" Type="http://schemas.openxmlformats.org/officeDocument/2006/relationships/tags" Target="../tags/tag133.xml"/><Relationship Id="rId6" Type="http://schemas.openxmlformats.org/officeDocument/2006/relationships/image" Target="../media/image27.svg"/><Relationship Id="rId59" Type="http://schemas.openxmlformats.org/officeDocument/2006/relationships/tags" Target="../tags/tag132.xml"/><Relationship Id="rId58" Type="http://schemas.openxmlformats.org/officeDocument/2006/relationships/tags" Target="../tags/tag131.xml"/><Relationship Id="rId57" Type="http://schemas.openxmlformats.org/officeDocument/2006/relationships/tags" Target="../tags/tag130.xml"/><Relationship Id="rId56" Type="http://schemas.openxmlformats.org/officeDocument/2006/relationships/tags" Target="../tags/tag129.xml"/><Relationship Id="rId55" Type="http://schemas.openxmlformats.org/officeDocument/2006/relationships/image" Target="../media/image41.svg"/><Relationship Id="rId54" Type="http://schemas.openxmlformats.org/officeDocument/2006/relationships/image" Target="../media/image40.png"/><Relationship Id="rId53" Type="http://schemas.openxmlformats.org/officeDocument/2006/relationships/tags" Target="../tags/tag128.xml"/><Relationship Id="rId52" Type="http://schemas.openxmlformats.org/officeDocument/2006/relationships/tags" Target="../tags/tag127.xml"/><Relationship Id="rId51" Type="http://schemas.openxmlformats.org/officeDocument/2006/relationships/tags" Target="../tags/tag126.xml"/><Relationship Id="rId50" Type="http://schemas.openxmlformats.org/officeDocument/2006/relationships/tags" Target="../tags/tag125.xml"/><Relationship Id="rId5" Type="http://schemas.openxmlformats.org/officeDocument/2006/relationships/image" Target="../media/image26.png"/><Relationship Id="rId49" Type="http://schemas.openxmlformats.org/officeDocument/2006/relationships/tags" Target="../tags/tag124.xml"/><Relationship Id="rId48" Type="http://schemas.openxmlformats.org/officeDocument/2006/relationships/image" Target="../media/image39.svg"/><Relationship Id="rId47" Type="http://schemas.openxmlformats.org/officeDocument/2006/relationships/image" Target="../media/image38.png"/><Relationship Id="rId46" Type="http://schemas.openxmlformats.org/officeDocument/2006/relationships/tags" Target="../tags/tag123.xml"/><Relationship Id="rId45" Type="http://schemas.openxmlformats.org/officeDocument/2006/relationships/tags" Target="../tags/tag122.xml"/><Relationship Id="rId44" Type="http://schemas.openxmlformats.org/officeDocument/2006/relationships/tags" Target="../tags/tag121.xml"/><Relationship Id="rId43" Type="http://schemas.openxmlformats.org/officeDocument/2006/relationships/tags" Target="../tags/tag120.xml"/><Relationship Id="rId42" Type="http://schemas.openxmlformats.org/officeDocument/2006/relationships/tags" Target="../tags/tag119.xml"/><Relationship Id="rId41" Type="http://schemas.openxmlformats.org/officeDocument/2006/relationships/image" Target="../media/image37.svg"/><Relationship Id="rId40" Type="http://schemas.openxmlformats.org/officeDocument/2006/relationships/image" Target="../media/image36.png"/><Relationship Id="rId4" Type="http://schemas.openxmlformats.org/officeDocument/2006/relationships/tags" Target="../tags/tag93.xml"/><Relationship Id="rId39" Type="http://schemas.openxmlformats.org/officeDocument/2006/relationships/tags" Target="../tags/tag118.xml"/><Relationship Id="rId38" Type="http://schemas.openxmlformats.org/officeDocument/2006/relationships/tags" Target="../tags/tag117.xml"/><Relationship Id="rId37" Type="http://schemas.openxmlformats.org/officeDocument/2006/relationships/tags" Target="../tags/tag116.xml"/><Relationship Id="rId36" Type="http://schemas.openxmlformats.org/officeDocument/2006/relationships/tags" Target="../tags/tag115.xml"/><Relationship Id="rId35" Type="http://schemas.openxmlformats.org/officeDocument/2006/relationships/tags" Target="../tags/tag114.xml"/><Relationship Id="rId34" Type="http://schemas.openxmlformats.org/officeDocument/2006/relationships/image" Target="../media/image35.svg"/><Relationship Id="rId33" Type="http://schemas.openxmlformats.org/officeDocument/2006/relationships/image" Target="../media/image34.png"/><Relationship Id="rId32" Type="http://schemas.openxmlformats.org/officeDocument/2006/relationships/tags" Target="../tags/tag113.xml"/><Relationship Id="rId31" Type="http://schemas.openxmlformats.org/officeDocument/2006/relationships/tags" Target="../tags/tag112.xml"/><Relationship Id="rId30" Type="http://schemas.openxmlformats.org/officeDocument/2006/relationships/tags" Target="../tags/tag111.xml"/><Relationship Id="rId3" Type="http://schemas.openxmlformats.org/officeDocument/2006/relationships/tags" Target="../tags/tag92.xml"/><Relationship Id="rId29" Type="http://schemas.openxmlformats.org/officeDocument/2006/relationships/tags" Target="../tags/tag110.xml"/><Relationship Id="rId28" Type="http://schemas.openxmlformats.org/officeDocument/2006/relationships/tags" Target="../tags/tag109.xml"/><Relationship Id="rId27" Type="http://schemas.openxmlformats.org/officeDocument/2006/relationships/image" Target="../media/image33.svg"/><Relationship Id="rId26" Type="http://schemas.openxmlformats.org/officeDocument/2006/relationships/image" Target="../media/image32.png"/><Relationship Id="rId25" Type="http://schemas.openxmlformats.org/officeDocument/2006/relationships/tags" Target="../tags/tag108.xml"/><Relationship Id="rId24" Type="http://schemas.openxmlformats.org/officeDocument/2006/relationships/tags" Target="../tags/tag107.xml"/><Relationship Id="rId23" Type="http://schemas.openxmlformats.org/officeDocument/2006/relationships/tags" Target="../tags/tag106.xml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image" Target="../media/image31.svg"/><Relationship Id="rId2" Type="http://schemas.openxmlformats.org/officeDocument/2006/relationships/tags" Target="../tags/tag91.xml"/><Relationship Id="rId19" Type="http://schemas.openxmlformats.org/officeDocument/2006/relationships/image" Target="../media/image30.png"/><Relationship Id="rId18" Type="http://schemas.openxmlformats.org/officeDocument/2006/relationships/tags" Target="../tags/tag103.xml"/><Relationship Id="rId171" Type="http://schemas.openxmlformats.org/officeDocument/2006/relationships/notesSlide" Target="../notesSlides/notesSlide33.xml"/><Relationship Id="rId170" Type="http://schemas.openxmlformats.org/officeDocument/2006/relationships/slideLayout" Target="../slideLayouts/slideLayout7.xml"/><Relationship Id="rId17" Type="http://schemas.openxmlformats.org/officeDocument/2006/relationships/tags" Target="../tags/tag102.xml"/><Relationship Id="rId169" Type="http://schemas.openxmlformats.org/officeDocument/2006/relationships/tags" Target="../tags/tag210.xml"/><Relationship Id="rId168" Type="http://schemas.openxmlformats.org/officeDocument/2006/relationships/tags" Target="../tags/tag209.xml"/><Relationship Id="rId167" Type="http://schemas.openxmlformats.org/officeDocument/2006/relationships/image" Target="../media/image73.svg"/><Relationship Id="rId166" Type="http://schemas.openxmlformats.org/officeDocument/2006/relationships/image" Target="../media/image72.png"/><Relationship Id="rId165" Type="http://schemas.openxmlformats.org/officeDocument/2006/relationships/tags" Target="../tags/tag208.xml"/><Relationship Id="rId164" Type="http://schemas.openxmlformats.org/officeDocument/2006/relationships/tags" Target="../tags/tag207.xml"/><Relationship Id="rId163" Type="http://schemas.openxmlformats.org/officeDocument/2006/relationships/tags" Target="../tags/tag206.xml"/><Relationship Id="rId162" Type="http://schemas.openxmlformats.org/officeDocument/2006/relationships/tags" Target="../tags/tag205.xml"/><Relationship Id="rId161" Type="http://schemas.openxmlformats.org/officeDocument/2006/relationships/tags" Target="../tags/tag204.xml"/><Relationship Id="rId160" Type="http://schemas.openxmlformats.org/officeDocument/2006/relationships/image" Target="../media/image71.svg"/><Relationship Id="rId16" Type="http://schemas.openxmlformats.org/officeDocument/2006/relationships/tags" Target="../tags/tag101.xml"/><Relationship Id="rId159" Type="http://schemas.openxmlformats.org/officeDocument/2006/relationships/image" Target="../media/image70.png"/><Relationship Id="rId158" Type="http://schemas.openxmlformats.org/officeDocument/2006/relationships/tags" Target="../tags/tag203.xml"/><Relationship Id="rId157" Type="http://schemas.openxmlformats.org/officeDocument/2006/relationships/tags" Target="../tags/tag202.xml"/><Relationship Id="rId156" Type="http://schemas.openxmlformats.org/officeDocument/2006/relationships/tags" Target="../tags/tag201.xml"/><Relationship Id="rId155" Type="http://schemas.openxmlformats.org/officeDocument/2006/relationships/tags" Target="../tags/tag200.xml"/><Relationship Id="rId154" Type="http://schemas.openxmlformats.org/officeDocument/2006/relationships/tags" Target="../tags/tag199.xml"/><Relationship Id="rId153" Type="http://schemas.openxmlformats.org/officeDocument/2006/relationships/image" Target="../media/image69.svg"/><Relationship Id="rId152" Type="http://schemas.openxmlformats.org/officeDocument/2006/relationships/image" Target="../media/image68.png"/><Relationship Id="rId151" Type="http://schemas.openxmlformats.org/officeDocument/2006/relationships/tags" Target="../tags/tag198.xml"/><Relationship Id="rId150" Type="http://schemas.openxmlformats.org/officeDocument/2006/relationships/tags" Target="../tags/tag197.xml"/><Relationship Id="rId15" Type="http://schemas.openxmlformats.org/officeDocument/2006/relationships/tags" Target="../tags/tag100.xml"/><Relationship Id="rId149" Type="http://schemas.openxmlformats.org/officeDocument/2006/relationships/tags" Target="../tags/tag196.xml"/><Relationship Id="rId148" Type="http://schemas.openxmlformats.org/officeDocument/2006/relationships/tags" Target="../tags/tag195.xml"/><Relationship Id="rId147" Type="http://schemas.openxmlformats.org/officeDocument/2006/relationships/tags" Target="../tags/tag194.xml"/><Relationship Id="rId146" Type="http://schemas.openxmlformats.org/officeDocument/2006/relationships/image" Target="../media/image67.svg"/><Relationship Id="rId145" Type="http://schemas.openxmlformats.org/officeDocument/2006/relationships/image" Target="../media/image66.png"/><Relationship Id="rId144" Type="http://schemas.openxmlformats.org/officeDocument/2006/relationships/tags" Target="../tags/tag193.xml"/><Relationship Id="rId143" Type="http://schemas.openxmlformats.org/officeDocument/2006/relationships/tags" Target="../tags/tag192.xml"/><Relationship Id="rId142" Type="http://schemas.openxmlformats.org/officeDocument/2006/relationships/tags" Target="../tags/tag191.xml"/><Relationship Id="rId141" Type="http://schemas.openxmlformats.org/officeDocument/2006/relationships/tags" Target="../tags/tag190.xml"/><Relationship Id="rId140" Type="http://schemas.openxmlformats.org/officeDocument/2006/relationships/tags" Target="../tags/tag189.xml"/><Relationship Id="rId14" Type="http://schemas.openxmlformats.org/officeDocument/2006/relationships/tags" Target="../tags/tag99.xml"/><Relationship Id="rId139" Type="http://schemas.openxmlformats.org/officeDocument/2006/relationships/image" Target="../media/image65.svg"/><Relationship Id="rId138" Type="http://schemas.openxmlformats.org/officeDocument/2006/relationships/image" Target="../media/image64.png"/><Relationship Id="rId137" Type="http://schemas.openxmlformats.org/officeDocument/2006/relationships/tags" Target="../tags/tag188.xml"/><Relationship Id="rId136" Type="http://schemas.openxmlformats.org/officeDocument/2006/relationships/tags" Target="../tags/tag187.xml"/><Relationship Id="rId135" Type="http://schemas.openxmlformats.org/officeDocument/2006/relationships/tags" Target="../tags/tag186.xml"/><Relationship Id="rId134" Type="http://schemas.openxmlformats.org/officeDocument/2006/relationships/tags" Target="../tags/tag185.xml"/><Relationship Id="rId133" Type="http://schemas.openxmlformats.org/officeDocument/2006/relationships/tags" Target="../tags/tag184.xml"/><Relationship Id="rId132" Type="http://schemas.openxmlformats.org/officeDocument/2006/relationships/image" Target="../media/image63.svg"/><Relationship Id="rId131" Type="http://schemas.openxmlformats.org/officeDocument/2006/relationships/image" Target="../media/image62.png"/><Relationship Id="rId130" Type="http://schemas.openxmlformats.org/officeDocument/2006/relationships/tags" Target="../tags/tag183.xml"/><Relationship Id="rId13" Type="http://schemas.openxmlformats.org/officeDocument/2006/relationships/image" Target="../media/image29.svg"/><Relationship Id="rId129" Type="http://schemas.openxmlformats.org/officeDocument/2006/relationships/tags" Target="../tags/tag182.xml"/><Relationship Id="rId128" Type="http://schemas.openxmlformats.org/officeDocument/2006/relationships/tags" Target="../tags/tag181.xml"/><Relationship Id="rId127" Type="http://schemas.openxmlformats.org/officeDocument/2006/relationships/tags" Target="../tags/tag180.xml"/><Relationship Id="rId126" Type="http://schemas.openxmlformats.org/officeDocument/2006/relationships/tags" Target="../tags/tag179.xml"/><Relationship Id="rId125" Type="http://schemas.openxmlformats.org/officeDocument/2006/relationships/image" Target="../media/image61.svg"/><Relationship Id="rId124" Type="http://schemas.openxmlformats.org/officeDocument/2006/relationships/image" Target="../media/image60.png"/><Relationship Id="rId123" Type="http://schemas.openxmlformats.org/officeDocument/2006/relationships/tags" Target="../tags/tag178.xml"/><Relationship Id="rId122" Type="http://schemas.openxmlformats.org/officeDocument/2006/relationships/tags" Target="../tags/tag177.xml"/><Relationship Id="rId121" Type="http://schemas.openxmlformats.org/officeDocument/2006/relationships/tags" Target="../tags/tag176.xml"/><Relationship Id="rId120" Type="http://schemas.openxmlformats.org/officeDocument/2006/relationships/tags" Target="../tags/tag175.xml"/><Relationship Id="rId12" Type="http://schemas.openxmlformats.org/officeDocument/2006/relationships/image" Target="../media/image28.png"/><Relationship Id="rId119" Type="http://schemas.openxmlformats.org/officeDocument/2006/relationships/tags" Target="../tags/tag174.xml"/><Relationship Id="rId118" Type="http://schemas.openxmlformats.org/officeDocument/2006/relationships/image" Target="../media/image59.svg"/><Relationship Id="rId117" Type="http://schemas.openxmlformats.org/officeDocument/2006/relationships/image" Target="../media/image58.png"/><Relationship Id="rId116" Type="http://schemas.openxmlformats.org/officeDocument/2006/relationships/tags" Target="../tags/tag173.xml"/><Relationship Id="rId115" Type="http://schemas.openxmlformats.org/officeDocument/2006/relationships/tags" Target="../tags/tag172.xml"/><Relationship Id="rId114" Type="http://schemas.openxmlformats.org/officeDocument/2006/relationships/tags" Target="../tags/tag171.xml"/><Relationship Id="rId113" Type="http://schemas.openxmlformats.org/officeDocument/2006/relationships/tags" Target="../tags/tag170.xml"/><Relationship Id="rId112" Type="http://schemas.openxmlformats.org/officeDocument/2006/relationships/tags" Target="../tags/tag169.xml"/><Relationship Id="rId111" Type="http://schemas.openxmlformats.org/officeDocument/2006/relationships/image" Target="../media/image57.svg"/><Relationship Id="rId110" Type="http://schemas.openxmlformats.org/officeDocument/2006/relationships/image" Target="../media/image56.png"/><Relationship Id="rId11" Type="http://schemas.openxmlformats.org/officeDocument/2006/relationships/tags" Target="../tags/tag98.xml"/><Relationship Id="rId109" Type="http://schemas.openxmlformats.org/officeDocument/2006/relationships/tags" Target="../tags/tag168.xml"/><Relationship Id="rId108" Type="http://schemas.openxmlformats.org/officeDocument/2006/relationships/tags" Target="../tags/tag167.xml"/><Relationship Id="rId107" Type="http://schemas.openxmlformats.org/officeDocument/2006/relationships/tags" Target="../tags/tag166.xml"/><Relationship Id="rId106" Type="http://schemas.openxmlformats.org/officeDocument/2006/relationships/tags" Target="../tags/tag165.xml"/><Relationship Id="rId105" Type="http://schemas.openxmlformats.org/officeDocument/2006/relationships/tags" Target="../tags/tag164.xml"/><Relationship Id="rId104" Type="http://schemas.openxmlformats.org/officeDocument/2006/relationships/image" Target="../media/image55.svg"/><Relationship Id="rId103" Type="http://schemas.openxmlformats.org/officeDocument/2006/relationships/image" Target="../media/image54.png"/><Relationship Id="rId102" Type="http://schemas.openxmlformats.org/officeDocument/2006/relationships/tags" Target="../tags/tag163.xml"/><Relationship Id="rId101" Type="http://schemas.openxmlformats.org/officeDocument/2006/relationships/tags" Target="../tags/tag162.xml"/><Relationship Id="rId100" Type="http://schemas.openxmlformats.org/officeDocument/2006/relationships/tags" Target="../tags/tag161.xml"/><Relationship Id="rId10" Type="http://schemas.openxmlformats.org/officeDocument/2006/relationships/tags" Target="../tags/tag97.xml"/><Relationship Id="rId1" Type="http://schemas.openxmlformats.org/officeDocument/2006/relationships/tags" Target="../tags/tag90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8" Type="http://schemas.openxmlformats.org/officeDocument/2006/relationships/notesSlide" Target="../notesSlides/notesSlide34.xml"/><Relationship Id="rId67" Type="http://schemas.openxmlformats.org/officeDocument/2006/relationships/slideLayout" Target="../slideLayouts/slideLayout3.xml"/><Relationship Id="rId66" Type="http://schemas.openxmlformats.org/officeDocument/2006/relationships/tags" Target="../tags/tag266.xml"/><Relationship Id="rId65" Type="http://schemas.openxmlformats.org/officeDocument/2006/relationships/tags" Target="../tags/tag265.xml"/><Relationship Id="rId64" Type="http://schemas.openxmlformats.org/officeDocument/2006/relationships/tags" Target="../tags/tag264.xml"/><Relationship Id="rId63" Type="http://schemas.openxmlformats.org/officeDocument/2006/relationships/tags" Target="../tags/tag263.xml"/><Relationship Id="rId62" Type="http://schemas.openxmlformats.org/officeDocument/2006/relationships/tags" Target="../tags/tag262.xml"/><Relationship Id="rId61" Type="http://schemas.openxmlformats.org/officeDocument/2006/relationships/tags" Target="../tags/tag261.xml"/><Relationship Id="rId60" Type="http://schemas.openxmlformats.org/officeDocument/2006/relationships/tags" Target="../tags/tag260.xml"/><Relationship Id="rId6" Type="http://schemas.openxmlformats.org/officeDocument/2006/relationships/image" Target="../media/image75.svg"/><Relationship Id="rId59" Type="http://schemas.openxmlformats.org/officeDocument/2006/relationships/tags" Target="../tags/tag259.xml"/><Relationship Id="rId58" Type="http://schemas.openxmlformats.org/officeDocument/2006/relationships/tags" Target="../tags/tag258.xml"/><Relationship Id="rId57" Type="http://schemas.openxmlformats.org/officeDocument/2006/relationships/image" Target="../media/image83.svg"/><Relationship Id="rId56" Type="http://schemas.openxmlformats.org/officeDocument/2006/relationships/image" Target="../media/image82.png"/><Relationship Id="rId55" Type="http://schemas.openxmlformats.org/officeDocument/2006/relationships/tags" Target="../tags/tag257.xml"/><Relationship Id="rId54" Type="http://schemas.openxmlformats.org/officeDocument/2006/relationships/tags" Target="../tags/tag256.xml"/><Relationship Id="rId53" Type="http://schemas.openxmlformats.org/officeDocument/2006/relationships/tags" Target="../tags/tag255.xml"/><Relationship Id="rId52" Type="http://schemas.openxmlformats.org/officeDocument/2006/relationships/tags" Target="../tags/tag254.xml"/><Relationship Id="rId51" Type="http://schemas.openxmlformats.org/officeDocument/2006/relationships/tags" Target="../tags/tag253.xml"/><Relationship Id="rId50" Type="http://schemas.openxmlformats.org/officeDocument/2006/relationships/tags" Target="../tags/tag252.xml"/><Relationship Id="rId5" Type="http://schemas.openxmlformats.org/officeDocument/2006/relationships/image" Target="../media/image74.png"/><Relationship Id="rId49" Type="http://schemas.openxmlformats.org/officeDocument/2006/relationships/tags" Target="../tags/tag251.xml"/><Relationship Id="rId48" Type="http://schemas.openxmlformats.org/officeDocument/2006/relationships/tags" Target="../tags/tag250.xml"/><Relationship Id="rId47" Type="http://schemas.openxmlformats.org/officeDocument/2006/relationships/tags" Target="../tags/tag249.xml"/><Relationship Id="rId46" Type="http://schemas.openxmlformats.org/officeDocument/2006/relationships/tags" Target="../tags/tag248.xml"/><Relationship Id="rId45" Type="http://schemas.openxmlformats.org/officeDocument/2006/relationships/tags" Target="../tags/tag247.xml"/><Relationship Id="rId44" Type="http://schemas.openxmlformats.org/officeDocument/2006/relationships/tags" Target="../tags/tag246.xml"/><Relationship Id="rId43" Type="http://schemas.openxmlformats.org/officeDocument/2006/relationships/tags" Target="../tags/tag245.xml"/><Relationship Id="rId42" Type="http://schemas.openxmlformats.org/officeDocument/2006/relationships/tags" Target="../tags/tag244.xml"/><Relationship Id="rId41" Type="http://schemas.openxmlformats.org/officeDocument/2006/relationships/image" Target="../media/image81.svg"/><Relationship Id="rId40" Type="http://schemas.openxmlformats.org/officeDocument/2006/relationships/image" Target="../media/image80.png"/><Relationship Id="rId4" Type="http://schemas.openxmlformats.org/officeDocument/2006/relationships/tags" Target="../tags/tag214.xml"/><Relationship Id="rId39" Type="http://schemas.openxmlformats.org/officeDocument/2006/relationships/tags" Target="../tags/tag243.xml"/><Relationship Id="rId38" Type="http://schemas.openxmlformats.org/officeDocument/2006/relationships/tags" Target="../tags/tag242.xml"/><Relationship Id="rId37" Type="http://schemas.openxmlformats.org/officeDocument/2006/relationships/tags" Target="../tags/tag241.xml"/><Relationship Id="rId36" Type="http://schemas.openxmlformats.org/officeDocument/2006/relationships/tags" Target="../tags/tag240.xml"/><Relationship Id="rId35" Type="http://schemas.openxmlformats.org/officeDocument/2006/relationships/tags" Target="../tags/tag239.xml"/><Relationship Id="rId34" Type="http://schemas.openxmlformats.org/officeDocument/2006/relationships/tags" Target="../tags/tag238.xml"/><Relationship Id="rId33" Type="http://schemas.openxmlformats.org/officeDocument/2006/relationships/tags" Target="../tags/tag237.xml"/><Relationship Id="rId32" Type="http://schemas.openxmlformats.org/officeDocument/2006/relationships/tags" Target="../tags/tag236.xml"/><Relationship Id="rId31" Type="http://schemas.openxmlformats.org/officeDocument/2006/relationships/tags" Target="../tags/tag235.xml"/><Relationship Id="rId30" Type="http://schemas.openxmlformats.org/officeDocument/2006/relationships/tags" Target="../tags/tag234.xml"/><Relationship Id="rId3" Type="http://schemas.openxmlformats.org/officeDocument/2006/relationships/tags" Target="../tags/tag213.xml"/><Relationship Id="rId29" Type="http://schemas.openxmlformats.org/officeDocument/2006/relationships/tags" Target="../tags/tag233.xml"/><Relationship Id="rId28" Type="http://schemas.openxmlformats.org/officeDocument/2006/relationships/tags" Target="../tags/tag232.xml"/><Relationship Id="rId27" Type="http://schemas.openxmlformats.org/officeDocument/2006/relationships/image" Target="../media/image79.svg"/><Relationship Id="rId26" Type="http://schemas.openxmlformats.org/officeDocument/2006/relationships/image" Target="../media/image78.png"/><Relationship Id="rId25" Type="http://schemas.openxmlformats.org/officeDocument/2006/relationships/tags" Target="../tags/tag231.xml"/><Relationship Id="rId24" Type="http://schemas.openxmlformats.org/officeDocument/2006/relationships/tags" Target="../tags/tag230.xml"/><Relationship Id="rId23" Type="http://schemas.openxmlformats.org/officeDocument/2006/relationships/tags" Target="../tags/tag229.xml"/><Relationship Id="rId22" Type="http://schemas.openxmlformats.org/officeDocument/2006/relationships/tags" Target="../tags/tag228.xml"/><Relationship Id="rId21" Type="http://schemas.openxmlformats.org/officeDocument/2006/relationships/tags" Target="../tags/tag227.xml"/><Relationship Id="rId20" Type="http://schemas.openxmlformats.org/officeDocument/2006/relationships/tags" Target="../tags/tag226.xml"/><Relationship Id="rId2" Type="http://schemas.openxmlformats.org/officeDocument/2006/relationships/tags" Target="../tags/tag212.xml"/><Relationship Id="rId19" Type="http://schemas.openxmlformats.org/officeDocument/2006/relationships/tags" Target="../tags/tag225.xml"/><Relationship Id="rId18" Type="http://schemas.openxmlformats.org/officeDocument/2006/relationships/tags" Target="../tags/tag224.xml"/><Relationship Id="rId17" Type="http://schemas.openxmlformats.org/officeDocument/2006/relationships/tags" Target="../tags/tag223.xml"/><Relationship Id="rId16" Type="http://schemas.openxmlformats.org/officeDocument/2006/relationships/tags" Target="../tags/tag222.xml"/><Relationship Id="rId15" Type="http://schemas.openxmlformats.org/officeDocument/2006/relationships/tags" Target="../tags/tag221.xml"/><Relationship Id="rId14" Type="http://schemas.openxmlformats.org/officeDocument/2006/relationships/tags" Target="../tags/tag220.xml"/><Relationship Id="rId13" Type="http://schemas.openxmlformats.org/officeDocument/2006/relationships/image" Target="../media/image77.svg"/><Relationship Id="rId12" Type="http://schemas.openxmlformats.org/officeDocument/2006/relationships/image" Target="../media/image76.png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tags" Target="../tags/tag211.xml"/></Relationships>
</file>

<file path=ppt/slides/_rels/slide35.xml.rels><?xml version="1.0" encoding="UTF-8" standalone="yes"?>
<Relationships xmlns="http://schemas.openxmlformats.org/package/2006/relationships"><Relationship Id="rId99" Type="http://schemas.openxmlformats.org/officeDocument/2006/relationships/notesSlide" Target="../notesSlides/notesSlide35.xml"/><Relationship Id="rId98" Type="http://schemas.openxmlformats.org/officeDocument/2006/relationships/slideLayout" Target="../slideLayouts/slideLayout3.xml"/><Relationship Id="rId97" Type="http://schemas.openxmlformats.org/officeDocument/2006/relationships/tags" Target="../tags/tag333.xml"/><Relationship Id="rId96" Type="http://schemas.openxmlformats.org/officeDocument/2006/relationships/image" Target="../media/image113.svg"/><Relationship Id="rId95" Type="http://schemas.openxmlformats.org/officeDocument/2006/relationships/image" Target="../media/image112.png"/><Relationship Id="rId94" Type="http://schemas.openxmlformats.org/officeDocument/2006/relationships/tags" Target="../tags/tag332.xml"/><Relationship Id="rId93" Type="http://schemas.openxmlformats.org/officeDocument/2006/relationships/tags" Target="../tags/tag331.xml"/><Relationship Id="rId92" Type="http://schemas.openxmlformats.org/officeDocument/2006/relationships/tags" Target="../tags/tag330.xml"/><Relationship Id="rId91" Type="http://schemas.openxmlformats.org/officeDocument/2006/relationships/tags" Target="../tags/tag329.xml"/><Relationship Id="rId90" Type="http://schemas.openxmlformats.org/officeDocument/2006/relationships/image" Target="../media/image111.svg"/><Relationship Id="rId9" Type="http://schemas.openxmlformats.org/officeDocument/2006/relationships/tags" Target="../tags/tag273.xml"/><Relationship Id="rId89" Type="http://schemas.openxmlformats.org/officeDocument/2006/relationships/image" Target="../media/image110.png"/><Relationship Id="rId88" Type="http://schemas.openxmlformats.org/officeDocument/2006/relationships/tags" Target="../tags/tag328.xml"/><Relationship Id="rId87" Type="http://schemas.openxmlformats.org/officeDocument/2006/relationships/tags" Target="../tags/tag327.xml"/><Relationship Id="rId86" Type="http://schemas.openxmlformats.org/officeDocument/2006/relationships/tags" Target="../tags/tag326.xml"/><Relationship Id="rId85" Type="http://schemas.openxmlformats.org/officeDocument/2006/relationships/tags" Target="../tags/tag325.xml"/><Relationship Id="rId84" Type="http://schemas.openxmlformats.org/officeDocument/2006/relationships/image" Target="../media/image109.svg"/><Relationship Id="rId83" Type="http://schemas.openxmlformats.org/officeDocument/2006/relationships/image" Target="../media/image108.png"/><Relationship Id="rId82" Type="http://schemas.openxmlformats.org/officeDocument/2006/relationships/tags" Target="../tags/tag324.xml"/><Relationship Id="rId81" Type="http://schemas.openxmlformats.org/officeDocument/2006/relationships/tags" Target="../tags/tag323.xml"/><Relationship Id="rId80" Type="http://schemas.openxmlformats.org/officeDocument/2006/relationships/tags" Target="../tags/tag322.xml"/><Relationship Id="rId8" Type="http://schemas.openxmlformats.org/officeDocument/2006/relationships/tags" Target="../tags/tag272.xml"/><Relationship Id="rId79" Type="http://schemas.openxmlformats.org/officeDocument/2006/relationships/tags" Target="../tags/tag321.xml"/><Relationship Id="rId78" Type="http://schemas.openxmlformats.org/officeDocument/2006/relationships/tags" Target="../tags/tag320.xml"/><Relationship Id="rId77" Type="http://schemas.openxmlformats.org/officeDocument/2006/relationships/image" Target="../media/image107.svg"/><Relationship Id="rId76" Type="http://schemas.openxmlformats.org/officeDocument/2006/relationships/image" Target="../media/image106.png"/><Relationship Id="rId75" Type="http://schemas.openxmlformats.org/officeDocument/2006/relationships/tags" Target="../tags/tag319.xml"/><Relationship Id="rId74" Type="http://schemas.openxmlformats.org/officeDocument/2006/relationships/tags" Target="../tags/tag318.xml"/><Relationship Id="rId73" Type="http://schemas.openxmlformats.org/officeDocument/2006/relationships/tags" Target="../tags/tag317.xml"/><Relationship Id="rId72" Type="http://schemas.openxmlformats.org/officeDocument/2006/relationships/tags" Target="../tags/tag316.xml"/><Relationship Id="rId71" Type="http://schemas.openxmlformats.org/officeDocument/2006/relationships/tags" Target="../tags/tag315.xml"/><Relationship Id="rId70" Type="http://schemas.openxmlformats.org/officeDocument/2006/relationships/image" Target="../media/image105.svg"/><Relationship Id="rId7" Type="http://schemas.openxmlformats.org/officeDocument/2006/relationships/tags" Target="../tags/tag271.xml"/><Relationship Id="rId69" Type="http://schemas.openxmlformats.org/officeDocument/2006/relationships/image" Target="../media/image104.png"/><Relationship Id="rId68" Type="http://schemas.openxmlformats.org/officeDocument/2006/relationships/tags" Target="../tags/tag314.xml"/><Relationship Id="rId67" Type="http://schemas.openxmlformats.org/officeDocument/2006/relationships/tags" Target="../tags/tag313.xml"/><Relationship Id="rId66" Type="http://schemas.openxmlformats.org/officeDocument/2006/relationships/tags" Target="../tags/tag312.xml"/><Relationship Id="rId65" Type="http://schemas.openxmlformats.org/officeDocument/2006/relationships/tags" Target="../tags/tag311.xml"/><Relationship Id="rId64" Type="http://schemas.openxmlformats.org/officeDocument/2006/relationships/image" Target="../media/image103.svg"/><Relationship Id="rId63" Type="http://schemas.openxmlformats.org/officeDocument/2006/relationships/image" Target="../media/image102.png"/><Relationship Id="rId62" Type="http://schemas.openxmlformats.org/officeDocument/2006/relationships/tags" Target="../tags/tag310.xml"/><Relationship Id="rId61" Type="http://schemas.openxmlformats.org/officeDocument/2006/relationships/tags" Target="../tags/tag309.xml"/><Relationship Id="rId60" Type="http://schemas.openxmlformats.org/officeDocument/2006/relationships/tags" Target="../tags/tag308.xml"/><Relationship Id="rId6" Type="http://schemas.openxmlformats.org/officeDocument/2006/relationships/image" Target="../media/image85.svg"/><Relationship Id="rId59" Type="http://schemas.openxmlformats.org/officeDocument/2006/relationships/tags" Target="../tags/tag307.xml"/><Relationship Id="rId58" Type="http://schemas.openxmlformats.org/officeDocument/2006/relationships/image" Target="../media/image101.svg"/><Relationship Id="rId57" Type="http://schemas.openxmlformats.org/officeDocument/2006/relationships/image" Target="../media/image100.png"/><Relationship Id="rId56" Type="http://schemas.openxmlformats.org/officeDocument/2006/relationships/tags" Target="../tags/tag306.xml"/><Relationship Id="rId55" Type="http://schemas.openxmlformats.org/officeDocument/2006/relationships/tags" Target="../tags/tag305.xml"/><Relationship Id="rId54" Type="http://schemas.openxmlformats.org/officeDocument/2006/relationships/tags" Target="../tags/tag304.xml"/><Relationship Id="rId53" Type="http://schemas.openxmlformats.org/officeDocument/2006/relationships/tags" Target="../tags/tag303.xml"/><Relationship Id="rId52" Type="http://schemas.openxmlformats.org/officeDocument/2006/relationships/image" Target="../media/image99.svg"/><Relationship Id="rId51" Type="http://schemas.openxmlformats.org/officeDocument/2006/relationships/image" Target="../media/image98.png"/><Relationship Id="rId50" Type="http://schemas.openxmlformats.org/officeDocument/2006/relationships/tags" Target="../tags/tag302.xml"/><Relationship Id="rId5" Type="http://schemas.openxmlformats.org/officeDocument/2006/relationships/image" Target="../media/image84.png"/><Relationship Id="rId49" Type="http://schemas.openxmlformats.org/officeDocument/2006/relationships/tags" Target="../tags/tag301.xml"/><Relationship Id="rId48" Type="http://schemas.openxmlformats.org/officeDocument/2006/relationships/tags" Target="../tags/tag300.xml"/><Relationship Id="rId47" Type="http://schemas.openxmlformats.org/officeDocument/2006/relationships/tags" Target="../tags/tag299.xml"/><Relationship Id="rId46" Type="http://schemas.openxmlformats.org/officeDocument/2006/relationships/image" Target="../media/image97.svg"/><Relationship Id="rId45" Type="http://schemas.openxmlformats.org/officeDocument/2006/relationships/image" Target="../media/image96.png"/><Relationship Id="rId44" Type="http://schemas.openxmlformats.org/officeDocument/2006/relationships/tags" Target="../tags/tag298.xml"/><Relationship Id="rId43" Type="http://schemas.openxmlformats.org/officeDocument/2006/relationships/tags" Target="../tags/tag297.xml"/><Relationship Id="rId42" Type="http://schemas.openxmlformats.org/officeDocument/2006/relationships/tags" Target="../tags/tag296.xml"/><Relationship Id="rId41" Type="http://schemas.openxmlformats.org/officeDocument/2006/relationships/tags" Target="../tags/tag295.xml"/><Relationship Id="rId40" Type="http://schemas.openxmlformats.org/officeDocument/2006/relationships/image" Target="../media/image95.svg"/><Relationship Id="rId4" Type="http://schemas.openxmlformats.org/officeDocument/2006/relationships/tags" Target="../tags/tag270.xml"/><Relationship Id="rId39" Type="http://schemas.openxmlformats.org/officeDocument/2006/relationships/image" Target="../media/image94.png"/><Relationship Id="rId38" Type="http://schemas.openxmlformats.org/officeDocument/2006/relationships/tags" Target="../tags/tag294.xml"/><Relationship Id="rId37" Type="http://schemas.openxmlformats.org/officeDocument/2006/relationships/tags" Target="../tags/tag293.xml"/><Relationship Id="rId36" Type="http://schemas.openxmlformats.org/officeDocument/2006/relationships/tags" Target="../tags/tag292.xml"/><Relationship Id="rId35" Type="http://schemas.openxmlformats.org/officeDocument/2006/relationships/tags" Target="../tags/tag291.xml"/><Relationship Id="rId34" Type="http://schemas.openxmlformats.org/officeDocument/2006/relationships/image" Target="../media/image93.svg"/><Relationship Id="rId33" Type="http://schemas.openxmlformats.org/officeDocument/2006/relationships/image" Target="../media/image92.png"/><Relationship Id="rId32" Type="http://schemas.openxmlformats.org/officeDocument/2006/relationships/tags" Target="../tags/tag290.xml"/><Relationship Id="rId31" Type="http://schemas.openxmlformats.org/officeDocument/2006/relationships/tags" Target="../tags/tag289.xml"/><Relationship Id="rId30" Type="http://schemas.openxmlformats.org/officeDocument/2006/relationships/tags" Target="../tags/tag288.xml"/><Relationship Id="rId3" Type="http://schemas.openxmlformats.org/officeDocument/2006/relationships/tags" Target="../tags/tag269.xml"/><Relationship Id="rId29" Type="http://schemas.openxmlformats.org/officeDocument/2006/relationships/tags" Target="../tags/tag287.xml"/><Relationship Id="rId28" Type="http://schemas.openxmlformats.org/officeDocument/2006/relationships/tags" Target="../tags/tag286.xml"/><Relationship Id="rId27" Type="http://schemas.openxmlformats.org/officeDocument/2006/relationships/image" Target="../media/image91.svg"/><Relationship Id="rId26" Type="http://schemas.openxmlformats.org/officeDocument/2006/relationships/image" Target="../media/image90.png"/><Relationship Id="rId25" Type="http://schemas.openxmlformats.org/officeDocument/2006/relationships/tags" Target="../tags/tag28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image" Target="../media/image89.svg"/><Relationship Id="rId2" Type="http://schemas.openxmlformats.org/officeDocument/2006/relationships/tags" Target="../tags/tag268.xml"/><Relationship Id="rId19" Type="http://schemas.openxmlformats.org/officeDocument/2006/relationships/image" Target="../media/image88.png"/><Relationship Id="rId18" Type="http://schemas.openxmlformats.org/officeDocument/2006/relationships/tags" Target="../tags/tag280.xml"/><Relationship Id="rId17" Type="http://schemas.openxmlformats.org/officeDocument/2006/relationships/tags" Target="../tags/tag279.xml"/><Relationship Id="rId16" Type="http://schemas.openxmlformats.org/officeDocument/2006/relationships/tags" Target="../tags/tag278.xml"/><Relationship Id="rId15" Type="http://schemas.openxmlformats.org/officeDocument/2006/relationships/tags" Target="../tags/tag277.xml"/><Relationship Id="rId14" Type="http://schemas.openxmlformats.org/officeDocument/2006/relationships/tags" Target="../tags/tag276.xml"/><Relationship Id="rId13" Type="http://schemas.openxmlformats.org/officeDocument/2006/relationships/image" Target="../media/image87.svg"/><Relationship Id="rId12" Type="http://schemas.openxmlformats.org/officeDocument/2006/relationships/image" Target="../media/image86.png"/><Relationship Id="rId11" Type="http://schemas.openxmlformats.org/officeDocument/2006/relationships/tags" Target="../tags/tag275.xml"/><Relationship Id="rId10" Type="http://schemas.openxmlformats.org/officeDocument/2006/relationships/tags" Target="../tags/tag274.xml"/><Relationship Id="rId1" Type="http://schemas.openxmlformats.org/officeDocument/2006/relationships/tags" Target="../tags/tag267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svg"/><Relationship Id="rId8" Type="http://schemas.openxmlformats.org/officeDocument/2006/relationships/image" Target="../media/image114.png"/><Relationship Id="rId74" Type="http://schemas.openxmlformats.org/officeDocument/2006/relationships/notesSlide" Target="../notesSlides/notesSlide36.xml"/><Relationship Id="rId73" Type="http://schemas.openxmlformats.org/officeDocument/2006/relationships/slideLayout" Target="../slideLayouts/slideLayout7.xml"/><Relationship Id="rId72" Type="http://schemas.openxmlformats.org/officeDocument/2006/relationships/tags" Target="../tags/tag382.xml"/><Relationship Id="rId71" Type="http://schemas.openxmlformats.org/officeDocument/2006/relationships/tags" Target="../tags/tag381.xml"/><Relationship Id="rId70" Type="http://schemas.openxmlformats.org/officeDocument/2006/relationships/image" Target="../media/image134.svg"/><Relationship Id="rId7" Type="http://schemas.openxmlformats.org/officeDocument/2006/relationships/tags" Target="../tags/tag339.xml"/><Relationship Id="rId69" Type="http://schemas.openxmlformats.org/officeDocument/2006/relationships/image" Target="../media/image133.png"/><Relationship Id="rId68" Type="http://schemas.openxmlformats.org/officeDocument/2006/relationships/tags" Target="../tags/tag380.xml"/><Relationship Id="rId67" Type="http://schemas.openxmlformats.org/officeDocument/2006/relationships/tags" Target="../tags/tag379.xml"/><Relationship Id="rId66" Type="http://schemas.openxmlformats.org/officeDocument/2006/relationships/tags" Target="../tags/tag378.xml"/><Relationship Id="rId65" Type="http://schemas.openxmlformats.org/officeDocument/2006/relationships/tags" Target="../tags/tag377.xml"/><Relationship Id="rId64" Type="http://schemas.openxmlformats.org/officeDocument/2006/relationships/image" Target="../media/image132.svg"/><Relationship Id="rId63" Type="http://schemas.openxmlformats.org/officeDocument/2006/relationships/image" Target="../media/image131.png"/><Relationship Id="rId62" Type="http://schemas.openxmlformats.org/officeDocument/2006/relationships/tags" Target="../tags/tag376.xml"/><Relationship Id="rId61" Type="http://schemas.openxmlformats.org/officeDocument/2006/relationships/tags" Target="../tags/tag375.xml"/><Relationship Id="rId60" Type="http://schemas.openxmlformats.org/officeDocument/2006/relationships/tags" Target="../tags/tag374.xml"/><Relationship Id="rId6" Type="http://schemas.openxmlformats.org/officeDocument/2006/relationships/tags" Target="../tags/tag338.xml"/><Relationship Id="rId59" Type="http://schemas.openxmlformats.org/officeDocument/2006/relationships/tags" Target="../tags/tag373.xml"/><Relationship Id="rId58" Type="http://schemas.openxmlformats.org/officeDocument/2006/relationships/image" Target="../media/image130.svg"/><Relationship Id="rId57" Type="http://schemas.openxmlformats.org/officeDocument/2006/relationships/image" Target="../media/image129.png"/><Relationship Id="rId56" Type="http://schemas.openxmlformats.org/officeDocument/2006/relationships/tags" Target="../tags/tag372.xml"/><Relationship Id="rId55" Type="http://schemas.openxmlformats.org/officeDocument/2006/relationships/tags" Target="../tags/tag371.xml"/><Relationship Id="rId54" Type="http://schemas.openxmlformats.org/officeDocument/2006/relationships/tags" Target="../tags/tag370.xml"/><Relationship Id="rId53" Type="http://schemas.openxmlformats.org/officeDocument/2006/relationships/tags" Target="../tags/tag369.xml"/><Relationship Id="rId52" Type="http://schemas.openxmlformats.org/officeDocument/2006/relationships/image" Target="../media/image128.svg"/><Relationship Id="rId51" Type="http://schemas.openxmlformats.org/officeDocument/2006/relationships/image" Target="../media/image127.png"/><Relationship Id="rId50" Type="http://schemas.openxmlformats.org/officeDocument/2006/relationships/tags" Target="../tags/tag368.xml"/><Relationship Id="rId5" Type="http://schemas.openxmlformats.org/officeDocument/2006/relationships/tags" Target="../tags/tag337.xml"/><Relationship Id="rId49" Type="http://schemas.openxmlformats.org/officeDocument/2006/relationships/tags" Target="../tags/tag367.xml"/><Relationship Id="rId48" Type="http://schemas.openxmlformats.org/officeDocument/2006/relationships/tags" Target="../tags/tag366.xml"/><Relationship Id="rId47" Type="http://schemas.openxmlformats.org/officeDocument/2006/relationships/tags" Target="../tags/tag365.xml"/><Relationship Id="rId46" Type="http://schemas.openxmlformats.org/officeDocument/2006/relationships/image" Target="../media/image126.svg"/><Relationship Id="rId45" Type="http://schemas.openxmlformats.org/officeDocument/2006/relationships/image" Target="../media/image125.png"/><Relationship Id="rId44" Type="http://schemas.openxmlformats.org/officeDocument/2006/relationships/tags" Target="../tags/tag364.xml"/><Relationship Id="rId43" Type="http://schemas.openxmlformats.org/officeDocument/2006/relationships/tags" Target="../tags/tag363.xml"/><Relationship Id="rId42" Type="http://schemas.openxmlformats.org/officeDocument/2006/relationships/tags" Target="../tags/tag362.xml"/><Relationship Id="rId41" Type="http://schemas.openxmlformats.org/officeDocument/2006/relationships/tags" Target="../tags/tag361.xml"/><Relationship Id="rId40" Type="http://schemas.openxmlformats.org/officeDocument/2006/relationships/image" Target="../media/image124.svg"/><Relationship Id="rId4" Type="http://schemas.openxmlformats.org/officeDocument/2006/relationships/tags" Target="../tags/tag336.xml"/><Relationship Id="rId39" Type="http://schemas.openxmlformats.org/officeDocument/2006/relationships/image" Target="../media/image123.png"/><Relationship Id="rId38" Type="http://schemas.openxmlformats.org/officeDocument/2006/relationships/tags" Target="../tags/tag360.xml"/><Relationship Id="rId37" Type="http://schemas.openxmlformats.org/officeDocument/2006/relationships/tags" Target="../tags/tag359.xml"/><Relationship Id="rId36" Type="http://schemas.openxmlformats.org/officeDocument/2006/relationships/tags" Target="../tags/tag358.xml"/><Relationship Id="rId35" Type="http://schemas.openxmlformats.org/officeDocument/2006/relationships/tags" Target="../tags/tag357.xml"/><Relationship Id="rId34" Type="http://schemas.openxmlformats.org/officeDocument/2006/relationships/image" Target="../media/image122.svg"/><Relationship Id="rId33" Type="http://schemas.openxmlformats.org/officeDocument/2006/relationships/image" Target="../media/image76.png"/><Relationship Id="rId32" Type="http://schemas.openxmlformats.org/officeDocument/2006/relationships/tags" Target="../tags/tag356.xml"/><Relationship Id="rId31" Type="http://schemas.openxmlformats.org/officeDocument/2006/relationships/tags" Target="../tags/tag355.xml"/><Relationship Id="rId30" Type="http://schemas.openxmlformats.org/officeDocument/2006/relationships/tags" Target="../tags/tag354.xml"/><Relationship Id="rId3" Type="http://schemas.openxmlformats.org/officeDocument/2006/relationships/tags" Target="../tags/tag335.xml"/><Relationship Id="rId29" Type="http://schemas.openxmlformats.org/officeDocument/2006/relationships/tags" Target="../tags/tag353.xml"/><Relationship Id="rId28" Type="http://schemas.openxmlformats.org/officeDocument/2006/relationships/tags" Target="../tags/tag352.xml"/><Relationship Id="rId27" Type="http://schemas.openxmlformats.org/officeDocument/2006/relationships/image" Target="../media/image121.svg"/><Relationship Id="rId26" Type="http://schemas.openxmlformats.org/officeDocument/2006/relationships/image" Target="../media/image120.png"/><Relationship Id="rId25" Type="http://schemas.openxmlformats.org/officeDocument/2006/relationships/tags" Target="../tags/tag351.xml"/><Relationship Id="rId24" Type="http://schemas.openxmlformats.org/officeDocument/2006/relationships/tags" Target="../tags/tag350.xml"/><Relationship Id="rId23" Type="http://schemas.openxmlformats.org/officeDocument/2006/relationships/tags" Target="../tags/tag349.xml"/><Relationship Id="rId22" Type="http://schemas.openxmlformats.org/officeDocument/2006/relationships/tags" Target="../tags/tag348.xml"/><Relationship Id="rId21" Type="http://schemas.openxmlformats.org/officeDocument/2006/relationships/image" Target="../media/image119.svg"/><Relationship Id="rId20" Type="http://schemas.openxmlformats.org/officeDocument/2006/relationships/image" Target="../media/image118.png"/><Relationship Id="rId2" Type="http://schemas.openxmlformats.org/officeDocument/2006/relationships/tags" Target="../tags/tag334.xml"/><Relationship Id="rId19" Type="http://schemas.openxmlformats.org/officeDocument/2006/relationships/tags" Target="../tags/tag347.xml"/><Relationship Id="rId18" Type="http://schemas.openxmlformats.org/officeDocument/2006/relationships/tags" Target="../tags/tag346.xml"/><Relationship Id="rId17" Type="http://schemas.openxmlformats.org/officeDocument/2006/relationships/tags" Target="../tags/tag345.xml"/><Relationship Id="rId16" Type="http://schemas.openxmlformats.org/officeDocument/2006/relationships/tags" Target="../tags/tag344.xml"/><Relationship Id="rId15" Type="http://schemas.openxmlformats.org/officeDocument/2006/relationships/image" Target="../media/image117.svg"/><Relationship Id="rId14" Type="http://schemas.openxmlformats.org/officeDocument/2006/relationships/image" Target="../media/image116.png"/><Relationship Id="rId13" Type="http://schemas.openxmlformats.org/officeDocument/2006/relationships/tags" Target="../tags/tag343.xml"/><Relationship Id="rId12" Type="http://schemas.openxmlformats.org/officeDocument/2006/relationships/tags" Target="../tags/tag342.xml"/><Relationship Id="rId11" Type="http://schemas.openxmlformats.org/officeDocument/2006/relationships/tags" Target="../tags/tag341.xml"/><Relationship Id="rId10" Type="http://schemas.openxmlformats.org/officeDocument/2006/relationships/tags" Target="../tags/tag340.xml"/><Relationship Id="rId1" Type="http://schemas.openxmlformats.org/officeDocument/2006/relationships/chart" Target="../charts/chart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389.xml"/><Relationship Id="rId8" Type="http://schemas.openxmlformats.org/officeDocument/2006/relationships/image" Target="../media/image136.svg"/><Relationship Id="rId7" Type="http://schemas.openxmlformats.org/officeDocument/2006/relationships/image" Target="../media/image135.png"/><Relationship Id="rId6" Type="http://schemas.openxmlformats.org/officeDocument/2006/relationships/tags" Target="../tags/tag388.xml"/><Relationship Id="rId54" Type="http://schemas.openxmlformats.org/officeDocument/2006/relationships/notesSlide" Target="../notesSlides/notesSlide37.xml"/><Relationship Id="rId53" Type="http://schemas.openxmlformats.org/officeDocument/2006/relationships/slideLayout" Target="../slideLayouts/slideLayout7.xml"/><Relationship Id="rId52" Type="http://schemas.openxmlformats.org/officeDocument/2006/relationships/tags" Target="../tags/tag420.xml"/><Relationship Id="rId51" Type="http://schemas.openxmlformats.org/officeDocument/2006/relationships/tags" Target="../tags/tag419.xml"/><Relationship Id="rId50" Type="http://schemas.openxmlformats.org/officeDocument/2006/relationships/image" Target="../media/image148.svg"/><Relationship Id="rId5" Type="http://schemas.openxmlformats.org/officeDocument/2006/relationships/tags" Target="../tags/tag387.xml"/><Relationship Id="rId49" Type="http://schemas.openxmlformats.org/officeDocument/2006/relationships/image" Target="../media/image147.png"/><Relationship Id="rId48" Type="http://schemas.openxmlformats.org/officeDocument/2006/relationships/tags" Target="../tags/tag418.xml"/><Relationship Id="rId47" Type="http://schemas.openxmlformats.org/officeDocument/2006/relationships/tags" Target="../tags/tag417.xml"/><Relationship Id="rId46" Type="http://schemas.openxmlformats.org/officeDocument/2006/relationships/tags" Target="../tags/tag416.xml"/><Relationship Id="rId45" Type="http://schemas.openxmlformats.org/officeDocument/2006/relationships/tags" Target="../tags/tag415.xml"/><Relationship Id="rId44" Type="http://schemas.openxmlformats.org/officeDocument/2006/relationships/tags" Target="../tags/tag414.xml"/><Relationship Id="rId43" Type="http://schemas.openxmlformats.org/officeDocument/2006/relationships/image" Target="../media/image146.svg"/><Relationship Id="rId42" Type="http://schemas.openxmlformats.org/officeDocument/2006/relationships/image" Target="../media/image145.png"/><Relationship Id="rId41" Type="http://schemas.openxmlformats.org/officeDocument/2006/relationships/tags" Target="../tags/tag413.xml"/><Relationship Id="rId40" Type="http://schemas.openxmlformats.org/officeDocument/2006/relationships/tags" Target="../tags/tag412.xml"/><Relationship Id="rId4" Type="http://schemas.openxmlformats.org/officeDocument/2006/relationships/tags" Target="../tags/tag386.xml"/><Relationship Id="rId39" Type="http://schemas.openxmlformats.org/officeDocument/2006/relationships/tags" Target="../tags/tag411.xml"/><Relationship Id="rId38" Type="http://schemas.openxmlformats.org/officeDocument/2006/relationships/tags" Target="../tags/tag410.xml"/><Relationship Id="rId37" Type="http://schemas.openxmlformats.org/officeDocument/2006/relationships/tags" Target="../tags/tag409.xml"/><Relationship Id="rId36" Type="http://schemas.openxmlformats.org/officeDocument/2006/relationships/image" Target="../media/image144.svg"/><Relationship Id="rId35" Type="http://schemas.openxmlformats.org/officeDocument/2006/relationships/image" Target="../media/image143.png"/><Relationship Id="rId34" Type="http://schemas.openxmlformats.org/officeDocument/2006/relationships/tags" Target="../tags/tag408.xml"/><Relationship Id="rId33" Type="http://schemas.openxmlformats.org/officeDocument/2006/relationships/tags" Target="../tags/tag407.xml"/><Relationship Id="rId32" Type="http://schemas.openxmlformats.org/officeDocument/2006/relationships/tags" Target="../tags/tag406.xml"/><Relationship Id="rId31" Type="http://schemas.openxmlformats.org/officeDocument/2006/relationships/tags" Target="../tags/tag405.xml"/><Relationship Id="rId30" Type="http://schemas.openxmlformats.org/officeDocument/2006/relationships/tags" Target="../tags/tag404.xml"/><Relationship Id="rId3" Type="http://schemas.openxmlformats.org/officeDocument/2006/relationships/tags" Target="../tags/tag385.xml"/><Relationship Id="rId29" Type="http://schemas.openxmlformats.org/officeDocument/2006/relationships/image" Target="../media/image142.svg"/><Relationship Id="rId28" Type="http://schemas.openxmlformats.org/officeDocument/2006/relationships/image" Target="../media/image141.png"/><Relationship Id="rId27" Type="http://schemas.openxmlformats.org/officeDocument/2006/relationships/tags" Target="../tags/tag403.xml"/><Relationship Id="rId26" Type="http://schemas.openxmlformats.org/officeDocument/2006/relationships/tags" Target="../tags/tag402.xml"/><Relationship Id="rId25" Type="http://schemas.openxmlformats.org/officeDocument/2006/relationships/tags" Target="../tags/tag401.xml"/><Relationship Id="rId24" Type="http://schemas.openxmlformats.org/officeDocument/2006/relationships/tags" Target="../tags/tag400.xml"/><Relationship Id="rId23" Type="http://schemas.openxmlformats.org/officeDocument/2006/relationships/tags" Target="../tags/tag399.xml"/><Relationship Id="rId22" Type="http://schemas.openxmlformats.org/officeDocument/2006/relationships/image" Target="../media/image140.svg"/><Relationship Id="rId21" Type="http://schemas.openxmlformats.org/officeDocument/2006/relationships/image" Target="../media/image139.png"/><Relationship Id="rId20" Type="http://schemas.openxmlformats.org/officeDocument/2006/relationships/tags" Target="../tags/tag398.xml"/><Relationship Id="rId2" Type="http://schemas.openxmlformats.org/officeDocument/2006/relationships/tags" Target="../tags/tag384.xml"/><Relationship Id="rId19" Type="http://schemas.openxmlformats.org/officeDocument/2006/relationships/tags" Target="../tags/tag397.xml"/><Relationship Id="rId18" Type="http://schemas.openxmlformats.org/officeDocument/2006/relationships/tags" Target="../tags/tag396.xml"/><Relationship Id="rId17" Type="http://schemas.openxmlformats.org/officeDocument/2006/relationships/tags" Target="../tags/tag395.xml"/><Relationship Id="rId16" Type="http://schemas.openxmlformats.org/officeDocument/2006/relationships/tags" Target="../tags/tag394.xml"/><Relationship Id="rId15" Type="http://schemas.openxmlformats.org/officeDocument/2006/relationships/image" Target="../media/image138.svg"/><Relationship Id="rId14" Type="http://schemas.openxmlformats.org/officeDocument/2006/relationships/image" Target="../media/image137.png"/><Relationship Id="rId13" Type="http://schemas.openxmlformats.org/officeDocument/2006/relationships/tags" Target="../tags/tag393.xml"/><Relationship Id="rId12" Type="http://schemas.openxmlformats.org/officeDocument/2006/relationships/tags" Target="../tags/tag392.xml"/><Relationship Id="rId11" Type="http://schemas.openxmlformats.org/officeDocument/2006/relationships/tags" Target="../tags/tag391.xml"/><Relationship Id="rId10" Type="http://schemas.openxmlformats.org/officeDocument/2006/relationships/tags" Target="../tags/tag390.xml"/><Relationship Id="rId1" Type="http://schemas.openxmlformats.org/officeDocument/2006/relationships/tags" Target="../tags/tag383.xml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" Type="http://schemas.openxmlformats.org/officeDocument/2006/relationships/tags" Target="../tags/tag422.xml"/><Relationship Id="rId1" Type="http://schemas.openxmlformats.org/officeDocument/2006/relationships/tags" Target="../tags/tag421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432.xml"/><Relationship Id="rId8" Type="http://schemas.openxmlformats.org/officeDocument/2006/relationships/tags" Target="../tags/tag431.xml"/><Relationship Id="rId7" Type="http://schemas.openxmlformats.org/officeDocument/2006/relationships/tags" Target="../tags/tag430.xml"/><Relationship Id="rId67" Type="http://schemas.openxmlformats.org/officeDocument/2006/relationships/notesSlide" Target="../notesSlides/notesSlide39.xml"/><Relationship Id="rId66" Type="http://schemas.openxmlformats.org/officeDocument/2006/relationships/slideLayout" Target="../slideLayouts/slideLayout7.xml"/><Relationship Id="rId65" Type="http://schemas.openxmlformats.org/officeDocument/2006/relationships/tags" Target="../tags/tag466.xml"/><Relationship Id="rId64" Type="http://schemas.openxmlformats.org/officeDocument/2006/relationships/image" Target="../media/image171.svg"/><Relationship Id="rId63" Type="http://schemas.openxmlformats.org/officeDocument/2006/relationships/image" Target="../media/image170.png"/><Relationship Id="rId62" Type="http://schemas.openxmlformats.org/officeDocument/2006/relationships/tags" Target="../tags/tag465.xml"/><Relationship Id="rId61" Type="http://schemas.openxmlformats.org/officeDocument/2006/relationships/tags" Target="../tags/tag464.xml"/><Relationship Id="rId60" Type="http://schemas.openxmlformats.org/officeDocument/2006/relationships/tags" Target="../tags/tag463.xml"/><Relationship Id="rId6" Type="http://schemas.openxmlformats.org/officeDocument/2006/relationships/image" Target="../media/image150.svg"/><Relationship Id="rId59" Type="http://schemas.openxmlformats.org/officeDocument/2006/relationships/image" Target="../media/image169.svg"/><Relationship Id="rId58" Type="http://schemas.openxmlformats.org/officeDocument/2006/relationships/image" Target="../media/image168.png"/><Relationship Id="rId57" Type="http://schemas.openxmlformats.org/officeDocument/2006/relationships/tags" Target="../tags/tag462.xml"/><Relationship Id="rId56" Type="http://schemas.openxmlformats.org/officeDocument/2006/relationships/tags" Target="../tags/tag461.xml"/><Relationship Id="rId55" Type="http://schemas.openxmlformats.org/officeDocument/2006/relationships/tags" Target="../tags/tag460.xml"/><Relationship Id="rId54" Type="http://schemas.openxmlformats.org/officeDocument/2006/relationships/image" Target="../media/image167.svg"/><Relationship Id="rId53" Type="http://schemas.openxmlformats.org/officeDocument/2006/relationships/image" Target="../media/image166.png"/><Relationship Id="rId52" Type="http://schemas.openxmlformats.org/officeDocument/2006/relationships/tags" Target="../tags/tag459.xml"/><Relationship Id="rId51" Type="http://schemas.openxmlformats.org/officeDocument/2006/relationships/tags" Target="../tags/tag458.xml"/><Relationship Id="rId50" Type="http://schemas.openxmlformats.org/officeDocument/2006/relationships/tags" Target="../tags/tag457.xml"/><Relationship Id="rId5" Type="http://schemas.openxmlformats.org/officeDocument/2006/relationships/image" Target="../media/image149.png"/><Relationship Id="rId49" Type="http://schemas.openxmlformats.org/officeDocument/2006/relationships/tags" Target="../tags/tag456.xml"/><Relationship Id="rId48" Type="http://schemas.openxmlformats.org/officeDocument/2006/relationships/image" Target="../media/image165.svg"/><Relationship Id="rId47" Type="http://schemas.openxmlformats.org/officeDocument/2006/relationships/image" Target="../media/image164.png"/><Relationship Id="rId46" Type="http://schemas.openxmlformats.org/officeDocument/2006/relationships/tags" Target="../tags/tag455.xml"/><Relationship Id="rId45" Type="http://schemas.openxmlformats.org/officeDocument/2006/relationships/tags" Target="../tags/tag454.xml"/><Relationship Id="rId44" Type="http://schemas.openxmlformats.org/officeDocument/2006/relationships/tags" Target="../tags/tag453.xml"/><Relationship Id="rId43" Type="http://schemas.openxmlformats.org/officeDocument/2006/relationships/image" Target="../media/image163.svg"/><Relationship Id="rId42" Type="http://schemas.openxmlformats.org/officeDocument/2006/relationships/image" Target="../media/image162.png"/><Relationship Id="rId41" Type="http://schemas.openxmlformats.org/officeDocument/2006/relationships/tags" Target="../tags/tag452.xml"/><Relationship Id="rId40" Type="http://schemas.openxmlformats.org/officeDocument/2006/relationships/tags" Target="../tags/tag451.xml"/><Relationship Id="rId4" Type="http://schemas.openxmlformats.org/officeDocument/2006/relationships/tags" Target="../tags/tag429.xml"/><Relationship Id="rId39" Type="http://schemas.openxmlformats.org/officeDocument/2006/relationships/tags" Target="../tags/tag450.xml"/><Relationship Id="rId38" Type="http://schemas.openxmlformats.org/officeDocument/2006/relationships/image" Target="../media/image161.svg"/><Relationship Id="rId37" Type="http://schemas.openxmlformats.org/officeDocument/2006/relationships/image" Target="../media/image160.png"/><Relationship Id="rId36" Type="http://schemas.openxmlformats.org/officeDocument/2006/relationships/tags" Target="../tags/tag449.xml"/><Relationship Id="rId35" Type="http://schemas.openxmlformats.org/officeDocument/2006/relationships/tags" Target="../tags/tag448.xml"/><Relationship Id="rId34" Type="http://schemas.openxmlformats.org/officeDocument/2006/relationships/tags" Target="../tags/tag447.xml"/><Relationship Id="rId33" Type="http://schemas.openxmlformats.org/officeDocument/2006/relationships/tags" Target="../tags/tag446.xml"/><Relationship Id="rId32" Type="http://schemas.openxmlformats.org/officeDocument/2006/relationships/image" Target="../media/image159.svg"/><Relationship Id="rId31" Type="http://schemas.openxmlformats.org/officeDocument/2006/relationships/image" Target="../media/image158.png"/><Relationship Id="rId30" Type="http://schemas.openxmlformats.org/officeDocument/2006/relationships/tags" Target="../tags/tag445.xml"/><Relationship Id="rId3" Type="http://schemas.openxmlformats.org/officeDocument/2006/relationships/tags" Target="../tags/tag428.xml"/><Relationship Id="rId29" Type="http://schemas.openxmlformats.org/officeDocument/2006/relationships/tags" Target="../tags/tag444.xml"/><Relationship Id="rId28" Type="http://schemas.openxmlformats.org/officeDocument/2006/relationships/tags" Target="../tags/tag443.xml"/><Relationship Id="rId27" Type="http://schemas.openxmlformats.org/officeDocument/2006/relationships/image" Target="../media/image157.svg"/><Relationship Id="rId26" Type="http://schemas.openxmlformats.org/officeDocument/2006/relationships/image" Target="../media/image156.png"/><Relationship Id="rId25" Type="http://schemas.openxmlformats.org/officeDocument/2006/relationships/tags" Target="../tags/tag442.xml"/><Relationship Id="rId24" Type="http://schemas.openxmlformats.org/officeDocument/2006/relationships/tags" Target="../tags/tag441.xml"/><Relationship Id="rId23" Type="http://schemas.openxmlformats.org/officeDocument/2006/relationships/tags" Target="../tags/tag440.xml"/><Relationship Id="rId22" Type="http://schemas.openxmlformats.org/officeDocument/2006/relationships/image" Target="../media/image155.svg"/><Relationship Id="rId21" Type="http://schemas.openxmlformats.org/officeDocument/2006/relationships/image" Target="../media/image154.png"/><Relationship Id="rId20" Type="http://schemas.openxmlformats.org/officeDocument/2006/relationships/tags" Target="../tags/tag439.xml"/><Relationship Id="rId2" Type="http://schemas.openxmlformats.org/officeDocument/2006/relationships/tags" Target="../tags/tag427.xml"/><Relationship Id="rId19" Type="http://schemas.openxmlformats.org/officeDocument/2006/relationships/tags" Target="../tags/tag438.xml"/><Relationship Id="rId18" Type="http://schemas.openxmlformats.org/officeDocument/2006/relationships/tags" Target="../tags/tag437.xml"/><Relationship Id="rId17" Type="http://schemas.openxmlformats.org/officeDocument/2006/relationships/tags" Target="../tags/tag436.xml"/><Relationship Id="rId16" Type="http://schemas.openxmlformats.org/officeDocument/2006/relationships/image" Target="../media/image153.svg"/><Relationship Id="rId15" Type="http://schemas.openxmlformats.org/officeDocument/2006/relationships/image" Target="../media/image152.png"/><Relationship Id="rId14" Type="http://schemas.openxmlformats.org/officeDocument/2006/relationships/tags" Target="../tags/tag435.xml"/><Relationship Id="rId13" Type="http://schemas.openxmlformats.org/officeDocument/2006/relationships/tags" Target="../tags/tag434.xml"/><Relationship Id="rId12" Type="http://schemas.openxmlformats.org/officeDocument/2006/relationships/tags" Target="../tags/tag433.xml"/><Relationship Id="rId11" Type="http://schemas.openxmlformats.org/officeDocument/2006/relationships/image" Target="../media/image151.svg"/><Relationship Id="rId10" Type="http://schemas.openxmlformats.org/officeDocument/2006/relationships/image" Target="../media/image135.png"/><Relationship Id="rId1" Type="http://schemas.openxmlformats.org/officeDocument/2006/relationships/tags" Target="../tags/tag426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473.xml"/><Relationship Id="rId8" Type="http://schemas.openxmlformats.org/officeDocument/2006/relationships/tags" Target="../tags/tag472.xml"/><Relationship Id="rId70" Type="http://schemas.openxmlformats.org/officeDocument/2006/relationships/notesSlide" Target="../notesSlides/notesSlide40.xml"/><Relationship Id="rId7" Type="http://schemas.openxmlformats.org/officeDocument/2006/relationships/tags" Target="../tags/tag471.xml"/><Relationship Id="rId69" Type="http://schemas.openxmlformats.org/officeDocument/2006/relationships/slideLayout" Target="../slideLayouts/slideLayout7.xml"/><Relationship Id="rId68" Type="http://schemas.openxmlformats.org/officeDocument/2006/relationships/tags" Target="../tags/tag510.xml"/><Relationship Id="rId67" Type="http://schemas.openxmlformats.org/officeDocument/2006/relationships/tags" Target="../tags/tag509.xml"/><Relationship Id="rId66" Type="http://schemas.openxmlformats.org/officeDocument/2006/relationships/image" Target="../media/image194.svg"/><Relationship Id="rId65" Type="http://schemas.openxmlformats.org/officeDocument/2006/relationships/image" Target="../media/image193.png"/><Relationship Id="rId64" Type="http://schemas.openxmlformats.org/officeDocument/2006/relationships/tags" Target="../tags/tag508.xml"/><Relationship Id="rId63" Type="http://schemas.openxmlformats.org/officeDocument/2006/relationships/tags" Target="../tags/tag507.xml"/><Relationship Id="rId62" Type="http://schemas.openxmlformats.org/officeDocument/2006/relationships/tags" Target="../tags/tag506.xml"/><Relationship Id="rId61" Type="http://schemas.openxmlformats.org/officeDocument/2006/relationships/image" Target="../media/image192.svg"/><Relationship Id="rId60" Type="http://schemas.openxmlformats.org/officeDocument/2006/relationships/image" Target="../media/image191.png"/><Relationship Id="rId6" Type="http://schemas.openxmlformats.org/officeDocument/2006/relationships/image" Target="../media/image173.svg"/><Relationship Id="rId59" Type="http://schemas.openxmlformats.org/officeDocument/2006/relationships/tags" Target="../tags/tag505.xml"/><Relationship Id="rId58" Type="http://schemas.openxmlformats.org/officeDocument/2006/relationships/tags" Target="../tags/tag504.xml"/><Relationship Id="rId57" Type="http://schemas.openxmlformats.org/officeDocument/2006/relationships/tags" Target="../tags/tag503.xml"/><Relationship Id="rId56" Type="http://schemas.openxmlformats.org/officeDocument/2006/relationships/image" Target="../media/image190.svg"/><Relationship Id="rId55" Type="http://schemas.openxmlformats.org/officeDocument/2006/relationships/image" Target="../media/image189.png"/><Relationship Id="rId54" Type="http://schemas.openxmlformats.org/officeDocument/2006/relationships/tags" Target="../tags/tag502.xml"/><Relationship Id="rId53" Type="http://schemas.openxmlformats.org/officeDocument/2006/relationships/tags" Target="../tags/tag501.xml"/><Relationship Id="rId52" Type="http://schemas.openxmlformats.org/officeDocument/2006/relationships/tags" Target="../tags/tag500.xml"/><Relationship Id="rId51" Type="http://schemas.openxmlformats.org/officeDocument/2006/relationships/image" Target="../media/image188.svg"/><Relationship Id="rId50" Type="http://schemas.openxmlformats.org/officeDocument/2006/relationships/image" Target="../media/image187.png"/><Relationship Id="rId5" Type="http://schemas.openxmlformats.org/officeDocument/2006/relationships/image" Target="../media/image172.png"/><Relationship Id="rId49" Type="http://schemas.openxmlformats.org/officeDocument/2006/relationships/tags" Target="../tags/tag499.xml"/><Relationship Id="rId48" Type="http://schemas.openxmlformats.org/officeDocument/2006/relationships/tags" Target="../tags/tag498.xml"/><Relationship Id="rId47" Type="http://schemas.openxmlformats.org/officeDocument/2006/relationships/tags" Target="../tags/tag497.xml"/><Relationship Id="rId46" Type="http://schemas.openxmlformats.org/officeDocument/2006/relationships/image" Target="../media/image186.svg"/><Relationship Id="rId45" Type="http://schemas.openxmlformats.org/officeDocument/2006/relationships/image" Target="../media/image185.png"/><Relationship Id="rId44" Type="http://schemas.openxmlformats.org/officeDocument/2006/relationships/tags" Target="../tags/tag496.xml"/><Relationship Id="rId43" Type="http://schemas.openxmlformats.org/officeDocument/2006/relationships/tags" Target="../tags/tag495.xml"/><Relationship Id="rId42" Type="http://schemas.openxmlformats.org/officeDocument/2006/relationships/tags" Target="../tags/tag494.xml"/><Relationship Id="rId41" Type="http://schemas.openxmlformats.org/officeDocument/2006/relationships/image" Target="../media/image184.svg"/><Relationship Id="rId40" Type="http://schemas.openxmlformats.org/officeDocument/2006/relationships/image" Target="../media/image183.png"/><Relationship Id="rId4" Type="http://schemas.openxmlformats.org/officeDocument/2006/relationships/tags" Target="../tags/tag470.xml"/><Relationship Id="rId39" Type="http://schemas.openxmlformats.org/officeDocument/2006/relationships/tags" Target="../tags/tag493.xml"/><Relationship Id="rId38" Type="http://schemas.openxmlformats.org/officeDocument/2006/relationships/tags" Target="../tags/tag492.xml"/><Relationship Id="rId37" Type="http://schemas.openxmlformats.org/officeDocument/2006/relationships/tags" Target="../tags/tag491.xml"/><Relationship Id="rId36" Type="http://schemas.openxmlformats.org/officeDocument/2006/relationships/image" Target="../media/image182.svg"/><Relationship Id="rId35" Type="http://schemas.openxmlformats.org/officeDocument/2006/relationships/image" Target="../media/image181.png"/><Relationship Id="rId34" Type="http://schemas.openxmlformats.org/officeDocument/2006/relationships/tags" Target="../tags/tag490.xml"/><Relationship Id="rId33" Type="http://schemas.openxmlformats.org/officeDocument/2006/relationships/tags" Target="../tags/tag489.xml"/><Relationship Id="rId32" Type="http://schemas.openxmlformats.org/officeDocument/2006/relationships/tags" Target="../tags/tag488.xml"/><Relationship Id="rId31" Type="http://schemas.openxmlformats.org/officeDocument/2006/relationships/tags" Target="../tags/tag487.xml"/><Relationship Id="rId30" Type="http://schemas.openxmlformats.org/officeDocument/2006/relationships/tags" Target="../tags/tag486.xml"/><Relationship Id="rId3" Type="http://schemas.openxmlformats.org/officeDocument/2006/relationships/tags" Target="../tags/tag469.xml"/><Relationship Id="rId29" Type="http://schemas.openxmlformats.org/officeDocument/2006/relationships/image" Target="../media/image180.svg"/><Relationship Id="rId28" Type="http://schemas.openxmlformats.org/officeDocument/2006/relationships/image" Target="../media/image147.png"/><Relationship Id="rId27" Type="http://schemas.openxmlformats.org/officeDocument/2006/relationships/tags" Target="../tags/tag485.xml"/><Relationship Id="rId26" Type="http://schemas.openxmlformats.org/officeDocument/2006/relationships/tags" Target="../tags/tag484.xml"/><Relationship Id="rId25" Type="http://schemas.openxmlformats.org/officeDocument/2006/relationships/tags" Target="../tags/tag483.xml"/><Relationship Id="rId24" Type="http://schemas.openxmlformats.org/officeDocument/2006/relationships/tags" Target="../tags/tag482.xml"/><Relationship Id="rId23" Type="http://schemas.openxmlformats.org/officeDocument/2006/relationships/image" Target="../media/image179.svg"/><Relationship Id="rId22" Type="http://schemas.openxmlformats.org/officeDocument/2006/relationships/image" Target="../media/image178.png"/><Relationship Id="rId21" Type="http://schemas.openxmlformats.org/officeDocument/2006/relationships/tags" Target="../tags/tag481.xml"/><Relationship Id="rId20" Type="http://schemas.openxmlformats.org/officeDocument/2006/relationships/tags" Target="../tags/tag480.xml"/><Relationship Id="rId2" Type="http://schemas.openxmlformats.org/officeDocument/2006/relationships/tags" Target="../tags/tag468.xml"/><Relationship Id="rId19" Type="http://schemas.openxmlformats.org/officeDocument/2006/relationships/tags" Target="../tags/tag479.xml"/><Relationship Id="rId18" Type="http://schemas.openxmlformats.org/officeDocument/2006/relationships/tags" Target="../tags/tag478.xml"/><Relationship Id="rId17" Type="http://schemas.openxmlformats.org/officeDocument/2006/relationships/image" Target="../media/image177.svg"/><Relationship Id="rId16" Type="http://schemas.openxmlformats.org/officeDocument/2006/relationships/image" Target="../media/image176.png"/><Relationship Id="rId15" Type="http://schemas.openxmlformats.org/officeDocument/2006/relationships/tags" Target="../tags/tag477.xml"/><Relationship Id="rId14" Type="http://schemas.openxmlformats.org/officeDocument/2006/relationships/tags" Target="../tags/tag476.xml"/><Relationship Id="rId13" Type="http://schemas.openxmlformats.org/officeDocument/2006/relationships/tags" Target="../tags/tag475.xml"/><Relationship Id="rId12" Type="http://schemas.openxmlformats.org/officeDocument/2006/relationships/image" Target="../media/image175.svg"/><Relationship Id="rId11" Type="http://schemas.openxmlformats.org/officeDocument/2006/relationships/image" Target="../media/image174.png"/><Relationship Id="rId10" Type="http://schemas.openxmlformats.org/officeDocument/2006/relationships/tags" Target="../tags/tag474.xml"/><Relationship Id="rId1" Type="http://schemas.openxmlformats.org/officeDocument/2006/relationships/tags" Target="../tags/tag467.xml"/></Relationships>
</file>

<file path=ppt/slides/_rels/slide41.xml.rels><?xml version="1.0" encoding="UTF-8" standalone="yes"?>
<Relationships xmlns="http://schemas.openxmlformats.org/package/2006/relationships"><Relationship Id="rId92" Type="http://schemas.openxmlformats.org/officeDocument/2006/relationships/notesSlide" Target="../notesSlides/notesSlide41.xml"/><Relationship Id="rId91" Type="http://schemas.openxmlformats.org/officeDocument/2006/relationships/slideLayout" Target="../slideLayouts/slideLayout7.xml"/><Relationship Id="rId90" Type="http://schemas.openxmlformats.org/officeDocument/2006/relationships/tags" Target="../tags/tag582.xml"/><Relationship Id="rId9" Type="http://schemas.openxmlformats.org/officeDocument/2006/relationships/tags" Target="../tags/tag517.xml"/><Relationship Id="rId89" Type="http://schemas.openxmlformats.org/officeDocument/2006/relationships/tags" Target="../tags/tag581.xml"/><Relationship Id="rId88" Type="http://schemas.openxmlformats.org/officeDocument/2006/relationships/image" Target="../media/image208.svg"/><Relationship Id="rId87" Type="http://schemas.openxmlformats.org/officeDocument/2006/relationships/image" Target="../media/image42.png"/><Relationship Id="rId86" Type="http://schemas.openxmlformats.org/officeDocument/2006/relationships/tags" Target="../tags/tag580.xml"/><Relationship Id="rId85" Type="http://schemas.openxmlformats.org/officeDocument/2006/relationships/tags" Target="../tags/tag579.xml"/><Relationship Id="rId84" Type="http://schemas.openxmlformats.org/officeDocument/2006/relationships/tags" Target="../tags/tag578.xml"/><Relationship Id="rId83" Type="http://schemas.openxmlformats.org/officeDocument/2006/relationships/tags" Target="../tags/tag577.xml"/><Relationship Id="rId82" Type="http://schemas.openxmlformats.org/officeDocument/2006/relationships/tags" Target="../tags/tag576.xml"/><Relationship Id="rId81" Type="http://schemas.openxmlformats.org/officeDocument/2006/relationships/image" Target="../media/image207.svg"/><Relationship Id="rId80" Type="http://schemas.openxmlformats.org/officeDocument/2006/relationships/image" Target="../media/image206.png"/><Relationship Id="rId8" Type="http://schemas.openxmlformats.org/officeDocument/2006/relationships/tags" Target="../tags/tag516.xml"/><Relationship Id="rId79" Type="http://schemas.openxmlformats.org/officeDocument/2006/relationships/tags" Target="../tags/tag575.xml"/><Relationship Id="rId78" Type="http://schemas.openxmlformats.org/officeDocument/2006/relationships/tags" Target="../tags/tag574.xml"/><Relationship Id="rId77" Type="http://schemas.openxmlformats.org/officeDocument/2006/relationships/tags" Target="../tags/tag573.xml"/><Relationship Id="rId76" Type="http://schemas.openxmlformats.org/officeDocument/2006/relationships/tags" Target="../tags/tag572.xml"/><Relationship Id="rId75" Type="http://schemas.openxmlformats.org/officeDocument/2006/relationships/tags" Target="../tags/tag571.xml"/><Relationship Id="rId74" Type="http://schemas.openxmlformats.org/officeDocument/2006/relationships/image" Target="../media/image205.svg"/><Relationship Id="rId73" Type="http://schemas.openxmlformats.org/officeDocument/2006/relationships/image" Target="../media/image48.png"/><Relationship Id="rId72" Type="http://schemas.openxmlformats.org/officeDocument/2006/relationships/tags" Target="../tags/tag570.xml"/><Relationship Id="rId71" Type="http://schemas.openxmlformats.org/officeDocument/2006/relationships/tags" Target="../tags/tag569.xml"/><Relationship Id="rId70" Type="http://schemas.openxmlformats.org/officeDocument/2006/relationships/tags" Target="../tags/tag568.xml"/><Relationship Id="rId7" Type="http://schemas.openxmlformats.org/officeDocument/2006/relationships/tags" Target="../tags/tag515.xml"/><Relationship Id="rId69" Type="http://schemas.openxmlformats.org/officeDocument/2006/relationships/tags" Target="../tags/tag567.xml"/><Relationship Id="rId68" Type="http://schemas.openxmlformats.org/officeDocument/2006/relationships/tags" Target="../tags/tag566.xml"/><Relationship Id="rId67" Type="http://schemas.openxmlformats.org/officeDocument/2006/relationships/image" Target="../media/image204.svg"/><Relationship Id="rId66" Type="http://schemas.openxmlformats.org/officeDocument/2006/relationships/image" Target="../media/image203.png"/><Relationship Id="rId65" Type="http://schemas.openxmlformats.org/officeDocument/2006/relationships/tags" Target="../tags/tag565.xml"/><Relationship Id="rId64" Type="http://schemas.openxmlformats.org/officeDocument/2006/relationships/tags" Target="../tags/tag564.xml"/><Relationship Id="rId63" Type="http://schemas.openxmlformats.org/officeDocument/2006/relationships/tags" Target="../tags/tag563.xml"/><Relationship Id="rId62" Type="http://schemas.openxmlformats.org/officeDocument/2006/relationships/tags" Target="../tags/tag562.xml"/><Relationship Id="rId61" Type="http://schemas.openxmlformats.org/officeDocument/2006/relationships/tags" Target="../tags/tag561.xml"/><Relationship Id="rId60" Type="http://schemas.openxmlformats.org/officeDocument/2006/relationships/tags" Target="../tags/tag560.xml"/><Relationship Id="rId6" Type="http://schemas.openxmlformats.org/officeDocument/2006/relationships/image" Target="../media/image196.svg"/><Relationship Id="rId59" Type="http://schemas.openxmlformats.org/officeDocument/2006/relationships/tags" Target="../tags/tag559.xml"/><Relationship Id="rId58" Type="http://schemas.openxmlformats.org/officeDocument/2006/relationships/tags" Target="../tags/tag558.xml"/><Relationship Id="rId57" Type="http://schemas.openxmlformats.org/officeDocument/2006/relationships/image" Target="../media/image202.svg"/><Relationship Id="rId56" Type="http://schemas.openxmlformats.org/officeDocument/2006/relationships/image" Target="../media/image66.png"/><Relationship Id="rId55" Type="http://schemas.openxmlformats.org/officeDocument/2006/relationships/tags" Target="../tags/tag557.xml"/><Relationship Id="rId54" Type="http://schemas.openxmlformats.org/officeDocument/2006/relationships/tags" Target="../tags/tag556.xml"/><Relationship Id="rId53" Type="http://schemas.openxmlformats.org/officeDocument/2006/relationships/tags" Target="../tags/tag555.xml"/><Relationship Id="rId52" Type="http://schemas.openxmlformats.org/officeDocument/2006/relationships/tags" Target="../tags/tag554.xml"/><Relationship Id="rId51" Type="http://schemas.openxmlformats.org/officeDocument/2006/relationships/tags" Target="../tags/tag553.xml"/><Relationship Id="rId50" Type="http://schemas.openxmlformats.org/officeDocument/2006/relationships/tags" Target="../tags/tag552.xml"/><Relationship Id="rId5" Type="http://schemas.openxmlformats.org/officeDocument/2006/relationships/image" Target="../media/image195.png"/><Relationship Id="rId49" Type="http://schemas.openxmlformats.org/officeDocument/2006/relationships/tags" Target="../tags/tag551.xml"/><Relationship Id="rId48" Type="http://schemas.openxmlformats.org/officeDocument/2006/relationships/tags" Target="../tags/tag550.xml"/><Relationship Id="rId47" Type="http://schemas.openxmlformats.org/officeDocument/2006/relationships/tags" Target="../tags/tag549.xml"/><Relationship Id="rId46" Type="http://schemas.openxmlformats.org/officeDocument/2006/relationships/tags" Target="../tags/tag548.xml"/><Relationship Id="rId45" Type="http://schemas.openxmlformats.org/officeDocument/2006/relationships/tags" Target="../tags/tag547.xml"/><Relationship Id="rId44" Type="http://schemas.openxmlformats.org/officeDocument/2006/relationships/tags" Target="../tags/tag546.xml"/><Relationship Id="rId43" Type="http://schemas.openxmlformats.org/officeDocument/2006/relationships/image" Target="../media/image201.svg"/><Relationship Id="rId42" Type="http://schemas.openxmlformats.org/officeDocument/2006/relationships/image" Target="../media/image200.png"/><Relationship Id="rId41" Type="http://schemas.openxmlformats.org/officeDocument/2006/relationships/tags" Target="../tags/tag545.xml"/><Relationship Id="rId40" Type="http://schemas.openxmlformats.org/officeDocument/2006/relationships/tags" Target="../tags/tag544.xml"/><Relationship Id="rId4" Type="http://schemas.openxmlformats.org/officeDocument/2006/relationships/tags" Target="../tags/tag514.xml"/><Relationship Id="rId39" Type="http://schemas.openxmlformats.org/officeDocument/2006/relationships/tags" Target="../tags/tag543.xml"/><Relationship Id="rId38" Type="http://schemas.openxmlformats.org/officeDocument/2006/relationships/tags" Target="../tags/tag542.xml"/><Relationship Id="rId37" Type="http://schemas.openxmlformats.org/officeDocument/2006/relationships/tags" Target="../tags/tag541.xml"/><Relationship Id="rId36" Type="http://schemas.openxmlformats.org/officeDocument/2006/relationships/tags" Target="../tags/tag540.xml"/><Relationship Id="rId35" Type="http://schemas.openxmlformats.org/officeDocument/2006/relationships/tags" Target="../tags/tag539.xml"/><Relationship Id="rId34" Type="http://schemas.openxmlformats.org/officeDocument/2006/relationships/tags" Target="../tags/tag538.xml"/><Relationship Id="rId33" Type="http://schemas.openxmlformats.org/officeDocument/2006/relationships/tags" Target="../tags/tag537.xml"/><Relationship Id="rId32" Type="http://schemas.openxmlformats.org/officeDocument/2006/relationships/tags" Target="../tags/tag536.xml"/><Relationship Id="rId31" Type="http://schemas.openxmlformats.org/officeDocument/2006/relationships/tags" Target="../tags/tag535.xml"/><Relationship Id="rId30" Type="http://schemas.openxmlformats.org/officeDocument/2006/relationships/tags" Target="../tags/tag534.xml"/><Relationship Id="rId3" Type="http://schemas.openxmlformats.org/officeDocument/2006/relationships/tags" Target="../tags/tag513.xml"/><Relationship Id="rId29" Type="http://schemas.openxmlformats.org/officeDocument/2006/relationships/tags" Target="../tags/tag533.xml"/><Relationship Id="rId28" Type="http://schemas.openxmlformats.org/officeDocument/2006/relationships/tags" Target="../tags/tag532.xml"/><Relationship Id="rId27" Type="http://schemas.openxmlformats.org/officeDocument/2006/relationships/image" Target="../media/image199.svg"/><Relationship Id="rId26" Type="http://schemas.openxmlformats.org/officeDocument/2006/relationships/image" Target="../media/image198.png"/><Relationship Id="rId25" Type="http://schemas.openxmlformats.org/officeDocument/2006/relationships/tags" Target="../tags/tag531.xml"/><Relationship Id="rId24" Type="http://schemas.openxmlformats.org/officeDocument/2006/relationships/tags" Target="../tags/tag530.xml"/><Relationship Id="rId23" Type="http://schemas.openxmlformats.org/officeDocument/2006/relationships/tags" Target="../tags/tag529.xml"/><Relationship Id="rId22" Type="http://schemas.openxmlformats.org/officeDocument/2006/relationships/tags" Target="../tags/tag528.xml"/><Relationship Id="rId21" Type="http://schemas.openxmlformats.org/officeDocument/2006/relationships/tags" Target="../tags/tag527.xml"/><Relationship Id="rId20" Type="http://schemas.openxmlformats.org/officeDocument/2006/relationships/tags" Target="../tags/tag526.xml"/><Relationship Id="rId2" Type="http://schemas.openxmlformats.org/officeDocument/2006/relationships/tags" Target="../tags/tag512.xml"/><Relationship Id="rId19" Type="http://schemas.openxmlformats.org/officeDocument/2006/relationships/tags" Target="../tags/tag525.xml"/><Relationship Id="rId18" Type="http://schemas.openxmlformats.org/officeDocument/2006/relationships/tags" Target="../tags/tag524.xml"/><Relationship Id="rId17" Type="http://schemas.openxmlformats.org/officeDocument/2006/relationships/tags" Target="../tags/tag523.xml"/><Relationship Id="rId16" Type="http://schemas.openxmlformats.org/officeDocument/2006/relationships/tags" Target="../tags/tag522.xml"/><Relationship Id="rId15" Type="http://schemas.openxmlformats.org/officeDocument/2006/relationships/tags" Target="../tags/tag521.xml"/><Relationship Id="rId14" Type="http://schemas.openxmlformats.org/officeDocument/2006/relationships/tags" Target="../tags/tag520.xml"/><Relationship Id="rId13" Type="http://schemas.openxmlformats.org/officeDocument/2006/relationships/image" Target="../media/image197.svg"/><Relationship Id="rId12" Type="http://schemas.openxmlformats.org/officeDocument/2006/relationships/image" Target="../media/image38.png"/><Relationship Id="rId11" Type="http://schemas.openxmlformats.org/officeDocument/2006/relationships/tags" Target="../tags/tag519.xml"/><Relationship Id="rId10" Type="http://schemas.openxmlformats.org/officeDocument/2006/relationships/tags" Target="../tags/tag518.xml"/><Relationship Id="rId1" Type="http://schemas.openxmlformats.org/officeDocument/2006/relationships/tags" Target="../tags/tag511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589.xml"/><Relationship Id="rId8" Type="http://schemas.openxmlformats.org/officeDocument/2006/relationships/tags" Target="../tags/tag588.xml"/><Relationship Id="rId7" Type="http://schemas.openxmlformats.org/officeDocument/2006/relationships/tags" Target="../tags/tag587.xml"/><Relationship Id="rId6" Type="http://schemas.openxmlformats.org/officeDocument/2006/relationships/image" Target="../media/image210.svg"/><Relationship Id="rId52" Type="http://schemas.openxmlformats.org/officeDocument/2006/relationships/notesSlide" Target="../notesSlides/notesSlide42.xml"/><Relationship Id="rId51" Type="http://schemas.openxmlformats.org/officeDocument/2006/relationships/slideLayout" Target="../slideLayouts/slideLayout3.xml"/><Relationship Id="rId50" Type="http://schemas.openxmlformats.org/officeDocument/2006/relationships/tags" Target="../tags/tag616.xml"/><Relationship Id="rId5" Type="http://schemas.openxmlformats.org/officeDocument/2006/relationships/image" Target="../media/image209.png"/><Relationship Id="rId49" Type="http://schemas.openxmlformats.org/officeDocument/2006/relationships/tags" Target="../tags/tag615.xml"/><Relationship Id="rId48" Type="http://schemas.openxmlformats.org/officeDocument/2006/relationships/tags" Target="../tags/tag614.xml"/><Relationship Id="rId47" Type="http://schemas.openxmlformats.org/officeDocument/2006/relationships/tags" Target="../tags/tag613.xml"/><Relationship Id="rId46" Type="http://schemas.openxmlformats.org/officeDocument/2006/relationships/image" Target="../media/image223.svg"/><Relationship Id="rId45" Type="http://schemas.openxmlformats.org/officeDocument/2006/relationships/image" Target="../media/image222.png"/><Relationship Id="rId44" Type="http://schemas.openxmlformats.org/officeDocument/2006/relationships/tags" Target="../tags/tag612.xml"/><Relationship Id="rId43" Type="http://schemas.openxmlformats.org/officeDocument/2006/relationships/tags" Target="../tags/tag611.xml"/><Relationship Id="rId42" Type="http://schemas.openxmlformats.org/officeDocument/2006/relationships/tags" Target="../tags/tag610.xml"/><Relationship Id="rId41" Type="http://schemas.openxmlformats.org/officeDocument/2006/relationships/tags" Target="../tags/tag609.xml"/><Relationship Id="rId40" Type="http://schemas.openxmlformats.org/officeDocument/2006/relationships/image" Target="../media/image221.svg"/><Relationship Id="rId4" Type="http://schemas.openxmlformats.org/officeDocument/2006/relationships/tags" Target="../tags/tag586.xml"/><Relationship Id="rId39" Type="http://schemas.openxmlformats.org/officeDocument/2006/relationships/image" Target="../media/image220.png"/><Relationship Id="rId38" Type="http://schemas.openxmlformats.org/officeDocument/2006/relationships/tags" Target="../tags/tag608.xml"/><Relationship Id="rId37" Type="http://schemas.openxmlformats.org/officeDocument/2006/relationships/tags" Target="../tags/tag607.xml"/><Relationship Id="rId36" Type="http://schemas.openxmlformats.org/officeDocument/2006/relationships/tags" Target="../tags/tag606.xml"/><Relationship Id="rId35" Type="http://schemas.openxmlformats.org/officeDocument/2006/relationships/tags" Target="../tags/tag605.xml"/><Relationship Id="rId34" Type="http://schemas.openxmlformats.org/officeDocument/2006/relationships/image" Target="../media/image219.svg"/><Relationship Id="rId33" Type="http://schemas.openxmlformats.org/officeDocument/2006/relationships/image" Target="../media/image218.png"/><Relationship Id="rId32" Type="http://schemas.openxmlformats.org/officeDocument/2006/relationships/tags" Target="../tags/tag604.xml"/><Relationship Id="rId31" Type="http://schemas.openxmlformats.org/officeDocument/2006/relationships/tags" Target="../tags/tag603.xml"/><Relationship Id="rId30" Type="http://schemas.openxmlformats.org/officeDocument/2006/relationships/tags" Target="../tags/tag602.xml"/><Relationship Id="rId3" Type="http://schemas.openxmlformats.org/officeDocument/2006/relationships/tags" Target="../tags/tag585.xml"/><Relationship Id="rId29" Type="http://schemas.openxmlformats.org/officeDocument/2006/relationships/tags" Target="../tags/tag601.xml"/><Relationship Id="rId28" Type="http://schemas.openxmlformats.org/officeDocument/2006/relationships/tags" Target="../tags/tag600.xml"/><Relationship Id="rId27" Type="http://schemas.openxmlformats.org/officeDocument/2006/relationships/tags" Target="../tags/tag599.xml"/><Relationship Id="rId26" Type="http://schemas.openxmlformats.org/officeDocument/2006/relationships/image" Target="../media/image217.svg"/><Relationship Id="rId25" Type="http://schemas.openxmlformats.org/officeDocument/2006/relationships/image" Target="../media/image216.png"/><Relationship Id="rId24" Type="http://schemas.openxmlformats.org/officeDocument/2006/relationships/tags" Target="../tags/tag598.xml"/><Relationship Id="rId23" Type="http://schemas.openxmlformats.org/officeDocument/2006/relationships/tags" Target="../tags/tag597.xml"/><Relationship Id="rId22" Type="http://schemas.openxmlformats.org/officeDocument/2006/relationships/tags" Target="../tags/tag596.xml"/><Relationship Id="rId21" Type="http://schemas.openxmlformats.org/officeDocument/2006/relationships/image" Target="../media/image215.svg"/><Relationship Id="rId20" Type="http://schemas.openxmlformats.org/officeDocument/2006/relationships/image" Target="../media/image214.png"/><Relationship Id="rId2" Type="http://schemas.openxmlformats.org/officeDocument/2006/relationships/tags" Target="../tags/tag584.xml"/><Relationship Id="rId19" Type="http://schemas.openxmlformats.org/officeDocument/2006/relationships/tags" Target="../tags/tag595.xml"/><Relationship Id="rId18" Type="http://schemas.openxmlformats.org/officeDocument/2006/relationships/tags" Target="../tags/tag594.xml"/><Relationship Id="rId17" Type="http://schemas.openxmlformats.org/officeDocument/2006/relationships/tags" Target="../tags/tag593.xml"/><Relationship Id="rId16" Type="http://schemas.openxmlformats.org/officeDocument/2006/relationships/image" Target="../media/image213.svg"/><Relationship Id="rId15" Type="http://schemas.openxmlformats.org/officeDocument/2006/relationships/image" Target="../media/image212.png"/><Relationship Id="rId14" Type="http://schemas.openxmlformats.org/officeDocument/2006/relationships/tags" Target="../tags/tag592.xml"/><Relationship Id="rId13" Type="http://schemas.openxmlformats.org/officeDocument/2006/relationships/tags" Target="../tags/tag591.xml"/><Relationship Id="rId12" Type="http://schemas.openxmlformats.org/officeDocument/2006/relationships/tags" Target="../tags/tag590.xml"/><Relationship Id="rId11" Type="http://schemas.openxmlformats.org/officeDocument/2006/relationships/image" Target="../media/image211.svg"/><Relationship Id="rId10" Type="http://schemas.openxmlformats.org/officeDocument/2006/relationships/image" Target="../media/image106.png"/><Relationship Id="rId1" Type="http://schemas.openxmlformats.org/officeDocument/2006/relationships/tags" Target="../tags/tag583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tags" Target="../tags/tag622.xml"/><Relationship Id="rId7" Type="http://schemas.openxmlformats.org/officeDocument/2006/relationships/tags" Target="../tags/tag621.xml"/><Relationship Id="rId6" Type="http://schemas.openxmlformats.org/officeDocument/2006/relationships/tags" Target="../tags/tag620.xml"/><Relationship Id="rId5" Type="http://schemas.openxmlformats.org/officeDocument/2006/relationships/image" Target="../media/image225.svg"/><Relationship Id="rId4" Type="http://schemas.openxmlformats.org/officeDocument/2006/relationships/image" Target="../media/image224.png"/><Relationship Id="rId36" Type="http://schemas.openxmlformats.org/officeDocument/2006/relationships/notesSlide" Target="../notesSlides/notesSlide43.xml"/><Relationship Id="rId35" Type="http://schemas.openxmlformats.org/officeDocument/2006/relationships/slideLayout" Target="../slideLayouts/slideLayout3.xml"/><Relationship Id="rId34" Type="http://schemas.openxmlformats.org/officeDocument/2006/relationships/tags" Target="../tags/tag642.xml"/><Relationship Id="rId33" Type="http://schemas.openxmlformats.org/officeDocument/2006/relationships/tags" Target="../tags/tag641.xml"/><Relationship Id="rId32" Type="http://schemas.openxmlformats.org/officeDocument/2006/relationships/tags" Target="../tags/tag640.xml"/><Relationship Id="rId31" Type="http://schemas.openxmlformats.org/officeDocument/2006/relationships/tags" Target="../tags/tag639.xml"/><Relationship Id="rId30" Type="http://schemas.openxmlformats.org/officeDocument/2006/relationships/image" Target="../media/image231.svg"/><Relationship Id="rId3" Type="http://schemas.openxmlformats.org/officeDocument/2006/relationships/tags" Target="../tags/tag619.xml"/><Relationship Id="rId29" Type="http://schemas.openxmlformats.org/officeDocument/2006/relationships/image" Target="../media/image230.png"/><Relationship Id="rId28" Type="http://schemas.openxmlformats.org/officeDocument/2006/relationships/tags" Target="../tags/tag638.xml"/><Relationship Id="rId27" Type="http://schemas.openxmlformats.org/officeDocument/2006/relationships/tags" Target="../tags/tag637.xml"/><Relationship Id="rId26" Type="http://schemas.openxmlformats.org/officeDocument/2006/relationships/tags" Target="../tags/tag636.xml"/><Relationship Id="rId25" Type="http://schemas.openxmlformats.org/officeDocument/2006/relationships/tags" Target="../tags/tag635.xml"/><Relationship Id="rId24" Type="http://schemas.openxmlformats.org/officeDocument/2006/relationships/tags" Target="../tags/tag634.xml"/><Relationship Id="rId23" Type="http://schemas.openxmlformats.org/officeDocument/2006/relationships/image" Target="../media/image229.svg"/><Relationship Id="rId22" Type="http://schemas.openxmlformats.org/officeDocument/2006/relationships/image" Target="../media/image228.png"/><Relationship Id="rId21" Type="http://schemas.openxmlformats.org/officeDocument/2006/relationships/tags" Target="../tags/tag633.xml"/><Relationship Id="rId20" Type="http://schemas.openxmlformats.org/officeDocument/2006/relationships/tags" Target="../tags/tag632.xml"/><Relationship Id="rId2" Type="http://schemas.openxmlformats.org/officeDocument/2006/relationships/tags" Target="../tags/tag618.xml"/><Relationship Id="rId19" Type="http://schemas.openxmlformats.org/officeDocument/2006/relationships/tags" Target="../tags/tag631.xml"/><Relationship Id="rId18" Type="http://schemas.openxmlformats.org/officeDocument/2006/relationships/tags" Target="../tags/tag630.xml"/><Relationship Id="rId17" Type="http://schemas.openxmlformats.org/officeDocument/2006/relationships/tags" Target="../tags/tag629.xml"/><Relationship Id="rId16" Type="http://schemas.openxmlformats.org/officeDocument/2006/relationships/image" Target="../media/image227.svg"/><Relationship Id="rId15" Type="http://schemas.openxmlformats.org/officeDocument/2006/relationships/image" Target="../media/image226.png"/><Relationship Id="rId14" Type="http://schemas.openxmlformats.org/officeDocument/2006/relationships/tags" Target="../tags/tag628.xml"/><Relationship Id="rId13" Type="http://schemas.openxmlformats.org/officeDocument/2006/relationships/tags" Target="../tags/tag627.xml"/><Relationship Id="rId12" Type="http://schemas.openxmlformats.org/officeDocument/2006/relationships/tags" Target="../tags/tag626.xml"/><Relationship Id="rId11" Type="http://schemas.openxmlformats.org/officeDocument/2006/relationships/tags" Target="../tags/tag625.xml"/><Relationship Id="rId10" Type="http://schemas.openxmlformats.org/officeDocument/2006/relationships/tags" Target="../tags/tag624.xml"/><Relationship Id="rId1" Type="http://schemas.openxmlformats.org/officeDocument/2006/relationships/tags" Target="../tags/tag617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651.xml"/><Relationship Id="rId8" Type="http://schemas.openxmlformats.org/officeDocument/2006/relationships/tags" Target="../tags/tag650.xml"/><Relationship Id="rId7" Type="http://schemas.openxmlformats.org/officeDocument/2006/relationships/tags" Target="../tags/tag649.xml"/><Relationship Id="rId6" Type="http://schemas.openxmlformats.org/officeDocument/2006/relationships/tags" Target="../tags/tag648.xml"/><Relationship Id="rId5" Type="http://schemas.openxmlformats.org/officeDocument/2006/relationships/tags" Target="../tags/tag647.xml"/><Relationship Id="rId41" Type="http://schemas.openxmlformats.org/officeDocument/2006/relationships/notesSlide" Target="../notesSlides/notesSlide44.xml"/><Relationship Id="rId40" Type="http://schemas.openxmlformats.org/officeDocument/2006/relationships/slideLayout" Target="../slideLayouts/slideLayout3.xml"/><Relationship Id="rId4" Type="http://schemas.openxmlformats.org/officeDocument/2006/relationships/tags" Target="../tags/tag646.xml"/><Relationship Id="rId39" Type="http://schemas.openxmlformats.org/officeDocument/2006/relationships/tags" Target="../tags/tag675.xml"/><Relationship Id="rId38" Type="http://schemas.openxmlformats.org/officeDocument/2006/relationships/tags" Target="../tags/tag674.xml"/><Relationship Id="rId37" Type="http://schemas.openxmlformats.org/officeDocument/2006/relationships/tags" Target="../tags/tag673.xml"/><Relationship Id="rId36" Type="http://schemas.openxmlformats.org/officeDocument/2006/relationships/tags" Target="../tags/tag672.xml"/><Relationship Id="rId35" Type="http://schemas.openxmlformats.org/officeDocument/2006/relationships/image" Target="../media/image237.svg"/><Relationship Id="rId34" Type="http://schemas.openxmlformats.org/officeDocument/2006/relationships/image" Target="../media/image236.png"/><Relationship Id="rId33" Type="http://schemas.openxmlformats.org/officeDocument/2006/relationships/tags" Target="../tags/tag671.xml"/><Relationship Id="rId32" Type="http://schemas.openxmlformats.org/officeDocument/2006/relationships/tags" Target="../tags/tag670.xml"/><Relationship Id="rId31" Type="http://schemas.openxmlformats.org/officeDocument/2006/relationships/tags" Target="../tags/tag669.xml"/><Relationship Id="rId30" Type="http://schemas.openxmlformats.org/officeDocument/2006/relationships/tags" Target="../tags/tag668.xml"/><Relationship Id="rId3" Type="http://schemas.openxmlformats.org/officeDocument/2006/relationships/tags" Target="../tags/tag645.xml"/><Relationship Id="rId29" Type="http://schemas.openxmlformats.org/officeDocument/2006/relationships/tags" Target="../tags/tag667.xml"/><Relationship Id="rId28" Type="http://schemas.openxmlformats.org/officeDocument/2006/relationships/image" Target="../media/image235.svg"/><Relationship Id="rId27" Type="http://schemas.openxmlformats.org/officeDocument/2006/relationships/image" Target="../media/image234.png"/><Relationship Id="rId26" Type="http://schemas.openxmlformats.org/officeDocument/2006/relationships/tags" Target="../tags/tag666.xml"/><Relationship Id="rId25" Type="http://schemas.openxmlformats.org/officeDocument/2006/relationships/tags" Target="../tags/tag665.xml"/><Relationship Id="rId24" Type="http://schemas.openxmlformats.org/officeDocument/2006/relationships/tags" Target="../tags/tag664.xml"/><Relationship Id="rId23" Type="http://schemas.openxmlformats.org/officeDocument/2006/relationships/tags" Target="../tags/tag663.xml"/><Relationship Id="rId22" Type="http://schemas.openxmlformats.org/officeDocument/2006/relationships/tags" Target="../tags/tag662.xml"/><Relationship Id="rId21" Type="http://schemas.openxmlformats.org/officeDocument/2006/relationships/image" Target="../media/image233.svg"/><Relationship Id="rId20" Type="http://schemas.openxmlformats.org/officeDocument/2006/relationships/image" Target="../media/image232.png"/><Relationship Id="rId2" Type="http://schemas.openxmlformats.org/officeDocument/2006/relationships/tags" Target="../tags/tag644.xml"/><Relationship Id="rId19" Type="http://schemas.openxmlformats.org/officeDocument/2006/relationships/tags" Target="../tags/tag661.xml"/><Relationship Id="rId18" Type="http://schemas.openxmlformats.org/officeDocument/2006/relationships/tags" Target="../tags/tag660.xml"/><Relationship Id="rId17" Type="http://schemas.openxmlformats.org/officeDocument/2006/relationships/tags" Target="../tags/tag659.xml"/><Relationship Id="rId16" Type="http://schemas.openxmlformats.org/officeDocument/2006/relationships/tags" Target="../tags/tag658.xml"/><Relationship Id="rId15" Type="http://schemas.openxmlformats.org/officeDocument/2006/relationships/tags" Target="../tags/tag657.xml"/><Relationship Id="rId14" Type="http://schemas.openxmlformats.org/officeDocument/2006/relationships/tags" Target="../tags/tag656.xml"/><Relationship Id="rId13" Type="http://schemas.openxmlformats.org/officeDocument/2006/relationships/tags" Target="../tags/tag655.xml"/><Relationship Id="rId12" Type="http://schemas.openxmlformats.org/officeDocument/2006/relationships/tags" Target="../tags/tag654.xml"/><Relationship Id="rId11" Type="http://schemas.openxmlformats.org/officeDocument/2006/relationships/tags" Target="../tags/tag653.xml"/><Relationship Id="rId10" Type="http://schemas.openxmlformats.org/officeDocument/2006/relationships/tags" Target="../tags/tag652.xml"/><Relationship Id="rId1" Type="http://schemas.openxmlformats.org/officeDocument/2006/relationships/tags" Target="../tags/tag643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684.xml"/><Relationship Id="rId8" Type="http://schemas.openxmlformats.org/officeDocument/2006/relationships/tags" Target="../tags/tag683.xml"/><Relationship Id="rId7" Type="http://schemas.openxmlformats.org/officeDocument/2006/relationships/tags" Target="../tags/tag682.xml"/><Relationship Id="rId6" Type="http://schemas.openxmlformats.org/officeDocument/2006/relationships/tags" Target="../tags/tag681.xml"/><Relationship Id="rId50" Type="http://schemas.openxmlformats.org/officeDocument/2006/relationships/notesSlide" Target="../notesSlides/notesSlide45.xml"/><Relationship Id="rId5" Type="http://schemas.openxmlformats.org/officeDocument/2006/relationships/tags" Target="../tags/tag680.xml"/><Relationship Id="rId49" Type="http://schemas.openxmlformats.org/officeDocument/2006/relationships/slideLayout" Target="../slideLayouts/slideLayout3.xml"/><Relationship Id="rId48" Type="http://schemas.openxmlformats.org/officeDocument/2006/relationships/tags" Target="../tags/tag717.xml"/><Relationship Id="rId47" Type="http://schemas.openxmlformats.org/officeDocument/2006/relationships/tags" Target="../tags/tag716.xml"/><Relationship Id="rId46" Type="http://schemas.openxmlformats.org/officeDocument/2006/relationships/tags" Target="../tags/tag715.xml"/><Relationship Id="rId45" Type="http://schemas.openxmlformats.org/officeDocument/2006/relationships/tags" Target="../tags/tag714.xml"/><Relationship Id="rId44" Type="http://schemas.openxmlformats.org/officeDocument/2006/relationships/tags" Target="../tags/tag713.xml"/><Relationship Id="rId43" Type="http://schemas.openxmlformats.org/officeDocument/2006/relationships/tags" Target="../tags/tag712.xml"/><Relationship Id="rId42" Type="http://schemas.openxmlformats.org/officeDocument/2006/relationships/tags" Target="../tags/tag711.xml"/><Relationship Id="rId41" Type="http://schemas.openxmlformats.org/officeDocument/2006/relationships/tags" Target="../tags/tag710.xml"/><Relationship Id="rId40" Type="http://schemas.openxmlformats.org/officeDocument/2006/relationships/tags" Target="../tags/tag709.xml"/><Relationship Id="rId4" Type="http://schemas.openxmlformats.org/officeDocument/2006/relationships/tags" Target="../tags/tag679.xml"/><Relationship Id="rId39" Type="http://schemas.openxmlformats.org/officeDocument/2006/relationships/tags" Target="../tags/tag708.xml"/><Relationship Id="rId38" Type="http://schemas.openxmlformats.org/officeDocument/2006/relationships/image" Target="../media/image242.svg"/><Relationship Id="rId37" Type="http://schemas.openxmlformats.org/officeDocument/2006/relationships/image" Target="../media/image241.png"/><Relationship Id="rId36" Type="http://schemas.openxmlformats.org/officeDocument/2006/relationships/tags" Target="../tags/tag707.xml"/><Relationship Id="rId35" Type="http://schemas.openxmlformats.org/officeDocument/2006/relationships/tags" Target="../tags/tag706.xml"/><Relationship Id="rId34" Type="http://schemas.openxmlformats.org/officeDocument/2006/relationships/tags" Target="../tags/tag705.xml"/><Relationship Id="rId33" Type="http://schemas.openxmlformats.org/officeDocument/2006/relationships/tags" Target="../tags/tag704.xml"/><Relationship Id="rId32" Type="http://schemas.openxmlformats.org/officeDocument/2006/relationships/tags" Target="../tags/tag703.xml"/><Relationship Id="rId31" Type="http://schemas.openxmlformats.org/officeDocument/2006/relationships/tags" Target="../tags/tag702.xml"/><Relationship Id="rId30" Type="http://schemas.openxmlformats.org/officeDocument/2006/relationships/tags" Target="../tags/tag701.xml"/><Relationship Id="rId3" Type="http://schemas.openxmlformats.org/officeDocument/2006/relationships/tags" Target="../tags/tag678.xml"/><Relationship Id="rId29" Type="http://schemas.openxmlformats.org/officeDocument/2006/relationships/tags" Target="../tags/tag700.xml"/><Relationship Id="rId28" Type="http://schemas.openxmlformats.org/officeDocument/2006/relationships/tags" Target="../tags/tag699.xml"/><Relationship Id="rId27" Type="http://schemas.openxmlformats.org/officeDocument/2006/relationships/tags" Target="../tags/tag698.xml"/><Relationship Id="rId26" Type="http://schemas.openxmlformats.org/officeDocument/2006/relationships/tags" Target="../tags/tag697.xml"/><Relationship Id="rId25" Type="http://schemas.openxmlformats.org/officeDocument/2006/relationships/tags" Target="../tags/tag696.xml"/><Relationship Id="rId24" Type="http://schemas.openxmlformats.org/officeDocument/2006/relationships/tags" Target="../tags/tag695.xml"/><Relationship Id="rId23" Type="http://schemas.openxmlformats.org/officeDocument/2006/relationships/image" Target="../media/image240.svg"/><Relationship Id="rId22" Type="http://schemas.openxmlformats.org/officeDocument/2006/relationships/image" Target="../media/image224.png"/><Relationship Id="rId21" Type="http://schemas.openxmlformats.org/officeDocument/2006/relationships/tags" Target="../tags/tag694.xml"/><Relationship Id="rId20" Type="http://schemas.openxmlformats.org/officeDocument/2006/relationships/tags" Target="../tags/tag693.xml"/><Relationship Id="rId2" Type="http://schemas.openxmlformats.org/officeDocument/2006/relationships/tags" Target="../tags/tag677.xml"/><Relationship Id="rId19" Type="http://schemas.openxmlformats.org/officeDocument/2006/relationships/tags" Target="../tags/tag692.xml"/><Relationship Id="rId18" Type="http://schemas.openxmlformats.org/officeDocument/2006/relationships/tags" Target="../tags/tag691.xml"/><Relationship Id="rId17" Type="http://schemas.openxmlformats.org/officeDocument/2006/relationships/tags" Target="../tags/tag690.xml"/><Relationship Id="rId16" Type="http://schemas.openxmlformats.org/officeDocument/2006/relationships/image" Target="../media/image239.svg"/><Relationship Id="rId15" Type="http://schemas.openxmlformats.org/officeDocument/2006/relationships/image" Target="../media/image238.png"/><Relationship Id="rId14" Type="http://schemas.openxmlformats.org/officeDocument/2006/relationships/tags" Target="../tags/tag689.xml"/><Relationship Id="rId13" Type="http://schemas.openxmlformats.org/officeDocument/2006/relationships/tags" Target="../tags/tag688.xml"/><Relationship Id="rId12" Type="http://schemas.openxmlformats.org/officeDocument/2006/relationships/tags" Target="../tags/tag687.xml"/><Relationship Id="rId11" Type="http://schemas.openxmlformats.org/officeDocument/2006/relationships/tags" Target="../tags/tag686.xml"/><Relationship Id="rId10" Type="http://schemas.openxmlformats.org/officeDocument/2006/relationships/tags" Target="../tags/tag685.xml"/><Relationship Id="rId1" Type="http://schemas.openxmlformats.org/officeDocument/2006/relationships/tags" Target="../tags/tag676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724.xml"/><Relationship Id="rId8" Type="http://schemas.openxmlformats.org/officeDocument/2006/relationships/image" Target="../media/image244.svg"/><Relationship Id="rId71" Type="http://schemas.openxmlformats.org/officeDocument/2006/relationships/notesSlide" Target="../notesSlides/notesSlide46.xml"/><Relationship Id="rId70" Type="http://schemas.openxmlformats.org/officeDocument/2006/relationships/slideLayout" Target="../slideLayouts/slideLayout3.xml"/><Relationship Id="rId7" Type="http://schemas.openxmlformats.org/officeDocument/2006/relationships/image" Target="../media/image243.png"/><Relationship Id="rId69" Type="http://schemas.openxmlformats.org/officeDocument/2006/relationships/tags" Target="../tags/tag774.xml"/><Relationship Id="rId68" Type="http://schemas.openxmlformats.org/officeDocument/2006/relationships/tags" Target="../tags/tag773.xml"/><Relationship Id="rId67" Type="http://schemas.openxmlformats.org/officeDocument/2006/relationships/image" Target="../media/image253.svg"/><Relationship Id="rId66" Type="http://schemas.openxmlformats.org/officeDocument/2006/relationships/image" Target="../media/image252.png"/><Relationship Id="rId65" Type="http://schemas.openxmlformats.org/officeDocument/2006/relationships/tags" Target="../tags/tag772.xml"/><Relationship Id="rId64" Type="http://schemas.openxmlformats.org/officeDocument/2006/relationships/tags" Target="../tags/tag771.xml"/><Relationship Id="rId63" Type="http://schemas.openxmlformats.org/officeDocument/2006/relationships/tags" Target="../tags/tag770.xml"/><Relationship Id="rId62" Type="http://schemas.openxmlformats.org/officeDocument/2006/relationships/tags" Target="../tags/tag769.xml"/><Relationship Id="rId61" Type="http://schemas.openxmlformats.org/officeDocument/2006/relationships/tags" Target="../tags/tag768.xml"/><Relationship Id="rId60" Type="http://schemas.openxmlformats.org/officeDocument/2006/relationships/image" Target="../media/image251.svg"/><Relationship Id="rId6" Type="http://schemas.openxmlformats.org/officeDocument/2006/relationships/tags" Target="../tags/tag723.xml"/><Relationship Id="rId59" Type="http://schemas.openxmlformats.org/officeDocument/2006/relationships/image" Target="../media/image250.png"/><Relationship Id="rId58" Type="http://schemas.openxmlformats.org/officeDocument/2006/relationships/tags" Target="../tags/tag767.xml"/><Relationship Id="rId57" Type="http://schemas.openxmlformats.org/officeDocument/2006/relationships/tags" Target="../tags/tag766.xml"/><Relationship Id="rId56" Type="http://schemas.openxmlformats.org/officeDocument/2006/relationships/tags" Target="../tags/tag765.xml"/><Relationship Id="rId55" Type="http://schemas.openxmlformats.org/officeDocument/2006/relationships/tags" Target="../tags/tag764.xml"/><Relationship Id="rId54" Type="http://schemas.openxmlformats.org/officeDocument/2006/relationships/tags" Target="../tags/tag763.xml"/><Relationship Id="rId53" Type="http://schemas.openxmlformats.org/officeDocument/2006/relationships/tags" Target="../tags/tag762.xml"/><Relationship Id="rId52" Type="http://schemas.openxmlformats.org/officeDocument/2006/relationships/tags" Target="../tags/tag761.xml"/><Relationship Id="rId51" Type="http://schemas.openxmlformats.org/officeDocument/2006/relationships/tags" Target="../tags/tag760.xml"/><Relationship Id="rId50" Type="http://schemas.openxmlformats.org/officeDocument/2006/relationships/tags" Target="../tags/tag759.xml"/><Relationship Id="rId5" Type="http://schemas.openxmlformats.org/officeDocument/2006/relationships/tags" Target="../tags/tag722.xml"/><Relationship Id="rId49" Type="http://schemas.openxmlformats.org/officeDocument/2006/relationships/image" Target="../media/image249.svg"/><Relationship Id="rId48" Type="http://schemas.openxmlformats.org/officeDocument/2006/relationships/image" Target="../media/image248.png"/><Relationship Id="rId47" Type="http://schemas.openxmlformats.org/officeDocument/2006/relationships/tags" Target="../tags/tag758.xml"/><Relationship Id="rId46" Type="http://schemas.openxmlformats.org/officeDocument/2006/relationships/tags" Target="../tags/tag757.xml"/><Relationship Id="rId45" Type="http://schemas.openxmlformats.org/officeDocument/2006/relationships/tags" Target="../tags/tag756.xml"/><Relationship Id="rId44" Type="http://schemas.openxmlformats.org/officeDocument/2006/relationships/tags" Target="../tags/tag755.xml"/><Relationship Id="rId43" Type="http://schemas.openxmlformats.org/officeDocument/2006/relationships/tags" Target="../tags/tag754.xml"/><Relationship Id="rId42" Type="http://schemas.openxmlformats.org/officeDocument/2006/relationships/image" Target="../media/image247.svg"/><Relationship Id="rId41" Type="http://schemas.openxmlformats.org/officeDocument/2006/relationships/image" Target="../media/image224.png"/><Relationship Id="rId40" Type="http://schemas.openxmlformats.org/officeDocument/2006/relationships/tags" Target="../tags/tag753.xml"/><Relationship Id="rId4" Type="http://schemas.openxmlformats.org/officeDocument/2006/relationships/tags" Target="../tags/tag721.xml"/><Relationship Id="rId39" Type="http://schemas.openxmlformats.org/officeDocument/2006/relationships/tags" Target="../tags/tag752.xml"/><Relationship Id="rId38" Type="http://schemas.openxmlformats.org/officeDocument/2006/relationships/tags" Target="../tags/tag751.xml"/><Relationship Id="rId37" Type="http://schemas.openxmlformats.org/officeDocument/2006/relationships/tags" Target="../tags/tag750.xml"/><Relationship Id="rId36" Type="http://schemas.openxmlformats.org/officeDocument/2006/relationships/tags" Target="../tags/tag749.xml"/><Relationship Id="rId35" Type="http://schemas.openxmlformats.org/officeDocument/2006/relationships/tags" Target="../tags/tag748.xml"/><Relationship Id="rId34" Type="http://schemas.openxmlformats.org/officeDocument/2006/relationships/tags" Target="../tags/tag747.xml"/><Relationship Id="rId33" Type="http://schemas.openxmlformats.org/officeDocument/2006/relationships/tags" Target="../tags/tag746.xml"/><Relationship Id="rId32" Type="http://schemas.openxmlformats.org/officeDocument/2006/relationships/tags" Target="../tags/tag745.xml"/><Relationship Id="rId31" Type="http://schemas.openxmlformats.org/officeDocument/2006/relationships/tags" Target="../tags/tag744.xml"/><Relationship Id="rId30" Type="http://schemas.openxmlformats.org/officeDocument/2006/relationships/tags" Target="../tags/tag743.xml"/><Relationship Id="rId3" Type="http://schemas.openxmlformats.org/officeDocument/2006/relationships/tags" Target="../tags/tag720.xml"/><Relationship Id="rId29" Type="http://schemas.openxmlformats.org/officeDocument/2006/relationships/tags" Target="../tags/tag742.xml"/><Relationship Id="rId28" Type="http://schemas.openxmlformats.org/officeDocument/2006/relationships/tags" Target="../tags/tag741.xml"/><Relationship Id="rId27" Type="http://schemas.openxmlformats.org/officeDocument/2006/relationships/tags" Target="../tags/tag740.xml"/><Relationship Id="rId26" Type="http://schemas.openxmlformats.org/officeDocument/2006/relationships/tags" Target="../tags/tag739.xml"/><Relationship Id="rId25" Type="http://schemas.openxmlformats.org/officeDocument/2006/relationships/tags" Target="../tags/tag738.xml"/><Relationship Id="rId24" Type="http://schemas.openxmlformats.org/officeDocument/2006/relationships/tags" Target="../tags/tag737.xml"/><Relationship Id="rId23" Type="http://schemas.openxmlformats.org/officeDocument/2006/relationships/tags" Target="../tags/tag736.xml"/><Relationship Id="rId22" Type="http://schemas.openxmlformats.org/officeDocument/2006/relationships/image" Target="../media/image246.svg"/><Relationship Id="rId21" Type="http://schemas.openxmlformats.org/officeDocument/2006/relationships/image" Target="../media/image245.png"/><Relationship Id="rId20" Type="http://schemas.openxmlformats.org/officeDocument/2006/relationships/tags" Target="../tags/tag735.xml"/><Relationship Id="rId2" Type="http://schemas.openxmlformats.org/officeDocument/2006/relationships/tags" Target="../tags/tag719.xml"/><Relationship Id="rId19" Type="http://schemas.openxmlformats.org/officeDocument/2006/relationships/tags" Target="../tags/tag734.xml"/><Relationship Id="rId18" Type="http://schemas.openxmlformats.org/officeDocument/2006/relationships/tags" Target="../tags/tag733.xml"/><Relationship Id="rId17" Type="http://schemas.openxmlformats.org/officeDocument/2006/relationships/tags" Target="../tags/tag732.xml"/><Relationship Id="rId16" Type="http://schemas.openxmlformats.org/officeDocument/2006/relationships/tags" Target="../tags/tag731.xml"/><Relationship Id="rId15" Type="http://schemas.openxmlformats.org/officeDocument/2006/relationships/tags" Target="../tags/tag730.xml"/><Relationship Id="rId14" Type="http://schemas.openxmlformats.org/officeDocument/2006/relationships/tags" Target="../tags/tag729.xml"/><Relationship Id="rId13" Type="http://schemas.openxmlformats.org/officeDocument/2006/relationships/tags" Target="../tags/tag728.xml"/><Relationship Id="rId12" Type="http://schemas.openxmlformats.org/officeDocument/2006/relationships/tags" Target="../tags/tag727.xml"/><Relationship Id="rId11" Type="http://schemas.openxmlformats.org/officeDocument/2006/relationships/tags" Target="../tags/tag726.xml"/><Relationship Id="rId10" Type="http://schemas.openxmlformats.org/officeDocument/2006/relationships/tags" Target="../tags/tag725.xml"/><Relationship Id="rId1" Type="http://schemas.openxmlformats.org/officeDocument/2006/relationships/tags" Target="../tags/tag718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781.xml"/><Relationship Id="rId8" Type="http://schemas.openxmlformats.org/officeDocument/2006/relationships/tags" Target="../tags/tag780.xml"/><Relationship Id="rId7" Type="http://schemas.openxmlformats.org/officeDocument/2006/relationships/tags" Target="../tags/tag779.xml"/><Relationship Id="rId6" Type="http://schemas.openxmlformats.org/officeDocument/2006/relationships/image" Target="../media/image255.svg"/><Relationship Id="rId5" Type="http://schemas.openxmlformats.org/officeDocument/2006/relationships/image" Target="../media/image254.png"/><Relationship Id="rId4" Type="http://schemas.openxmlformats.org/officeDocument/2006/relationships/tags" Target="../tags/tag778.xml"/><Relationship Id="rId3" Type="http://schemas.openxmlformats.org/officeDocument/2006/relationships/tags" Target="../tags/tag777.xml"/><Relationship Id="rId25" Type="http://schemas.openxmlformats.org/officeDocument/2006/relationships/notesSlide" Target="../notesSlides/notesSlide47.xml"/><Relationship Id="rId24" Type="http://schemas.openxmlformats.org/officeDocument/2006/relationships/slideLayout" Target="../slideLayouts/slideLayout3.xml"/><Relationship Id="rId23" Type="http://schemas.openxmlformats.org/officeDocument/2006/relationships/tags" Target="../tags/tag793.xml"/><Relationship Id="rId22" Type="http://schemas.openxmlformats.org/officeDocument/2006/relationships/tags" Target="../tags/tag792.xml"/><Relationship Id="rId21" Type="http://schemas.openxmlformats.org/officeDocument/2006/relationships/tags" Target="../tags/tag791.xml"/><Relationship Id="rId20" Type="http://schemas.openxmlformats.org/officeDocument/2006/relationships/tags" Target="../tags/tag790.xml"/><Relationship Id="rId2" Type="http://schemas.openxmlformats.org/officeDocument/2006/relationships/tags" Target="../tags/tag776.xml"/><Relationship Id="rId19" Type="http://schemas.openxmlformats.org/officeDocument/2006/relationships/tags" Target="../tags/tag789.xml"/><Relationship Id="rId18" Type="http://schemas.openxmlformats.org/officeDocument/2006/relationships/tags" Target="../tags/tag788.xml"/><Relationship Id="rId17" Type="http://schemas.openxmlformats.org/officeDocument/2006/relationships/tags" Target="../tags/tag787.xml"/><Relationship Id="rId16" Type="http://schemas.openxmlformats.org/officeDocument/2006/relationships/tags" Target="../tags/tag786.xml"/><Relationship Id="rId15" Type="http://schemas.openxmlformats.org/officeDocument/2006/relationships/tags" Target="../tags/tag785.xml"/><Relationship Id="rId14" Type="http://schemas.openxmlformats.org/officeDocument/2006/relationships/tags" Target="../tags/tag784.xml"/><Relationship Id="rId13" Type="http://schemas.openxmlformats.org/officeDocument/2006/relationships/image" Target="../media/image257.svg"/><Relationship Id="rId12" Type="http://schemas.openxmlformats.org/officeDocument/2006/relationships/image" Target="../media/image256.png"/><Relationship Id="rId11" Type="http://schemas.openxmlformats.org/officeDocument/2006/relationships/tags" Target="../tags/tag783.xml"/><Relationship Id="rId10" Type="http://schemas.openxmlformats.org/officeDocument/2006/relationships/tags" Target="../tags/tag782.xml"/><Relationship Id="rId1" Type="http://schemas.openxmlformats.org/officeDocument/2006/relationships/tags" Target="../tags/tag775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800.xml"/><Relationship Id="rId8" Type="http://schemas.openxmlformats.org/officeDocument/2006/relationships/tags" Target="../tags/tag799.xml"/><Relationship Id="rId7" Type="http://schemas.openxmlformats.org/officeDocument/2006/relationships/tags" Target="../tags/tag798.xml"/><Relationship Id="rId62" Type="http://schemas.openxmlformats.org/officeDocument/2006/relationships/notesSlide" Target="../notesSlides/notesSlide48.xml"/><Relationship Id="rId61" Type="http://schemas.openxmlformats.org/officeDocument/2006/relationships/slideLayout" Target="../slideLayouts/slideLayout3.xml"/><Relationship Id="rId60" Type="http://schemas.openxmlformats.org/officeDocument/2006/relationships/tags" Target="../tags/tag845.xml"/><Relationship Id="rId6" Type="http://schemas.openxmlformats.org/officeDocument/2006/relationships/image" Target="../media/image258.svg"/><Relationship Id="rId59" Type="http://schemas.openxmlformats.org/officeDocument/2006/relationships/tags" Target="../tags/tag844.xml"/><Relationship Id="rId58" Type="http://schemas.openxmlformats.org/officeDocument/2006/relationships/tags" Target="../tags/tag843.xml"/><Relationship Id="rId57" Type="http://schemas.openxmlformats.org/officeDocument/2006/relationships/tags" Target="../tags/tag842.xml"/><Relationship Id="rId56" Type="http://schemas.openxmlformats.org/officeDocument/2006/relationships/tags" Target="../tags/tag841.xml"/><Relationship Id="rId55" Type="http://schemas.openxmlformats.org/officeDocument/2006/relationships/tags" Target="../tags/tag840.xml"/><Relationship Id="rId54" Type="http://schemas.openxmlformats.org/officeDocument/2006/relationships/tags" Target="../tags/tag839.xml"/><Relationship Id="rId53" Type="http://schemas.openxmlformats.org/officeDocument/2006/relationships/image" Target="../media/image262.svg"/><Relationship Id="rId52" Type="http://schemas.openxmlformats.org/officeDocument/2006/relationships/image" Target="../media/image261.png"/><Relationship Id="rId51" Type="http://schemas.openxmlformats.org/officeDocument/2006/relationships/tags" Target="../tags/tag838.xml"/><Relationship Id="rId50" Type="http://schemas.openxmlformats.org/officeDocument/2006/relationships/tags" Target="../tags/tag837.xml"/><Relationship Id="rId5" Type="http://schemas.openxmlformats.org/officeDocument/2006/relationships/image" Target="../media/image74.png"/><Relationship Id="rId49" Type="http://schemas.openxmlformats.org/officeDocument/2006/relationships/tags" Target="../tags/tag836.xml"/><Relationship Id="rId48" Type="http://schemas.openxmlformats.org/officeDocument/2006/relationships/tags" Target="../tags/tag835.xml"/><Relationship Id="rId47" Type="http://schemas.openxmlformats.org/officeDocument/2006/relationships/tags" Target="../tags/tag834.xml"/><Relationship Id="rId46" Type="http://schemas.openxmlformats.org/officeDocument/2006/relationships/tags" Target="../tags/tag833.xml"/><Relationship Id="rId45" Type="http://schemas.openxmlformats.org/officeDocument/2006/relationships/tags" Target="../tags/tag832.xml"/><Relationship Id="rId44" Type="http://schemas.openxmlformats.org/officeDocument/2006/relationships/tags" Target="../tags/tag831.xml"/><Relationship Id="rId43" Type="http://schemas.openxmlformats.org/officeDocument/2006/relationships/tags" Target="../tags/tag830.xml"/><Relationship Id="rId42" Type="http://schemas.openxmlformats.org/officeDocument/2006/relationships/tags" Target="../tags/tag829.xml"/><Relationship Id="rId41" Type="http://schemas.openxmlformats.org/officeDocument/2006/relationships/image" Target="../media/image260.svg"/><Relationship Id="rId40" Type="http://schemas.openxmlformats.org/officeDocument/2006/relationships/image" Target="../media/image224.png"/><Relationship Id="rId4" Type="http://schemas.openxmlformats.org/officeDocument/2006/relationships/tags" Target="../tags/tag797.xml"/><Relationship Id="rId39" Type="http://schemas.openxmlformats.org/officeDocument/2006/relationships/tags" Target="../tags/tag828.xml"/><Relationship Id="rId38" Type="http://schemas.openxmlformats.org/officeDocument/2006/relationships/tags" Target="../tags/tag827.xml"/><Relationship Id="rId37" Type="http://schemas.openxmlformats.org/officeDocument/2006/relationships/tags" Target="../tags/tag826.xml"/><Relationship Id="rId36" Type="http://schemas.openxmlformats.org/officeDocument/2006/relationships/tags" Target="../tags/tag825.xml"/><Relationship Id="rId35" Type="http://schemas.openxmlformats.org/officeDocument/2006/relationships/tags" Target="../tags/tag824.xml"/><Relationship Id="rId34" Type="http://schemas.openxmlformats.org/officeDocument/2006/relationships/tags" Target="../tags/tag823.xml"/><Relationship Id="rId33" Type="http://schemas.openxmlformats.org/officeDocument/2006/relationships/tags" Target="../tags/tag822.xml"/><Relationship Id="rId32" Type="http://schemas.openxmlformats.org/officeDocument/2006/relationships/tags" Target="../tags/tag821.xml"/><Relationship Id="rId31" Type="http://schemas.openxmlformats.org/officeDocument/2006/relationships/tags" Target="../tags/tag820.xml"/><Relationship Id="rId30" Type="http://schemas.openxmlformats.org/officeDocument/2006/relationships/tags" Target="../tags/tag819.xml"/><Relationship Id="rId3" Type="http://schemas.openxmlformats.org/officeDocument/2006/relationships/tags" Target="../tags/tag796.xml"/><Relationship Id="rId29" Type="http://schemas.openxmlformats.org/officeDocument/2006/relationships/tags" Target="../tags/tag818.xml"/><Relationship Id="rId28" Type="http://schemas.openxmlformats.org/officeDocument/2006/relationships/tags" Target="../tags/tag817.xml"/><Relationship Id="rId27" Type="http://schemas.openxmlformats.org/officeDocument/2006/relationships/tags" Target="../tags/tag816.xml"/><Relationship Id="rId26" Type="http://schemas.openxmlformats.org/officeDocument/2006/relationships/tags" Target="../tags/tag815.xml"/><Relationship Id="rId25" Type="http://schemas.openxmlformats.org/officeDocument/2006/relationships/tags" Target="../tags/tag814.xml"/><Relationship Id="rId24" Type="http://schemas.openxmlformats.org/officeDocument/2006/relationships/tags" Target="../tags/tag813.xml"/><Relationship Id="rId23" Type="http://schemas.openxmlformats.org/officeDocument/2006/relationships/image" Target="../media/image259.svg"/><Relationship Id="rId22" Type="http://schemas.openxmlformats.org/officeDocument/2006/relationships/image" Target="../media/image256.png"/><Relationship Id="rId21" Type="http://schemas.openxmlformats.org/officeDocument/2006/relationships/tags" Target="../tags/tag812.xml"/><Relationship Id="rId20" Type="http://schemas.openxmlformats.org/officeDocument/2006/relationships/tags" Target="../tags/tag811.xml"/><Relationship Id="rId2" Type="http://schemas.openxmlformats.org/officeDocument/2006/relationships/tags" Target="../tags/tag795.xml"/><Relationship Id="rId19" Type="http://schemas.openxmlformats.org/officeDocument/2006/relationships/tags" Target="../tags/tag810.xml"/><Relationship Id="rId18" Type="http://schemas.openxmlformats.org/officeDocument/2006/relationships/tags" Target="../tags/tag809.xml"/><Relationship Id="rId17" Type="http://schemas.openxmlformats.org/officeDocument/2006/relationships/tags" Target="../tags/tag808.xml"/><Relationship Id="rId16" Type="http://schemas.openxmlformats.org/officeDocument/2006/relationships/tags" Target="../tags/tag807.xml"/><Relationship Id="rId15" Type="http://schemas.openxmlformats.org/officeDocument/2006/relationships/tags" Target="../tags/tag806.xml"/><Relationship Id="rId14" Type="http://schemas.openxmlformats.org/officeDocument/2006/relationships/tags" Target="../tags/tag805.xml"/><Relationship Id="rId13" Type="http://schemas.openxmlformats.org/officeDocument/2006/relationships/tags" Target="../tags/tag804.xml"/><Relationship Id="rId12" Type="http://schemas.openxmlformats.org/officeDocument/2006/relationships/tags" Target="../tags/tag803.xml"/><Relationship Id="rId11" Type="http://schemas.openxmlformats.org/officeDocument/2006/relationships/tags" Target="../tags/tag802.xml"/><Relationship Id="rId10" Type="http://schemas.openxmlformats.org/officeDocument/2006/relationships/tags" Target="../tags/tag801.xml"/><Relationship Id="rId1" Type="http://schemas.openxmlformats.org/officeDocument/2006/relationships/tags" Target="../tags/tag794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0.svg"/><Relationship Id="rId8" Type="http://schemas.openxmlformats.org/officeDocument/2006/relationships/image" Target="../media/image224.png"/><Relationship Id="rId7" Type="http://schemas.openxmlformats.org/officeDocument/2006/relationships/tags" Target="../tags/tag852.xml"/><Relationship Id="rId6" Type="http://schemas.openxmlformats.org/officeDocument/2006/relationships/tags" Target="../tags/tag851.xml"/><Relationship Id="rId5" Type="http://schemas.openxmlformats.org/officeDocument/2006/relationships/tags" Target="../tags/tag850.xml"/><Relationship Id="rId4" Type="http://schemas.openxmlformats.org/officeDocument/2006/relationships/tags" Target="../tags/tag849.xml"/><Relationship Id="rId30" Type="http://schemas.openxmlformats.org/officeDocument/2006/relationships/notesSlide" Target="../notesSlides/notesSlide49.xml"/><Relationship Id="rId3" Type="http://schemas.openxmlformats.org/officeDocument/2006/relationships/tags" Target="../tags/tag848.xml"/><Relationship Id="rId29" Type="http://schemas.openxmlformats.org/officeDocument/2006/relationships/slideLayout" Target="../slideLayouts/slideLayout3.xml"/><Relationship Id="rId28" Type="http://schemas.openxmlformats.org/officeDocument/2006/relationships/tags" Target="../tags/tag869.xml"/><Relationship Id="rId27" Type="http://schemas.openxmlformats.org/officeDocument/2006/relationships/tags" Target="../tags/tag868.xml"/><Relationship Id="rId26" Type="http://schemas.openxmlformats.org/officeDocument/2006/relationships/tags" Target="../tags/tag867.xml"/><Relationship Id="rId25" Type="http://schemas.openxmlformats.org/officeDocument/2006/relationships/tags" Target="../tags/tag866.xml"/><Relationship Id="rId24" Type="http://schemas.openxmlformats.org/officeDocument/2006/relationships/tags" Target="../tags/tag865.xml"/><Relationship Id="rId23" Type="http://schemas.openxmlformats.org/officeDocument/2006/relationships/tags" Target="../tags/tag864.xml"/><Relationship Id="rId22" Type="http://schemas.openxmlformats.org/officeDocument/2006/relationships/tags" Target="../tags/tag863.xml"/><Relationship Id="rId21" Type="http://schemas.openxmlformats.org/officeDocument/2006/relationships/image" Target="../media/image264.svg"/><Relationship Id="rId20" Type="http://schemas.openxmlformats.org/officeDocument/2006/relationships/image" Target="../media/image263.png"/><Relationship Id="rId2" Type="http://schemas.openxmlformats.org/officeDocument/2006/relationships/tags" Target="../tags/tag847.xml"/><Relationship Id="rId19" Type="http://schemas.openxmlformats.org/officeDocument/2006/relationships/tags" Target="../tags/tag862.xml"/><Relationship Id="rId18" Type="http://schemas.openxmlformats.org/officeDocument/2006/relationships/tags" Target="../tags/tag861.xml"/><Relationship Id="rId17" Type="http://schemas.openxmlformats.org/officeDocument/2006/relationships/tags" Target="../tags/tag860.xml"/><Relationship Id="rId16" Type="http://schemas.openxmlformats.org/officeDocument/2006/relationships/tags" Target="../tags/tag859.xml"/><Relationship Id="rId15" Type="http://schemas.openxmlformats.org/officeDocument/2006/relationships/tags" Target="../tags/tag858.xml"/><Relationship Id="rId14" Type="http://schemas.openxmlformats.org/officeDocument/2006/relationships/tags" Target="../tags/tag857.xml"/><Relationship Id="rId13" Type="http://schemas.openxmlformats.org/officeDocument/2006/relationships/tags" Target="../tags/tag856.xml"/><Relationship Id="rId12" Type="http://schemas.openxmlformats.org/officeDocument/2006/relationships/tags" Target="../tags/tag855.xml"/><Relationship Id="rId11" Type="http://schemas.openxmlformats.org/officeDocument/2006/relationships/tags" Target="../tags/tag854.xml"/><Relationship Id="rId10" Type="http://schemas.openxmlformats.org/officeDocument/2006/relationships/tags" Target="../tags/tag853.xml"/><Relationship Id="rId1" Type="http://schemas.openxmlformats.org/officeDocument/2006/relationships/tags" Target="../tags/tag846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876.xml"/><Relationship Id="rId8" Type="http://schemas.openxmlformats.org/officeDocument/2006/relationships/tags" Target="../tags/tag875.xml"/><Relationship Id="rId7" Type="http://schemas.openxmlformats.org/officeDocument/2006/relationships/tags" Target="../tags/tag874.xml"/><Relationship Id="rId6" Type="http://schemas.openxmlformats.org/officeDocument/2006/relationships/image" Target="../media/image265.svg"/><Relationship Id="rId55" Type="http://schemas.openxmlformats.org/officeDocument/2006/relationships/notesSlide" Target="../notesSlides/notesSlide50.xml"/><Relationship Id="rId54" Type="http://schemas.openxmlformats.org/officeDocument/2006/relationships/slideLayout" Target="../slideLayouts/slideLayout3.xml"/><Relationship Id="rId53" Type="http://schemas.openxmlformats.org/officeDocument/2006/relationships/tags" Target="../tags/tag912.xml"/><Relationship Id="rId52" Type="http://schemas.openxmlformats.org/officeDocument/2006/relationships/tags" Target="../tags/tag911.xml"/><Relationship Id="rId51" Type="http://schemas.openxmlformats.org/officeDocument/2006/relationships/tags" Target="../tags/tag910.xml"/><Relationship Id="rId50" Type="http://schemas.openxmlformats.org/officeDocument/2006/relationships/tags" Target="../tags/tag909.xml"/><Relationship Id="rId5" Type="http://schemas.openxmlformats.org/officeDocument/2006/relationships/image" Target="../media/image20.png"/><Relationship Id="rId49" Type="http://schemas.openxmlformats.org/officeDocument/2006/relationships/tags" Target="../tags/tag908.xml"/><Relationship Id="rId48" Type="http://schemas.openxmlformats.org/officeDocument/2006/relationships/tags" Target="../tags/tag907.xml"/><Relationship Id="rId47" Type="http://schemas.openxmlformats.org/officeDocument/2006/relationships/tags" Target="../tags/tag906.xml"/><Relationship Id="rId46" Type="http://schemas.openxmlformats.org/officeDocument/2006/relationships/tags" Target="../tags/tag905.xml"/><Relationship Id="rId45" Type="http://schemas.openxmlformats.org/officeDocument/2006/relationships/tags" Target="../tags/tag904.xml"/><Relationship Id="rId44" Type="http://schemas.openxmlformats.org/officeDocument/2006/relationships/tags" Target="../tags/tag903.xml"/><Relationship Id="rId43" Type="http://schemas.openxmlformats.org/officeDocument/2006/relationships/tags" Target="../tags/tag902.xml"/><Relationship Id="rId42" Type="http://schemas.openxmlformats.org/officeDocument/2006/relationships/image" Target="../media/image272.svg"/><Relationship Id="rId41" Type="http://schemas.openxmlformats.org/officeDocument/2006/relationships/image" Target="../media/image125.png"/><Relationship Id="rId40" Type="http://schemas.openxmlformats.org/officeDocument/2006/relationships/tags" Target="../tags/tag901.xml"/><Relationship Id="rId4" Type="http://schemas.openxmlformats.org/officeDocument/2006/relationships/tags" Target="../tags/tag873.xml"/><Relationship Id="rId39" Type="http://schemas.openxmlformats.org/officeDocument/2006/relationships/tags" Target="../tags/tag900.xml"/><Relationship Id="rId38" Type="http://schemas.openxmlformats.org/officeDocument/2006/relationships/tags" Target="../tags/tag899.xml"/><Relationship Id="rId37" Type="http://schemas.openxmlformats.org/officeDocument/2006/relationships/tags" Target="../tags/tag898.xml"/><Relationship Id="rId36" Type="http://schemas.openxmlformats.org/officeDocument/2006/relationships/tags" Target="../tags/tag897.xml"/><Relationship Id="rId35" Type="http://schemas.openxmlformats.org/officeDocument/2006/relationships/tags" Target="../tags/tag896.xml"/><Relationship Id="rId34" Type="http://schemas.openxmlformats.org/officeDocument/2006/relationships/tags" Target="../tags/tag895.xml"/><Relationship Id="rId33" Type="http://schemas.openxmlformats.org/officeDocument/2006/relationships/tags" Target="../tags/tag894.xml"/><Relationship Id="rId32" Type="http://schemas.openxmlformats.org/officeDocument/2006/relationships/tags" Target="../tags/tag893.xml"/><Relationship Id="rId31" Type="http://schemas.openxmlformats.org/officeDocument/2006/relationships/tags" Target="../tags/tag892.xml"/><Relationship Id="rId30" Type="http://schemas.openxmlformats.org/officeDocument/2006/relationships/image" Target="../media/image271.svg"/><Relationship Id="rId3" Type="http://schemas.openxmlformats.org/officeDocument/2006/relationships/tags" Target="../tags/tag872.xml"/><Relationship Id="rId29" Type="http://schemas.openxmlformats.org/officeDocument/2006/relationships/image" Target="../media/image270.png"/><Relationship Id="rId28" Type="http://schemas.openxmlformats.org/officeDocument/2006/relationships/tags" Target="../tags/tag891.xml"/><Relationship Id="rId27" Type="http://schemas.openxmlformats.org/officeDocument/2006/relationships/tags" Target="../tags/tag890.xml"/><Relationship Id="rId26" Type="http://schemas.openxmlformats.org/officeDocument/2006/relationships/tags" Target="../tags/tag889.xml"/><Relationship Id="rId25" Type="http://schemas.openxmlformats.org/officeDocument/2006/relationships/tags" Target="../tags/tag888.xml"/><Relationship Id="rId24" Type="http://schemas.openxmlformats.org/officeDocument/2006/relationships/tags" Target="../tags/tag887.xml"/><Relationship Id="rId23" Type="http://schemas.openxmlformats.org/officeDocument/2006/relationships/tags" Target="../tags/tag886.xml"/><Relationship Id="rId22" Type="http://schemas.openxmlformats.org/officeDocument/2006/relationships/tags" Target="../tags/tag885.xml"/><Relationship Id="rId21" Type="http://schemas.openxmlformats.org/officeDocument/2006/relationships/tags" Target="../tags/tag884.xml"/><Relationship Id="rId20" Type="http://schemas.openxmlformats.org/officeDocument/2006/relationships/image" Target="../media/image269.svg"/><Relationship Id="rId2" Type="http://schemas.openxmlformats.org/officeDocument/2006/relationships/tags" Target="../tags/tag871.xml"/><Relationship Id="rId19" Type="http://schemas.openxmlformats.org/officeDocument/2006/relationships/image" Target="../media/image268.png"/><Relationship Id="rId18" Type="http://schemas.openxmlformats.org/officeDocument/2006/relationships/tags" Target="../tags/tag883.xml"/><Relationship Id="rId17" Type="http://schemas.openxmlformats.org/officeDocument/2006/relationships/tags" Target="../tags/tag882.xml"/><Relationship Id="rId16" Type="http://schemas.openxmlformats.org/officeDocument/2006/relationships/tags" Target="../tags/tag881.xml"/><Relationship Id="rId15" Type="http://schemas.openxmlformats.org/officeDocument/2006/relationships/tags" Target="../tags/tag880.xml"/><Relationship Id="rId14" Type="http://schemas.openxmlformats.org/officeDocument/2006/relationships/tags" Target="../tags/tag879.xml"/><Relationship Id="rId13" Type="http://schemas.openxmlformats.org/officeDocument/2006/relationships/image" Target="../media/image267.svg"/><Relationship Id="rId12" Type="http://schemas.openxmlformats.org/officeDocument/2006/relationships/image" Target="../media/image266.png"/><Relationship Id="rId11" Type="http://schemas.openxmlformats.org/officeDocument/2006/relationships/tags" Target="../tags/tag878.xml"/><Relationship Id="rId10" Type="http://schemas.openxmlformats.org/officeDocument/2006/relationships/tags" Target="../tags/tag877.xml"/><Relationship Id="rId1" Type="http://schemas.openxmlformats.org/officeDocument/2006/relationships/tags" Target="../tags/tag870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920.xml"/><Relationship Id="rId8" Type="http://schemas.openxmlformats.org/officeDocument/2006/relationships/tags" Target="../tags/tag919.xml"/><Relationship Id="rId7" Type="http://schemas.openxmlformats.org/officeDocument/2006/relationships/tags" Target="../tags/tag918.xml"/><Relationship Id="rId6" Type="http://schemas.openxmlformats.org/officeDocument/2006/relationships/tags" Target="../tags/tag917.xml"/><Relationship Id="rId5" Type="http://schemas.openxmlformats.org/officeDocument/2006/relationships/tags" Target="../tags/tag916.xml"/><Relationship Id="rId4" Type="http://schemas.openxmlformats.org/officeDocument/2006/relationships/tags" Target="../tags/tag915.xml"/><Relationship Id="rId33" Type="http://schemas.openxmlformats.org/officeDocument/2006/relationships/notesSlide" Target="../notesSlides/notesSlide51.xml"/><Relationship Id="rId32" Type="http://schemas.openxmlformats.org/officeDocument/2006/relationships/slideLayout" Target="../slideLayouts/slideLayout3.xml"/><Relationship Id="rId31" Type="http://schemas.openxmlformats.org/officeDocument/2006/relationships/tags" Target="../tags/tag936.xml"/><Relationship Id="rId30" Type="http://schemas.openxmlformats.org/officeDocument/2006/relationships/tags" Target="../tags/tag935.xml"/><Relationship Id="rId3" Type="http://schemas.openxmlformats.org/officeDocument/2006/relationships/tags" Target="../tags/tag914.xml"/><Relationship Id="rId29" Type="http://schemas.openxmlformats.org/officeDocument/2006/relationships/image" Target="../media/image275.svg"/><Relationship Id="rId28" Type="http://schemas.openxmlformats.org/officeDocument/2006/relationships/image" Target="../media/image241.png"/><Relationship Id="rId27" Type="http://schemas.openxmlformats.org/officeDocument/2006/relationships/tags" Target="../tags/tag934.xml"/><Relationship Id="rId26" Type="http://schemas.openxmlformats.org/officeDocument/2006/relationships/tags" Target="../tags/tag933.xml"/><Relationship Id="rId25" Type="http://schemas.openxmlformats.org/officeDocument/2006/relationships/tags" Target="../tags/tag932.xml"/><Relationship Id="rId24" Type="http://schemas.openxmlformats.org/officeDocument/2006/relationships/tags" Target="../tags/tag931.xml"/><Relationship Id="rId23" Type="http://schemas.openxmlformats.org/officeDocument/2006/relationships/tags" Target="../tags/tag930.xml"/><Relationship Id="rId22" Type="http://schemas.openxmlformats.org/officeDocument/2006/relationships/image" Target="../media/image274.svg"/><Relationship Id="rId21" Type="http://schemas.openxmlformats.org/officeDocument/2006/relationships/image" Target="../media/image273.png"/><Relationship Id="rId20" Type="http://schemas.openxmlformats.org/officeDocument/2006/relationships/tags" Target="../tags/tag929.xml"/><Relationship Id="rId2" Type="http://schemas.openxmlformats.org/officeDocument/2006/relationships/tags" Target="../tags/tag913.xml"/><Relationship Id="rId19" Type="http://schemas.openxmlformats.org/officeDocument/2006/relationships/tags" Target="../tags/tag928.xml"/><Relationship Id="rId18" Type="http://schemas.openxmlformats.org/officeDocument/2006/relationships/tags" Target="../tags/tag927.xml"/><Relationship Id="rId17" Type="http://schemas.openxmlformats.org/officeDocument/2006/relationships/tags" Target="../tags/tag926.xml"/><Relationship Id="rId16" Type="http://schemas.openxmlformats.org/officeDocument/2006/relationships/tags" Target="../tags/tag925.xml"/><Relationship Id="rId15" Type="http://schemas.openxmlformats.org/officeDocument/2006/relationships/image" Target="../media/image265.svg"/><Relationship Id="rId14" Type="http://schemas.openxmlformats.org/officeDocument/2006/relationships/image" Target="../media/image20.png"/><Relationship Id="rId13" Type="http://schemas.openxmlformats.org/officeDocument/2006/relationships/tags" Target="../tags/tag924.xml"/><Relationship Id="rId12" Type="http://schemas.openxmlformats.org/officeDocument/2006/relationships/tags" Target="../tags/tag923.xml"/><Relationship Id="rId11" Type="http://schemas.openxmlformats.org/officeDocument/2006/relationships/tags" Target="../tags/tag922.xml"/><Relationship Id="rId10" Type="http://schemas.openxmlformats.org/officeDocument/2006/relationships/tags" Target="../tags/tag921.xml"/><Relationship Id="rId1" Type="http://schemas.openxmlformats.org/officeDocument/2006/relationships/chart" Target="../charts/chart3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943.xml"/><Relationship Id="rId8" Type="http://schemas.openxmlformats.org/officeDocument/2006/relationships/tags" Target="../tags/tag942.xml"/><Relationship Id="rId77" Type="http://schemas.openxmlformats.org/officeDocument/2006/relationships/notesSlide" Target="../notesSlides/notesSlide52.xml"/><Relationship Id="rId76" Type="http://schemas.openxmlformats.org/officeDocument/2006/relationships/slideLayout" Target="../slideLayouts/slideLayout3.xml"/><Relationship Id="rId75" Type="http://schemas.openxmlformats.org/officeDocument/2006/relationships/tags" Target="../tags/tag987.xml"/><Relationship Id="rId74" Type="http://schemas.openxmlformats.org/officeDocument/2006/relationships/tags" Target="../tags/tag986.xml"/><Relationship Id="rId73" Type="http://schemas.openxmlformats.org/officeDocument/2006/relationships/image" Target="../media/image295.svg"/><Relationship Id="rId72" Type="http://schemas.openxmlformats.org/officeDocument/2006/relationships/image" Target="../media/image294.png"/><Relationship Id="rId71" Type="http://schemas.openxmlformats.org/officeDocument/2006/relationships/tags" Target="../tags/tag985.xml"/><Relationship Id="rId70" Type="http://schemas.openxmlformats.org/officeDocument/2006/relationships/tags" Target="../tags/tag984.xml"/><Relationship Id="rId7" Type="http://schemas.openxmlformats.org/officeDocument/2006/relationships/tags" Target="../tags/tag941.xml"/><Relationship Id="rId69" Type="http://schemas.openxmlformats.org/officeDocument/2006/relationships/tags" Target="../tags/tag983.xml"/><Relationship Id="rId68" Type="http://schemas.openxmlformats.org/officeDocument/2006/relationships/tags" Target="../tags/tag982.xml"/><Relationship Id="rId67" Type="http://schemas.openxmlformats.org/officeDocument/2006/relationships/image" Target="../media/image293.svg"/><Relationship Id="rId66" Type="http://schemas.openxmlformats.org/officeDocument/2006/relationships/image" Target="../media/image292.png"/><Relationship Id="rId65" Type="http://schemas.openxmlformats.org/officeDocument/2006/relationships/tags" Target="../tags/tag981.xml"/><Relationship Id="rId64" Type="http://schemas.openxmlformats.org/officeDocument/2006/relationships/tags" Target="../tags/tag980.xml"/><Relationship Id="rId63" Type="http://schemas.openxmlformats.org/officeDocument/2006/relationships/tags" Target="../tags/tag979.xml"/><Relationship Id="rId62" Type="http://schemas.openxmlformats.org/officeDocument/2006/relationships/image" Target="../media/image291.svg"/><Relationship Id="rId61" Type="http://schemas.openxmlformats.org/officeDocument/2006/relationships/image" Target="../media/image238.png"/><Relationship Id="rId60" Type="http://schemas.openxmlformats.org/officeDocument/2006/relationships/tags" Target="../tags/tag978.xml"/><Relationship Id="rId6" Type="http://schemas.openxmlformats.org/officeDocument/2006/relationships/image" Target="../media/image265.svg"/><Relationship Id="rId59" Type="http://schemas.openxmlformats.org/officeDocument/2006/relationships/tags" Target="../tags/tag977.xml"/><Relationship Id="rId58" Type="http://schemas.openxmlformats.org/officeDocument/2006/relationships/tags" Target="../tags/tag976.xml"/><Relationship Id="rId57" Type="http://schemas.openxmlformats.org/officeDocument/2006/relationships/tags" Target="../tags/tag975.xml"/><Relationship Id="rId56" Type="http://schemas.openxmlformats.org/officeDocument/2006/relationships/image" Target="../media/image290.svg"/><Relationship Id="rId55" Type="http://schemas.openxmlformats.org/officeDocument/2006/relationships/image" Target="../media/image289.png"/><Relationship Id="rId54" Type="http://schemas.openxmlformats.org/officeDocument/2006/relationships/tags" Target="../tags/tag974.xml"/><Relationship Id="rId53" Type="http://schemas.openxmlformats.org/officeDocument/2006/relationships/tags" Target="../tags/tag973.xml"/><Relationship Id="rId52" Type="http://schemas.openxmlformats.org/officeDocument/2006/relationships/tags" Target="../tags/tag972.xml"/><Relationship Id="rId51" Type="http://schemas.openxmlformats.org/officeDocument/2006/relationships/tags" Target="../tags/tag971.xml"/><Relationship Id="rId50" Type="http://schemas.openxmlformats.org/officeDocument/2006/relationships/image" Target="../media/image288.svg"/><Relationship Id="rId5" Type="http://schemas.openxmlformats.org/officeDocument/2006/relationships/image" Target="../media/image20.png"/><Relationship Id="rId49" Type="http://schemas.openxmlformats.org/officeDocument/2006/relationships/image" Target="../media/image287.png"/><Relationship Id="rId48" Type="http://schemas.openxmlformats.org/officeDocument/2006/relationships/tags" Target="../tags/tag970.xml"/><Relationship Id="rId47" Type="http://schemas.openxmlformats.org/officeDocument/2006/relationships/tags" Target="../tags/tag969.xml"/><Relationship Id="rId46" Type="http://schemas.openxmlformats.org/officeDocument/2006/relationships/tags" Target="../tags/tag968.xml"/><Relationship Id="rId45" Type="http://schemas.openxmlformats.org/officeDocument/2006/relationships/tags" Target="../tags/tag967.xml"/><Relationship Id="rId44" Type="http://schemas.openxmlformats.org/officeDocument/2006/relationships/image" Target="../media/image286.svg"/><Relationship Id="rId43" Type="http://schemas.openxmlformats.org/officeDocument/2006/relationships/image" Target="../media/image285.png"/><Relationship Id="rId42" Type="http://schemas.openxmlformats.org/officeDocument/2006/relationships/tags" Target="../tags/tag966.xml"/><Relationship Id="rId41" Type="http://schemas.openxmlformats.org/officeDocument/2006/relationships/tags" Target="../tags/tag965.xml"/><Relationship Id="rId40" Type="http://schemas.openxmlformats.org/officeDocument/2006/relationships/tags" Target="../tags/tag964.xml"/><Relationship Id="rId4" Type="http://schemas.openxmlformats.org/officeDocument/2006/relationships/tags" Target="../tags/tag940.xml"/><Relationship Id="rId39" Type="http://schemas.openxmlformats.org/officeDocument/2006/relationships/tags" Target="../tags/tag963.xml"/><Relationship Id="rId38" Type="http://schemas.openxmlformats.org/officeDocument/2006/relationships/image" Target="../media/image284.svg"/><Relationship Id="rId37" Type="http://schemas.openxmlformats.org/officeDocument/2006/relationships/image" Target="../media/image283.png"/><Relationship Id="rId36" Type="http://schemas.openxmlformats.org/officeDocument/2006/relationships/tags" Target="../tags/tag962.xml"/><Relationship Id="rId35" Type="http://schemas.openxmlformats.org/officeDocument/2006/relationships/tags" Target="../tags/tag961.xml"/><Relationship Id="rId34" Type="http://schemas.openxmlformats.org/officeDocument/2006/relationships/tags" Target="../tags/tag960.xml"/><Relationship Id="rId33" Type="http://schemas.openxmlformats.org/officeDocument/2006/relationships/tags" Target="../tags/tag959.xml"/><Relationship Id="rId32" Type="http://schemas.openxmlformats.org/officeDocument/2006/relationships/image" Target="../media/image282.svg"/><Relationship Id="rId31" Type="http://schemas.openxmlformats.org/officeDocument/2006/relationships/image" Target="../media/image92.png"/><Relationship Id="rId30" Type="http://schemas.openxmlformats.org/officeDocument/2006/relationships/tags" Target="../tags/tag958.xml"/><Relationship Id="rId3" Type="http://schemas.openxmlformats.org/officeDocument/2006/relationships/tags" Target="../tags/tag939.xml"/><Relationship Id="rId29" Type="http://schemas.openxmlformats.org/officeDocument/2006/relationships/tags" Target="../tags/tag957.xml"/><Relationship Id="rId28" Type="http://schemas.openxmlformats.org/officeDocument/2006/relationships/tags" Target="../tags/tag956.xml"/><Relationship Id="rId27" Type="http://schemas.openxmlformats.org/officeDocument/2006/relationships/tags" Target="../tags/tag955.xml"/><Relationship Id="rId26" Type="http://schemas.openxmlformats.org/officeDocument/2006/relationships/tags" Target="../tags/tag954.xml"/><Relationship Id="rId25" Type="http://schemas.openxmlformats.org/officeDocument/2006/relationships/tags" Target="../tags/tag953.xml"/><Relationship Id="rId24" Type="http://schemas.openxmlformats.org/officeDocument/2006/relationships/image" Target="../media/image281.svg"/><Relationship Id="rId23" Type="http://schemas.openxmlformats.org/officeDocument/2006/relationships/image" Target="../media/image280.png"/><Relationship Id="rId22" Type="http://schemas.openxmlformats.org/officeDocument/2006/relationships/tags" Target="../tags/tag952.xml"/><Relationship Id="rId21" Type="http://schemas.openxmlformats.org/officeDocument/2006/relationships/tags" Target="../tags/tag951.xml"/><Relationship Id="rId20" Type="http://schemas.openxmlformats.org/officeDocument/2006/relationships/tags" Target="../tags/tag950.xml"/><Relationship Id="rId2" Type="http://schemas.openxmlformats.org/officeDocument/2006/relationships/tags" Target="../tags/tag938.xml"/><Relationship Id="rId19" Type="http://schemas.openxmlformats.org/officeDocument/2006/relationships/tags" Target="../tags/tag949.xml"/><Relationship Id="rId18" Type="http://schemas.openxmlformats.org/officeDocument/2006/relationships/tags" Target="../tags/tag948.xml"/><Relationship Id="rId17" Type="http://schemas.openxmlformats.org/officeDocument/2006/relationships/image" Target="../media/image279.svg"/><Relationship Id="rId16" Type="http://schemas.openxmlformats.org/officeDocument/2006/relationships/image" Target="../media/image278.png"/><Relationship Id="rId15" Type="http://schemas.openxmlformats.org/officeDocument/2006/relationships/tags" Target="../tags/tag947.xml"/><Relationship Id="rId14" Type="http://schemas.openxmlformats.org/officeDocument/2006/relationships/tags" Target="../tags/tag946.xml"/><Relationship Id="rId13" Type="http://schemas.openxmlformats.org/officeDocument/2006/relationships/tags" Target="../tags/tag945.xml"/><Relationship Id="rId12" Type="http://schemas.openxmlformats.org/officeDocument/2006/relationships/tags" Target="../tags/tag944.xml"/><Relationship Id="rId11" Type="http://schemas.openxmlformats.org/officeDocument/2006/relationships/image" Target="../media/image277.svg"/><Relationship Id="rId10" Type="http://schemas.openxmlformats.org/officeDocument/2006/relationships/image" Target="../media/image276.png"/><Relationship Id="rId1" Type="http://schemas.openxmlformats.org/officeDocument/2006/relationships/tags" Target="../tags/tag937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994.xml"/><Relationship Id="rId8" Type="http://schemas.openxmlformats.org/officeDocument/2006/relationships/image" Target="../media/image297.svg"/><Relationship Id="rId7" Type="http://schemas.openxmlformats.org/officeDocument/2006/relationships/image" Target="../media/image296.png"/><Relationship Id="rId6" Type="http://schemas.openxmlformats.org/officeDocument/2006/relationships/tags" Target="../tags/tag993.xml"/><Relationship Id="rId5" Type="http://schemas.openxmlformats.org/officeDocument/2006/relationships/tags" Target="../tags/tag992.xml"/><Relationship Id="rId42" Type="http://schemas.openxmlformats.org/officeDocument/2006/relationships/notesSlide" Target="../notesSlides/notesSlide53.xml"/><Relationship Id="rId41" Type="http://schemas.openxmlformats.org/officeDocument/2006/relationships/slideLayout" Target="../slideLayouts/slideLayout3.xml"/><Relationship Id="rId40" Type="http://schemas.openxmlformats.org/officeDocument/2006/relationships/tags" Target="../tags/tag1019.xml"/><Relationship Id="rId4" Type="http://schemas.openxmlformats.org/officeDocument/2006/relationships/tags" Target="../tags/tag991.xml"/><Relationship Id="rId39" Type="http://schemas.openxmlformats.org/officeDocument/2006/relationships/tags" Target="../tags/tag1018.xml"/><Relationship Id="rId38" Type="http://schemas.openxmlformats.org/officeDocument/2006/relationships/tags" Target="../tags/tag1017.xml"/><Relationship Id="rId37" Type="http://schemas.openxmlformats.org/officeDocument/2006/relationships/tags" Target="../tags/tag1016.xml"/><Relationship Id="rId36" Type="http://schemas.openxmlformats.org/officeDocument/2006/relationships/tags" Target="../tags/tag1015.xml"/><Relationship Id="rId35" Type="http://schemas.openxmlformats.org/officeDocument/2006/relationships/tags" Target="../tags/tag1014.xml"/><Relationship Id="rId34" Type="http://schemas.openxmlformats.org/officeDocument/2006/relationships/tags" Target="../tags/tag1013.xml"/><Relationship Id="rId33" Type="http://schemas.openxmlformats.org/officeDocument/2006/relationships/tags" Target="../tags/tag1012.xml"/><Relationship Id="rId32" Type="http://schemas.openxmlformats.org/officeDocument/2006/relationships/tags" Target="../tags/tag1011.xml"/><Relationship Id="rId31" Type="http://schemas.openxmlformats.org/officeDocument/2006/relationships/tags" Target="../tags/tag1010.xml"/><Relationship Id="rId30" Type="http://schemas.openxmlformats.org/officeDocument/2006/relationships/tags" Target="../tags/tag1009.xml"/><Relationship Id="rId3" Type="http://schemas.openxmlformats.org/officeDocument/2006/relationships/tags" Target="../tags/tag990.xml"/><Relationship Id="rId29" Type="http://schemas.openxmlformats.org/officeDocument/2006/relationships/image" Target="../media/image302.svg"/><Relationship Id="rId28" Type="http://schemas.openxmlformats.org/officeDocument/2006/relationships/image" Target="../media/image301.png"/><Relationship Id="rId27" Type="http://schemas.openxmlformats.org/officeDocument/2006/relationships/tags" Target="../tags/tag1008.xml"/><Relationship Id="rId26" Type="http://schemas.openxmlformats.org/officeDocument/2006/relationships/tags" Target="../tags/tag1007.xml"/><Relationship Id="rId25" Type="http://schemas.openxmlformats.org/officeDocument/2006/relationships/tags" Target="../tags/tag1006.xml"/><Relationship Id="rId24" Type="http://schemas.openxmlformats.org/officeDocument/2006/relationships/tags" Target="../tags/tag1005.xml"/><Relationship Id="rId23" Type="http://schemas.openxmlformats.org/officeDocument/2006/relationships/tags" Target="../tags/tag1004.xml"/><Relationship Id="rId22" Type="http://schemas.openxmlformats.org/officeDocument/2006/relationships/image" Target="../media/image300.svg"/><Relationship Id="rId21" Type="http://schemas.openxmlformats.org/officeDocument/2006/relationships/image" Target="../media/image299.png"/><Relationship Id="rId20" Type="http://schemas.openxmlformats.org/officeDocument/2006/relationships/tags" Target="../tags/tag1003.xml"/><Relationship Id="rId2" Type="http://schemas.openxmlformats.org/officeDocument/2006/relationships/tags" Target="../tags/tag989.xml"/><Relationship Id="rId19" Type="http://schemas.openxmlformats.org/officeDocument/2006/relationships/tags" Target="../tags/tag1002.xml"/><Relationship Id="rId18" Type="http://schemas.openxmlformats.org/officeDocument/2006/relationships/tags" Target="../tags/tag1001.xml"/><Relationship Id="rId17" Type="http://schemas.openxmlformats.org/officeDocument/2006/relationships/tags" Target="../tags/tag1000.xml"/><Relationship Id="rId16" Type="http://schemas.openxmlformats.org/officeDocument/2006/relationships/tags" Target="../tags/tag999.xml"/><Relationship Id="rId15" Type="http://schemas.openxmlformats.org/officeDocument/2006/relationships/image" Target="../media/image298.svg"/><Relationship Id="rId14" Type="http://schemas.openxmlformats.org/officeDocument/2006/relationships/image" Target="../media/image234.png"/><Relationship Id="rId13" Type="http://schemas.openxmlformats.org/officeDocument/2006/relationships/tags" Target="../tags/tag998.xml"/><Relationship Id="rId12" Type="http://schemas.openxmlformats.org/officeDocument/2006/relationships/tags" Target="../tags/tag997.xml"/><Relationship Id="rId11" Type="http://schemas.openxmlformats.org/officeDocument/2006/relationships/tags" Target="../tags/tag996.xml"/><Relationship Id="rId10" Type="http://schemas.openxmlformats.org/officeDocument/2006/relationships/tags" Target="../tags/tag995.xml"/><Relationship Id="rId1" Type="http://schemas.openxmlformats.org/officeDocument/2006/relationships/tags" Target="../tags/tag988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1026.xml"/><Relationship Id="rId8" Type="http://schemas.openxmlformats.org/officeDocument/2006/relationships/tags" Target="../tags/tag1025.xml"/><Relationship Id="rId7" Type="http://schemas.openxmlformats.org/officeDocument/2006/relationships/image" Target="../media/image298.svg"/><Relationship Id="rId6" Type="http://schemas.openxmlformats.org/officeDocument/2006/relationships/image" Target="../media/image234.png"/><Relationship Id="rId5" Type="http://schemas.openxmlformats.org/officeDocument/2006/relationships/tags" Target="../tags/tag1024.xml"/><Relationship Id="rId4" Type="http://schemas.openxmlformats.org/officeDocument/2006/relationships/tags" Target="../tags/tag1023.xml"/><Relationship Id="rId3" Type="http://schemas.openxmlformats.org/officeDocument/2006/relationships/tags" Target="../tags/tag1022.xml"/><Relationship Id="rId2" Type="http://schemas.openxmlformats.org/officeDocument/2006/relationships/tags" Target="../tags/tag1021.xml"/><Relationship Id="rId11" Type="http://schemas.openxmlformats.org/officeDocument/2006/relationships/notesSlide" Target="../notesSlides/notesSlide5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020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1035.xml"/><Relationship Id="rId8" Type="http://schemas.openxmlformats.org/officeDocument/2006/relationships/tags" Target="../tags/tag1034.xml"/><Relationship Id="rId7" Type="http://schemas.openxmlformats.org/officeDocument/2006/relationships/tags" Target="../tags/tag1033.xml"/><Relationship Id="rId6" Type="http://schemas.openxmlformats.org/officeDocument/2006/relationships/tags" Target="../tags/tag1032.xml"/><Relationship Id="rId5" Type="http://schemas.openxmlformats.org/officeDocument/2006/relationships/tags" Target="../tags/tag1031.xml"/><Relationship Id="rId41" Type="http://schemas.openxmlformats.org/officeDocument/2006/relationships/notesSlide" Target="../notesSlides/notesSlide55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1030.xml"/><Relationship Id="rId39" Type="http://schemas.openxmlformats.org/officeDocument/2006/relationships/tags" Target="../tags/tag1065.xml"/><Relationship Id="rId38" Type="http://schemas.openxmlformats.org/officeDocument/2006/relationships/tags" Target="../tags/tag1064.xml"/><Relationship Id="rId37" Type="http://schemas.openxmlformats.org/officeDocument/2006/relationships/tags" Target="../tags/tag1063.xml"/><Relationship Id="rId36" Type="http://schemas.openxmlformats.org/officeDocument/2006/relationships/tags" Target="../tags/tag1062.xml"/><Relationship Id="rId35" Type="http://schemas.openxmlformats.org/officeDocument/2006/relationships/tags" Target="../tags/tag1061.xml"/><Relationship Id="rId34" Type="http://schemas.openxmlformats.org/officeDocument/2006/relationships/tags" Target="../tags/tag1060.xml"/><Relationship Id="rId33" Type="http://schemas.openxmlformats.org/officeDocument/2006/relationships/tags" Target="../tags/tag1059.xml"/><Relationship Id="rId32" Type="http://schemas.openxmlformats.org/officeDocument/2006/relationships/tags" Target="../tags/tag1058.xml"/><Relationship Id="rId31" Type="http://schemas.openxmlformats.org/officeDocument/2006/relationships/tags" Target="../tags/tag1057.xml"/><Relationship Id="rId30" Type="http://schemas.openxmlformats.org/officeDocument/2006/relationships/tags" Target="../tags/tag1056.xml"/><Relationship Id="rId3" Type="http://schemas.openxmlformats.org/officeDocument/2006/relationships/tags" Target="../tags/tag1029.xml"/><Relationship Id="rId29" Type="http://schemas.openxmlformats.org/officeDocument/2006/relationships/tags" Target="../tags/tag1055.xml"/><Relationship Id="rId28" Type="http://schemas.openxmlformats.org/officeDocument/2006/relationships/tags" Target="../tags/tag1054.xml"/><Relationship Id="rId27" Type="http://schemas.openxmlformats.org/officeDocument/2006/relationships/tags" Target="../tags/tag1053.xml"/><Relationship Id="rId26" Type="http://schemas.openxmlformats.org/officeDocument/2006/relationships/tags" Target="../tags/tag1052.xml"/><Relationship Id="rId25" Type="http://schemas.openxmlformats.org/officeDocument/2006/relationships/tags" Target="../tags/tag1051.xml"/><Relationship Id="rId24" Type="http://schemas.openxmlformats.org/officeDocument/2006/relationships/tags" Target="../tags/tag1050.xml"/><Relationship Id="rId23" Type="http://schemas.openxmlformats.org/officeDocument/2006/relationships/tags" Target="../tags/tag1049.xml"/><Relationship Id="rId22" Type="http://schemas.openxmlformats.org/officeDocument/2006/relationships/tags" Target="../tags/tag1048.xml"/><Relationship Id="rId21" Type="http://schemas.openxmlformats.org/officeDocument/2006/relationships/tags" Target="../tags/tag1047.xml"/><Relationship Id="rId20" Type="http://schemas.openxmlformats.org/officeDocument/2006/relationships/tags" Target="../tags/tag1046.xml"/><Relationship Id="rId2" Type="http://schemas.openxmlformats.org/officeDocument/2006/relationships/tags" Target="../tags/tag1028.xml"/><Relationship Id="rId19" Type="http://schemas.openxmlformats.org/officeDocument/2006/relationships/tags" Target="../tags/tag1045.xml"/><Relationship Id="rId18" Type="http://schemas.openxmlformats.org/officeDocument/2006/relationships/tags" Target="../tags/tag1044.xml"/><Relationship Id="rId17" Type="http://schemas.openxmlformats.org/officeDocument/2006/relationships/tags" Target="../tags/tag1043.xml"/><Relationship Id="rId16" Type="http://schemas.openxmlformats.org/officeDocument/2006/relationships/tags" Target="../tags/tag1042.xml"/><Relationship Id="rId15" Type="http://schemas.openxmlformats.org/officeDocument/2006/relationships/tags" Target="../tags/tag1041.xml"/><Relationship Id="rId14" Type="http://schemas.openxmlformats.org/officeDocument/2006/relationships/tags" Target="../tags/tag1040.xml"/><Relationship Id="rId13" Type="http://schemas.openxmlformats.org/officeDocument/2006/relationships/tags" Target="../tags/tag1039.xml"/><Relationship Id="rId12" Type="http://schemas.openxmlformats.org/officeDocument/2006/relationships/tags" Target="../tags/tag1038.xml"/><Relationship Id="rId11" Type="http://schemas.openxmlformats.org/officeDocument/2006/relationships/tags" Target="../tags/tag1037.xml"/><Relationship Id="rId10" Type="http://schemas.openxmlformats.org/officeDocument/2006/relationships/tags" Target="../tags/tag1036.xml"/><Relationship Id="rId1" Type="http://schemas.openxmlformats.org/officeDocument/2006/relationships/tags" Target="../tags/tag1027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1074.xml"/><Relationship Id="rId8" Type="http://schemas.openxmlformats.org/officeDocument/2006/relationships/tags" Target="../tags/tag1073.xml"/><Relationship Id="rId7" Type="http://schemas.openxmlformats.org/officeDocument/2006/relationships/tags" Target="../tags/tag1072.xml"/><Relationship Id="rId6" Type="http://schemas.openxmlformats.org/officeDocument/2006/relationships/tags" Target="../tags/tag1071.xml"/><Relationship Id="rId5" Type="http://schemas.openxmlformats.org/officeDocument/2006/relationships/tags" Target="../tags/tag1070.xml"/><Relationship Id="rId4" Type="http://schemas.openxmlformats.org/officeDocument/2006/relationships/tags" Target="../tags/tag1069.xml"/><Relationship Id="rId3" Type="http://schemas.openxmlformats.org/officeDocument/2006/relationships/tags" Target="../tags/tag1068.xml"/><Relationship Id="rId2" Type="http://schemas.openxmlformats.org/officeDocument/2006/relationships/tags" Target="../tags/tag1067.xml"/><Relationship Id="rId15" Type="http://schemas.openxmlformats.org/officeDocument/2006/relationships/notesSlide" Target="../notesSlides/notesSlide56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1078.xml"/><Relationship Id="rId12" Type="http://schemas.openxmlformats.org/officeDocument/2006/relationships/tags" Target="../tags/tag1077.xml"/><Relationship Id="rId11" Type="http://schemas.openxmlformats.org/officeDocument/2006/relationships/tags" Target="../tags/tag1076.xml"/><Relationship Id="rId10" Type="http://schemas.openxmlformats.org/officeDocument/2006/relationships/tags" Target="../tags/tag1075.xml"/><Relationship Id="rId1" Type="http://schemas.openxmlformats.org/officeDocument/2006/relationships/tags" Target="../tags/tag106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93" Type="http://schemas.openxmlformats.org/officeDocument/2006/relationships/notesSlide" Target="../notesSlides/notesSlide58.xml"/><Relationship Id="rId92" Type="http://schemas.openxmlformats.org/officeDocument/2006/relationships/slideLayout" Target="../slideLayouts/slideLayout7.xml"/><Relationship Id="rId91" Type="http://schemas.openxmlformats.org/officeDocument/2006/relationships/tags" Target="../tags/tag1141.xml"/><Relationship Id="rId90" Type="http://schemas.openxmlformats.org/officeDocument/2006/relationships/image" Target="../media/image322.svg"/><Relationship Id="rId9" Type="http://schemas.openxmlformats.org/officeDocument/2006/relationships/tags" Target="../tags/tag1087.xml"/><Relationship Id="rId89" Type="http://schemas.openxmlformats.org/officeDocument/2006/relationships/image" Target="../media/image321.png"/><Relationship Id="rId88" Type="http://schemas.openxmlformats.org/officeDocument/2006/relationships/tags" Target="../tags/tag1140.xml"/><Relationship Id="rId87" Type="http://schemas.openxmlformats.org/officeDocument/2006/relationships/tags" Target="../tags/tag1139.xml"/><Relationship Id="rId86" Type="http://schemas.openxmlformats.org/officeDocument/2006/relationships/tags" Target="../tags/tag1138.xml"/><Relationship Id="rId85" Type="http://schemas.openxmlformats.org/officeDocument/2006/relationships/tags" Target="../tags/tag1137.xml"/><Relationship Id="rId84" Type="http://schemas.openxmlformats.org/officeDocument/2006/relationships/image" Target="../media/image320.svg"/><Relationship Id="rId83" Type="http://schemas.openxmlformats.org/officeDocument/2006/relationships/image" Target="../media/image214.png"/><Relationship Id="rId82" Type="http://schemas.openxmlformats.org/officeDocument/2006/relationships/tags" Target="../tags/tag1136.xml"/><Relationship Id="rId81" Type="http://schemas.openxmlformats.org/officeDocument/2006/relationships/tags" Target="../tags/tag1135.xml"/><Relationship Id="rId80" Type="http://schemas.openxmlformats.org/officeDocument/2006/relationships/tags" Target="../tags/tag1134.xml"/><Relationship Id="rId8" Type="http://schemas.openxmlformats.org/officeDocument/2006/relationships/tags" Target="../tags/tag1086.xml"/><Relationship Id="rId79" Type="http://schemas.openxmlformats.org/officeDocument/2006/relationships/tags" Target="../tags/tag1133.xml"/><Relationship Id="rId78" Type="http://schemas.openxmlformats.org/officeDocument/2006/relationships/image" Target="../media/image319.svg"/><Relationship Id="rId77" Type="http://schemas.openxmlformats.org/officeDocument/2006/relationships/image" Target="../media/image318.png"/><Relationship Id="rId76" Type="http://schemas.openxmlformats.org/officeDocument/2006/relationships/tags" Target="../tags/tag1132.xml"/><Relationship Id="rId75" Type="http://schemas.openxmlformats.org/officeDocument/2006/relationships/tags" Target="../tags/tag1131.xml"/><Relationship Id="rId74" Type="http://schemas.openxmlformats.org/officeDocument/2006/relationships/tags" Target="../tags/tag1130.xml"/><Relationship Id="rId73" Type="http://schemas.openxmlformats.org/officeDocument/2006/relationships/tags" Target="../tags/tag1129.xml"/><Relationship Id="rId72" Type="http://schemas.openxmlformats.org/officeDocument/2006/relationships/image" Target="../media/image317.svg"/><Relationship Id="rId71" Type="http://schemas.openxmlformats.org/officeDocument/2006/relationships/image" Target="../media/image316.png"/><Relationship Id="rId70" Type="http://schemas.openxmlformats.org/officeDocument/2006/relationships/tags" Target="../tags/tag1128.xml"/><Relationship Id="rId7" Type="http://schemas.openxmlformats.org/officeDocument/2006/relationships/tags" Target="../tags/tag1085.xml"/><Relationship Id="rId69" Type="http://schemas.openxmlformats.org/officeDocument/2006/relationships/tags" Target="../tags/tag1127.xml"/><Relationship Id="rId68" Type="http://schemas.openxmlformats.org/officeDocument/2006/relationships/tags" Target="../tags/tag1126.xml"/><Relationship Id="rId67" Type="http://schemas.openxmlformats.org/officeDocument/2006/relationships/tags" Target="../tags/tag1125.xml"/><Relationship Id="rId66" Type="http://schemas.openxmlformats.org/officeDocument/2006/relationships/image" Target="../media/image315.svg"/><Relationship Id="rId65" Type="http://schemas.openxmlformats.org/officeDocument/2006/relationships/image" Target="../media/image123.png"/><Relationship Id="rId64" Type="http://schemas.openxmlformats.org/officeDocument/2006/relationships/tags" Target="../tags/tag1124.xml"/><Relationship Id="rId63" Type="http://schemas.openxmlformats.org/officeDocument/2006/relationships/tags" Target="../tags/tag1123.xml"/><Relationship Id="rId62" Type="http://schemas.openxmlformats.org/officeDocument/2006/relationships/tags" Target="../tags/tag1122.xml"/><Relationship Id="rId61" Type="http://schemas.openxmlformats.org/officeDocument/2006/relationships/tags" Target="../tags/tag1121.xml"/><Relationship Id="rId60" Type="http://schemas.openxmlformats.org/officeDocument/2006/relationships/image" Target="../media/image314.svg"/><Relationship Id="rId6" Type="http://schemas.openxmlformats.org/officeDocument/2006/relationships/tags" Target="../tags/tag1084.xml"/><Relationship Id="rId59" Type="http://schemas.openxmlformats.org/officeDocument/2006/relationships/image" Target="../media/image90.png"/><Relationship Id="rId58" Type="http://schemas.openxmlformats.org/officeDocument/2006/relationships/tags" Target="../tags/tag1120.xml"/><Relationship Id="rId57" Type="http://schemas.openxmlformats.org/officeDocument/2006/relationships/tags" Target="../tags/tag1119.xml"/><Relationship Id="rId56" Type="http://schemas.openxmlformats.org/officeDocument/2006/relationships/tags" Target="../tags/tag1118.xml"/><Relationship Id="rId55" Type="http://schemas.openxmlformats.org/officeDocument/2006/relationships/tags" Target="../tags/tag1117.xml"/><Relationship Id="rId54" Type="http://schemas.openxmlformats.org/officeDocument/2006/relationships/image" Target="../media/image313.svg"/><Relationship Id="rId53" Type="http://schemas.openxmlformats.org/officeDocument/2006/relationships/image" Target="../media/image312.png"/><Relationship Id="rId52" Type="http://schemas.openxmlformats.org/officeDocument/2006/relationships/tags" Target="../tags/tag1116.xml"/><Relationship Id="rId51" Type="http://schemas.openxmlformats.org/officeDocument/2006/relationships/tags" Target="../tags/tag1115.xml"/><Relationship Id="rId50" Type="http://schemas.openxmlformats.org/officeDocument/2006/relationships/tags" Target="../tags/tag1114.xml"/><Relationship Id="rId5" Type="http://schemas.openxmlformats.org/officeDocument/2006/relationships/tags" Target="../tags/tag1083.xml"/><Relationship Id="rId49" Type="http://schemas.openxmlformats.org/officeDocument/2006/relationships/tags" Target="../tags/tag1113.xml"/><Relationship Id="rId48" Type="http://schemas.openxmlformats.org/officeDocument/2006/relationships/image" Target="../media/image311.svg"/><Relationship Id="rId47" Type="http://schemas.openxmlformats.org/officeDocument/2006/relationships/image" Target="../media/image310.png"/><Relationship Id="rId46" Type="http://schemas.openxmlformats.org/officeDocument/2006/relationships/tags" Target="../tags/tag1112.xml"/><Relationship Id="rId45" Type="http://schemas.openxmlformats.org/officeDocument/2006/relationships/tags" Target="../tags/tag1111.xml"/><Relationship Id="rId44" Type="http://schemas.openxmlformats.org/officeDocument/2006/relationships/tags" Target="../tags/tag1110.xml"/><Relationship Id="rId43" Type="http://schemas.openxmlformats.org/officeDocument/2006/relationships/tags" Target="../tags/tag1109.xml"/><Relationship Id="rId42" Type="http://schemas.openxmlformats.org/officeDocument/2006/relationships/image" Target="../media/image211.svg"/><Relationship Id="rId41" Type="http://schemas.openxmlformats.org/officeDocument/2006/relationships/image" Target="../media/image106.png"/><Relationship Id="rId40" Type="http://schemas.openxmlformats.org/officeDocument/2006/relationships/tags" Target="../tags/tag1108.xml"/><Relationship Id="rId4" Type="http://schemas.openxmlformats.org/officeDocument/2006/relationships/tags" Target="../tags/tag1082.xml"/><Relationship Id="rId39" Type="http://schemas.openxmlformats.org/officeDocument/2006/relationships/tags" Target="../tags/tag1107.xml"/><Relationship Id="rId38" Type="http://schemas.openxmlformats.org/officeDocument/2006/relationships/tags" Target="../tags/tag1106.xml"/><Relationship Id="rId37" Type="http://schemas.openxmlformats.org/officeDocument/2006/relationships/tags" Target="../tags/tag1105.xml"/><Relationship Id="rId36" Type="http://schemas.openxmlformats.org/officeDocument/2006/relationships/image" Target="../media/image309.svg"/><Relationship Id="rId35" Type="http://schemas.openxmlformats.org/officeDocument/2006/relationships/image" Target="../media/image308.png"/><Relationship Id="rId34" Type="http://schemas.openxmlformats.org/officeDocument/2006/relationships/tags" Target="../tags/tag1104.xml"/><Relationship Id="rId33" Type="http://schemas.openxmlformats.org/officeDocument/2006/relationships/tags" Target="../tags/tag1103.xml"/><Relationship Id="rId32" Type="http://schemas.openxmlformats.org/officeDocument/2006/relationships/tags" Target="../tags/tag1102.xml"/><Relationship Id="rId31" Type="http://schemas.openxmlformats.org/officeDocument/2006/relationships/tags" Target="../tags/tag1101.xml"/><Relationship Id="rId30" Type="http://schemas.openxmlformats.org/officeDocument/2006/relationships/image" Target="../media/image307.svg"/><Relationship Id="rId3" Type="http://schemas.openxmlformats.org/officeDocument/2006/relationships/tags" Target="../tags/tag1081.xml"/><Relationship Id="rId29" Type="http://schemas.openxmlformats.org/officeDocument/2006/relationships/image" Target="../media/image78.png"/><Relationship Id="rId28" Type="http://schemas.openxmlformats.org/officeDocument/2006/relationships/tags" Target="../tags/tag1100.xml"/><Relationship Id="rId27" Type="http://schemas.openxmlformats.org/officeDocument/2006/relationships/tags" Target="../tags/tag1099.xml"/><Relationship Id="rId26" Type="http://schemas.openxmlformats.org/officeDocument/2006/relationships/tags" Target="../tags/tag1098.xml"/><Relationship Id="rId25" Type="http://schemas.openxmlformats.org/officeDocument/2006/relationships/tags" Target="../tags/tag1097.xml"/><Relationship Id="rId24" Type="http://schemas.openxmlformats.org/officeDocument/2006/relationships/image" Target="../media/image306.svg"/><Relationship Id="rId23" Type="http://schemas.openxmlformats.org/officeDocument/2006/relationships/image" Target="../media/image305.png"/><Relationship Id="rId22" Type="http://schemas.openxmlformats.org/officeDocument/2006/relationships/tags" Target="../tags/tag1096.xml"/><Relationship Id="rId21" Type="http://schemas.openxmlformats.org/officeDocument/2006/relationships/tags" Target="../tags/tag1095.xml"/><Relationship Id="rId20" Type="http://schemas.openxmlformats.org/officeDocument/2006/relationships/tags" Target="../tags/tag1094.xml"/><Relationship Id="rId2" Type="http://schemas.openxmlformats.org/officeDocument/2006/relationships/tags" Target="../tags/tag1080.xml"/><Relationship Id="rId19" Type="http://schemas.openxmlformats.org/officeDocument/2006/relationships/tags" Target="../tags/tag1093.xml"/><Relationship Id="rId18" Type="http://schemas.openxmlformats.org/officeDocument/2006/relationships/image" Target="../media/image304.svg"/><Relationship Id="rId17" Type="http://schemas.openxmlformats.org/officeDocument/2006/relationships/image" Target="../media/image303.png"/><Relationship Id="rId16" Type="http://schemas.openxmlformats.org/officeDocument/2006/relationships/tags" Target="../tags/tag1092.xml"/><Relationship Id="rId15" Type="http://schemas.openxmlformats.org/officeDocument/2006/relationships/tags" Target="../tags/tag1091.xml"/><Relationship Id="rId14" Type="http://schemas.openxmlformats.org/officeDocument/2006/relationships/tags" Target="../tags/tag1090.xml"/><Relationship Id="rId13" Type="http://schemas.openxmlformats.org/officeDocument/2006/relationships/tags" Target="../tags/tag1089.xml"/><Relationship Id="rId12" Type="http://schemas.openxmlformats.org/officeDocument/2006/relationships/image" Target="../media/image272.svg"/><Relationship Id="rId11" Type="http://schemas.openxmlformats.org/officeDocument/2006/relationships/image" Target="../media/image125.png"/><Relationship Id="rId10" Type="http://schemas.openxmlformats.org/officeDocument/2006/relationships/tags" Target="../tags/tag1088.xml"/><Relationship Id="rId1" Type="http://schemas.openxmlformats.org/officeDocument/2006/relationships/tags" Target="../tags/tag1079.xml"/></Relationships>
</file>

<file path=ppt/slides/_rels/slide59.xml.rels><?xml version="1.0" encoding="UTF-8" standalone="yes"?>
<Relationships xmlns="http://schemas.openxmlformats.org/package/2006/relationships"><Relationship Id="rId99" Type="http://schemas.openxmlformats.org/officeDocument/2006/relationships/tags" Target="../tags/tag1203.xml"/><Relationship Id="rId98" Type="http://schemas.openxmlformats.org/officeDocument/2006/relationships/image" Target="../media/image359.svg"/><Relationship Id="rId97" Type="http://schemas.openxmlformats.org/officeDocument/2006/relationships/image" Target="../media/image358.png"/><Relationship Id="rId96" Type="http://schemas.openxmlformats.org/officeDocument/2006/relationships/tags" Target="../tags/tag1202.xml"/><Relationship Id="rId95" Type="http://schemas.openxmlformats.org/officeDocument/2006/relationships/tags" Target="../tags/tag1201.xml"/><Relationship Id="rId94" Type="http://schemas.openxmlformats.org/officeDocument/2006/relationships/tags" Target="../tags/tag1200.xml"/><Relationship Id="rId93" Type="http://schemas.openxmlformats.org/officeDocument/2006/relationships/image" Target="../media/image357.svg"/><Relationship Id="rId92" Type="http://schemas.openxmlformats.org/officeDocument/2006/relationships/image" Target="../media/image356.png"/><Relationship Id="rId91" Type="http://schemas.openxmlformats.org/officeDocument/2006/relationships/tags" Target="../tags/tag1199.xml"/><Relationship Id="rId90" Type="http://schemas.openxmlformats.org/officeDocument/2006/relationships/tags" Target="../tags/tag1198.xml"/><Relationship Id="rId9" Type="http://schemas.openxmlformats.org/officeDocument/2006/relationships/image" Target="../media/image325.png"/><Relationship Id="rId89" Type="http://schemas.openxmlformats.org/officeDocument/2006/relationships/tags" Target="../tags/tag1197.xml"/><Relationship Id="rId88" Type="http://schemas.openxmlformats.org/officeDocument/2006/relationships/image" Target="../media/image355.svg"/><Relationship Id="rId87" Type="http://schemas.openxmlformats.org/officeDocument/2006/relationships/image" Target="../media/image354.png"/><Relationship Id="rId86" Type="http://schemas.openxmlformats.org/officeDocument/2006/relationships/tags" Target="../tags/tag1196.xml"/><Relationship Id="rId85" Type="http://schemas.openxmlformats.org/officeDocument/2006/relationships/tags" Target="../tags/tag1195.xml"/><Relationship Id="rId84" Type="http://schemas.openxmlformats.org/officeDocument/2006/relationships/tags" Target="../tags/tag1194.xml"/><Relationship Id="rId83" Type="http://schemas.openxmlformats.org/officeDocument/2006/relationships/image" Target="../media/image353.svg"/><Relationship Id="rId82" Type="http://schemas.openxmlformats.org/officeDocument/2006/relationships/image" Target="../media/image352.png"/><Relationship Id="rId81" Type="http://schemas.openxmlformats.org/officeDocument/2006/relationships/tags" Target="../tags/tag1193.xml"/><Relationship Id="rId80" Type="http://schemas.openxmlformats.org/officeDocument/2006/relationships/tags" Target="../tags/tag1192.xml"/><Relationship Id="rId8" Type="http://schemas.openxmlformats.org/officeDocument/2006/relationships/tags" Target="../tags/tag1147.xml"/><Relationship Id="rId79" Type="http://schemas.openxmlformats.org/officeDocument/2006/relationships/tags" Target="../tags/tag1191.xml"/><Relationship Id="rId78" Type="http://schemas.openxmlformats.org/officeDocument/2006/relationships/tags" Target="../tags/tag1190.xml"/><Relationship Id="rId77" Type="http://schemas.openxmlformats.org/officeDocument/2006/relationships/tags" Target="../tags/tag1189.xml"/><Relationship Id="rId76" Type="http://schemas.openxmlformats.org/officeDocument/2006/relationships/image" Target="../media/image351.svg"/><Relationship Id="rId75" Type="http://schemas.openxmlformats.org/officeDocument/2006/relationships/image" Target="../media/image350.png"/><Relationship Id="rId74" Type="http://schemas.openxmlformats.org/officeDocument/2006/relationships/tags" Target="../tags/tag1188.xml"/><Relationship Id="rId73" Type="http://schemas.openxmlformats.org/officeDocument/2006/relationships/tags" Target="../tags/tag1187.xml"/><Relationship Id="rId72" Type="http://schemas.openxmlformats.org/officeDocument/2006/relationships/image" Target="../media/image349.svg"/><Relationship Id="rId71" Type="http://schemas.openxmlformats.org/officeDocument/2006/relationships/image" Target="../media/image348.png"/><Relationship Id="rId70" Type="http://schemas.openxmlformats.org/officeDocument/2006/relationships/tags" Target="../tags/tag1186.xml"/><Relationship Id="rId7" Type="http://schemas.openxmlformats.org/officeDocument/2006/relationships/tags" Target="../tags/tag1146.xml"/><Relationship Id="rId69" Type="http://schemas.openxmlformats.org/officeDocument/2006/relationships/tags" Target="../tags/tag1185.xml"/><Relationship Id="rId68" Type="http://schemas.openxmlformats.org/officeDocument/2006/relationships/image" Target="../media/image347.svg"/><Relationship Id="rId67" Type="http://schemas.openxmlformats.org/officeDocument/2006/relationships/image" Target="../media/image346.png"/><Relationship Id="rId66" Type="http://schemas.openxmlformats.org/officeDocument/2006/relationships/tags" Target="../tags/tag1184.xml"/><Relationship Id="rId65" Type="http://schemas.openxmlformats.org/officeDocument/2006/relationships/tags" Target="../tags/tag1183.xml"/><Relationship Id="rId64" Type="http://schemas.openxmlformats.org/officeDocument/2006/relationships/tags" Target="../tags/tag1182.xml"/><Relationship Id="rId63" Type="http://schemas.openxmlformats.org/officeDocument/2006/relationships/tags" Target="../tags/tag1181.xml"/><Relationship Id="rId62" Type="http://schemas.openxmlformats.org/officeDocument/2006/relationships/image" Target="../media/image345.svg"/><Relationship Id="rId61" Type="http://schemas.openxmlformats.org/officeDocument/2006/relationships/image" Target="../media/image344.png"/><Relationship Id="rId60" Type="http://schemas.openxmlformats.org/officeDocument/2006/relationships/tags" Target="../tags/tag1180.xml"/><Relationship Id="rId6" Type="http://schemas.openxmlformats.org/officeDocument/2006/relationships/image" Target="../media/image324.svg"/><Relationship Id="rId59" Type="http://schemas.openxmlformats.org/officeDocument/2006/relationships/tags" Target="../tags/tag1179.xml"/><Relationship Id="rId58" Type="http://schemas.openxmlformats.org/officeDocument/2006/relationships/tags" Target="../tags/tag1178.xml"/><Relationship Id="rId57" Type="http://schemas.openxmlformats.org/officeDocument/2006/relationships/tags" Target="../tags/tag1177.xml"/><Relationship Id="rId56" Type="http://schemas.openxmlformats.org/officeDocument/2006/relationships/image" Target="../media/image343.svg"/><Relationship Id="rId55" Type="http://schemas.openxmlformats.org/officeDocument/2006/relationships/image" Target="../media/image342.png"/><Relationship Id="rId54" Type="http://schemas.openxmlformats.org/officeDocument/2006/relationships/tags" Target="../tags/tag1176.xml"/><Relationship Id="rId53" Type="http://schemas.openxmlformats.org/officeDocument/2006/relationships/tags" Target="../tags/tag1175.xml"/><Relationship Id="rId52" Type="http://schemas.openxmlformats.org/officeDocument/2006/relationships/tags" Target="../tags/tag1174.xml"/><Relationship Id="rId51" Type="http://schemas.openxmlformats.org/officeDocument/2006/relationships/tags" Target="../tags/tag1173.xml"/><Relationship Id="rId50" Type="http://schemas.openxmlformats.org/officeDocument/2006/relationships/image" Target="../media/image341.svg"/><Relationship Id="rId5" Type="http://schemas.openxmlformats.org/officeDocument/2006/relationships/image" Target="../media/image323.png"/><Relationship Id="rId49" Type="http://schemas.openxmlformats.org/officeDocument/2006/relationships/image" Target="../media/image340.png"/><Relationship Id="rId48" Type="http://schemas.openxmlformats.org/officeDocument/2006/relationships/tags" Target="../tags/tag1172.xml"/><Relationship Id="rId47" Type="http://schemas.openxmlformats.org/officeDocument/2006/relationships/tags" Target="../tags/tag1171.xml"/><Relationship Id="rId46" Type="http://schemas.openxmlformats.org/officeDocument/2006/relationships/tags" Target="../tags/tag1170.xml"/><Relationship Id="rId45" Type="http://schemas.openxmlformats.org/officeDocument/2006/relationships/image" Target="../media/image339.svg"/><Relationship Id="rId44" Type="http://schemas.openxmlformats.org/officeDocument/2006/relationships/image" Target="../media/image338.png"/><Relationship Id="rId43" Type="http://schemas.openxmlformats.org/officeDocument/2006/relationships/tags" Target="../tags/tag1169.xml"/><Relationship Id="rId42" Type="http://schemas.openxmlformats.org/officeDocument/2006/relationships/tags" Target="../tags/tag1168.xml"/><Relationship Id="rId41" Type="http://schemas.openxmlformats.org/officeDocument/2006/relationships/tags" Target="../tags/tag1167.xml"/><Relationship Id="rId40" Type="http://schemas.openxmlformats.org/officeDocument/2006/relationships/tags" Target="../tags/tag1166.xml"/><Relationship Id="rId4" Type="http://schemas.openxmlformats.org/officeDocument/2006/relationships/tags" Target="../tags/tag1145.xml"/><Relationship Id="rId39" Type="http://schemas.openxmlformats.org/officeDocument/2006/relationships/image" Target="../media/image337.svg"/><Relationship Id="rId38" Type="http://schemas.openxmlformats.org/officeDocument/2006/relationships/image" Target="../media/image336.png"/><Relationship Id="rId37" Type="http://schemas.openxmlformats.org/officeDocument/2006/relationships/tags" Target="../tags/tag1165.xml"/><Relationship Id="rId36" Type="http://schemas.openxmlformats.org/officeDocument/2006/relationships/tags" Target="../tags/tag1164.xml"/><Relationship Id="rId35" Type="http://schemas.openxmlformats.org/officeDocument/2006/relationships/tags" Target="../tags/tag1163.xml"/><Relationship Id="rId34" Type="http://schemas.openxmlformats.org/officeDocument/2006/relationships/tags" Target="../tags/tag1162.xml"/><Relationship Id="rId33" Type="http://schemas.openxmlformats.org/officeDocument/2006/relationships/image" Target="../media/image335.svg"/><Relationship Id="rId32" Type="http://schemas.openxmlformats.org/officeDocument/2006/relationships/image" Target="../media/image334.png"/><Relationship Id="rId31" Type="http://schemas.openxmlformats.org/officeDocument/2006/relationships/tags" Target="../tags/tag1161.xml"/><Relationship Id="rId30" Type="http://schemas.openxmlformats.org/officeDocument/2006/relationships/tags" Target="../tags/tag1160.xml"/><Relationship Id="rId3" Type="http://schemas.openxmlformats.org/officeDocument/2006/relationships/tags" Target="../tags/tag1144.xml"/><Relationship Id="rId29" Type="http://schemas.openxmlformats.org/officeDocument/2006/relationships/tags" Target="../tags/tag1159.xml"/><Relationship Id="rId28" Type="http://schemas.openxmlformats.org/officeDocument/2006/relationships/tags" Target="../tags/tag1158.xml"/><Relationship Id="rId27" Type="http://schemas.openxmlformats.org/officeDocument/2006/relationships/image" Target="../media/image333.svg"/><Relationship Id="rId26" Type="http://schemas.openxmlformats.org/officeDocument/2006/relationships/image" Target="../media/image332.png"/><Relationship Id="rId25" Type="http://schemas.openxmlformats.org/officeDocument/2006/relationships/tags" Target="../tags/tag1157.xml"/><Relationship Id="rId24" Type="http://schemas.openxmlformats.org/officeDocument/2006/relationships/tags" Target="../tags/tag1156.xml"/><Relationship Id="rId23" Type="http://schemas.openxmlformats.org/officeDocument/2006/relationships/tags" Target="../tags/tag1155.xml"/><Relationship Id="rId22" Type="http://schemas.openxmlformats.org/officeDocument/2006/relationships/tags" Target="../tags/tag1154.xml"/><Relationship Id="rId21" Type="http://schemas.openxmlformats.org/officeDocument/2006/relationships/image" Target="../media/image331.svg"/><Relationship Id="rId20" Type="http://schemas.openxmlformats.org/officeDocument/2006/relationships/image" Target="../media/image330.png"/><Relationship Id="rId2" Type="http://schemas.openxmlformats.org/officeDocument/2006/relationships/tags" Target="../tags/tag1143.xml"/><Relationship Id="rId19" Type="http://schemas.openxmlformats.org/officeDocument/2006/relationships/tags" Target="../tags/tag1153.xml"/><Relationship Id="rId18" Type="http://schemas.openxmlformats.org/officeDocument/2006/relationships/tags" Target="../tags/tag1152.xml"/><Relationship Id="rId17" Type="http://schemas.openxmlformats.org/officeDocument/2006/relationships/image" Target="../media/image329.svg"/><Relationship Id="rId16" Type="http://schemas.openxmlformats.org/officeDocument/2006/relationships/tags" Target="../tags/tag1151.xml"/><Relationship Id="rId15" Type="http://schemas.openxmlformats.org/officeDocument/2006/relationships/tags" Target="../tags/tag1150.xml"/><Relationship Id="rId14" Type="http://schemas.openxmlformats.org/officeDocument/2006/relationships/image" Target="../media/image328.svg"/><Relationship Id="rId13" Type="http://schemas.openxmlformats.org/officeDocument/2006/relationships/image" Target="../media/image327.png"/><Relationship Id="rId12" Type="http://schemas.openxmlformats.org/officeDocument/2006/relationships/tags" Target="../tags/tag1149.xml"/><Relationship Id="rId111" Type="http://schemas.openxmlformats.org/officeDocument/2006/relationships/notesSlide" Target="../notesSlides/notesSlide59.xml"/><Relationship Id="rId110" Type="http://schemas.openxmlformats.org/officeDocument/2006/relationships/slideLayout" Target="../slideLayouts/slideLayout7.xml"/><Relationship Id="rId11" Type="http://schemas.openxmlformats.org/officeDocument/2006/relationships/tags" Target="../tags/tag1148.xml"/><Relationship Id="rId109" Type="http://schemas.openxmlformats.org/officeDocument/2006/relationships/tags" Target="../tags/tag1209.xml"/><Relationship Id="rId108" Type="http://schemas.openxmlformats.org/officeDocument/2006/relationships/image" Target="../media/image363.svg"/><Relationship Id="rId107" Type="http://schemas.openxmlformats.org/officeDocument/2006/relationships/image" Target="../media/image362.png"/><Relationship Id="rId106" Type="http://schemas.openxmlformats.org/officeDocument/2006/relationships/tags" Target="../tags/tag1208.xml"/><Relationship Id="rId105" Type="http://schemas.openxmlformats.org/officeDocument/2006/relationships/tags" Target="../tags/tag1207.xml"/><Relationship Id="rId104" Type="http://schemas.openxmlformats.org/officeDocument/2006/relationships/tags" Target="../tags/tag1206.xml"/><Relationship Id="rId103" Type="http://schemas.openxmlformats.org/officeDocument/2006/relationships/image" Target="../media/image361.svg"/><Relationship Id="rId102" Type="http://schemas.openxmlformats.org/officeDocument/2006/relationships/image" Target="../media/image360.png"/><Relationship Id="rId101" Type="http://schemas.openxmlformats.org/officeDocument/2006/relationships/tags" Target="../tags/tag1205.xml"/><Relationship Id="rId100" Type="http://schemas.openxmlformats.org/officeDocument/2006/relationships/tags" Target="../tags/tag1204.xml"/><Relationship Id="rId10" Type="http://schemas.openxmlformats.org/officeDocument/2006/relationships/image" Target="../media/image326.svg"/><Relationship Id="rId1" Type="http://schemas.openxmlformats.org/officeDocument/2006/relationships/tags" Target="../tags/tag1142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tags" Target="../tags/tag1218.xml"/><Relationship Id="rId8" Type="http://schemas.openxmlformats.org/officeDocument/2006/relationships/tags" Target="../tags/tag1217.xml"/><Relationship Id="rId76" Type="http://schemas.openxmlformats.org/officeDocument/2006/relationships/notesSlide" Target="../notesSlides/notesSlide60.xml"/><Relationship Id="rId75" Type="http://schemas.openxmlformats.org/officeDocument/2006/relationships/slideLayout" Target="../slideLayouts/slideLayout7.xml"/><Relationship Id="rId74" Type="http://schemas.openxmlformats.org/officeDocument/2006/relationships/tags" Target="../tags/tag1283.xml"/><Relationship Id="rId73" Type="http://schemas.openxmlformats.org/officeDocument/2006/relationships/tags" Target="../tags/tag1282.xml"/><Relationship Id="rId72" Type="http://schemas.openxmlformats.org/officeDocument/2006/relationships/tags" Target="../tags/tag1281.xml"/><Relationship Id="rId71" Type="http://schemas.openxmlformats.org/officeDocument/2006/relationships/tags" Target="../tags/tag1280.xml"/><Relationship Id="rId70" Type="http://schemas.openxmlformats.org/officeDocument/2006/relationships/tags" Target="../tags/tag1279.xml"/><Relationship Id="rId7" Type="http://schemas.openxmlformats.org/officeDocument/2006/relationships/tags" Target="../tags/tag1216.xml"/><Relationship Id="rId69" Type="http://schemas.openxmlformats.org/officeDocument/2006/relationships/tags" Target="../tags/tag1278.xml"/><Relationship Id="rId68" Type="http://schemas.openxmlformats.org/officeDocument/2006/relationships/tags" Target="../tags/tag1277.xml"/><Relationship Id="rId67" Type="http://schemas.openxmlformats.org/officeDocument/2006/relationships/tags" Target="../tags/tag1276.xml"/><Relationship Id="rId66" Type="http://schemas.openxmlformats.org/officeDocument/2006/relationships/tags" Target="../tags/tag1275.xml"/><Relationship Id="rId65" Type="http://schemas.openxmlformats.org/officeDocument/2006/relationships/tags" Target="../tags/tag1274.xml"/><Relationship Id="rId64" Type="http://schemas.openxmlformats.org/officeDocument/2006/relationships/tags" Target="../tags/tag1273.xml"/><Relationship Id="rId63" Type="http://schemas.openxmlformats.org/officeDocument/2006/relationships/tags" Target="../tags/tag1272.xml"/><Relationship Id="rId62" Type="http://schemas.openxmlformats.org/officeDocument/2006/relationships/tags" Target="../tags/tag1271.xml"/><Relationship Id="rId61" Type="http://schemas.openxmlformats.org/officeDocument/2006/relationships/tags" Target="../tags/tag1270.xml"/><Relationship Id="rId60" Type="http://schemas.openxmlformats.org/officeDocument/2006/relationships/tags" Target="../tags/tag1269.xml"/><Relationship Id="rId6" Type="http://schemas.openxmlformats.org/officeDocument/2006/relationships/tags" Target="../tags/tag1215.xml"/><Relationship Id="rId59" Type="http://schemas.openxmlformats.org/officeDocument/2006/relationships/tags" Target="../tags/tag1268.xml"/><Relationship Id="rId58" Type="http://schemas.openxmlformats.org/officeDocument/2006/relationships/tags" Target="../tags/tag1267.xml"/><Relationship Id="rId57" Type="http://schemas.openxmlformats.org/officeDocument/2006/relationships/tags" Target="../tags/tag1266.xml"/><Relationship Id="rId56" Type="http://schemas.openxmlformats.org/officeDocument/2006/relationships/tags" Target="../tags/tag1265.xml"/><Relationship Id="rId55" Type="http://schemas.openxmlformats.org/officeDocument/2006/relationships/tags" Target="../tags/tag1264.xml"/><Relationship Id="rId54" Type="http://schemas.openxmlformats.org/officeDocument/2006/relationships/tags" Target="../tags/tag1263.xml"/><Relationship Id="rId53" Type="http://schemas.openxmlformats.org/officeDocument/2006/relationships/tags" Target="../tags/tag1262.xml"/><Relationship Id="rId52" Type="http://schemas.openxmlformats.org/officeDocument/2006/relationships/tags" Target="../tags/tag1261.xml"/><Relationship Id="rId51" Type="http://schemas.openxmlformats.org/officeDocument/2006/relationships/tags" Target="../tags/tag1260.xml"/><Relationship Id="rId50" Type="http://schemas.openxmlformats.org/officeDocument/2006/relationships/tags" Target="../tags/tag1259.xml"/><Relationship Id="rId5" Type="http://schemas.openxmlformats.org/officeDocument/2006/relationships/tags" Target="../tags/tag1214.xml"/><Relationship Id="rId49" Type="http://schemas.openxmlformats.org/officeDocument/2006/relationships/tags" Target="../tags/tag1258.xml"/><Relationship Id="rId48" Type="http://schemas.openxmlformats.org/officeDocument/2006/relationships/tags" Target="../tags/tag1257.xml"/><Relationship Id="rId47" Type="http://schemas.openxmlformats.org/officeDocument/2006/relationships/tags" Target="../tags/tag1256.xml"/><Relationship Id="rId46" Type="http://schemas.openxmlformats.org/officeDocument/2006/relationships/tags" Target="../tags/tag1255.xml"/><Relationship Id="rId45" Type="http://schemas.openxmlformats.org/officeDocument/2006/relationships/tags" Target="../tags/tag1254.xml"/><Relationship Id="rId44" Type="http://schemas.openxmlformats.org/officeDocument/2006/relationships/tags" Target="../tags/tag1253.xml"/><Relationship Id="rId43" Type="http://schemas.openxmlformats.org/officeDocument/2006/relationships/tags" Target="../tags/tag1252.xml"/><Relationship Id="rId42" Type="http://schemas.openxmlformats.org/officeDocument/2006/relationships/tags" Target="../tags/tag1251.xml"/><Relationship Id="rId41" Type="http://schemas.openxmlformats.org/officeDocument/2006/relationships/tags" Target="../tags/tag1250.xml"/><Relationship Id="rId40" Type="http://schemas.openxmlformats.org/officeDocument/2006/relationships/tags" Target="../tags/tag1249.xml"/><Relationship Id="rId4" Type="http://schemas.openxmlformats.org/officeDocument/2006/relationships/tags" Target="../tags/tag1213.xml"/><Relationship Id="rId39" Type="http://schemas.openxmlformats.org/officeDocument/2006/relationships/tags" Target="../tags/tag1248.xml"/><Relationship Id="rId38" Type="http://schemas.openxmlformats.org/officeDocument/2006/relationships/tags" Target="../tags/tag1247.xml"/><Relationship Id="rId37" Type="http://schemas.openxmlformats.org/officeDocument/2006/relationships/tags" Target="../tags/tag1246.xml"/><Relationship Id="rId36" Type="http://schemas.openxmlformats.org/officeDocument/2006/relationships/tags" Target="../tags/tag1245.xml"/><Relationship Id="rId35" Type="http://schemas.openxmlformats.org/officeDocument/2006/relationships/tags" Target="../tags/tag1244.xml"/><Relationship Id="rId34" Type="http://schemas.openxmlformats.org/officeDocument/2006/relationships/tags" Target="../tags/tag1243.xml"/><Relationship Id="rId33" Type="http://schemas.openxmlformats.org/officeDocument/2006/relationships/tags" Target="../tags/tag1242.xml"/><Relationship Id="rId32" Type="http://schemas.openxmlformats.org/officeDocument/2006/relationships/tags" Target="../tags/tag1241.xml"/><Relationship Id="rId31" Type="http://schemas.openxmlformats.org/officeDocument/2006/relationships/tags" Target="../tags/tag1240.xml"/><Relationship Id="rId30" Type="http://schemas.openxmlformats.org/officeDocument/2006/relationships/tags" Target="../tags/tag1239.xml"/><Relationship Id="rId3" Type="http://schemas.openxmlformats.org/officeDocument/2006/relationships/tags" Target="../tags/tag1212.xml"/><Relationship Id="rId29" Type="http://schemas.openxmlformats.org/officeDocument/2006/relationships/tags" Target="../tags/tag1238.xml"/><Relationship Id="rId28" Type="http://schemas.openxmlformats.org/officeDocument/2006/relationships/tags" Target="../tags/tag1237.xml"/><Relationship Id="rId27" Type="http://schemas.openxmlformats.org/officeDocument/2006/relationships/tags" Target="../tags/tag1236.xml"/><Relationship Id="rId26" Type="http://schemas.openxmlformats.org/officeDocument/2006/relationships/tags" Target="../tags/tag1235.xml"/><Relationship Id="rId25" Type="http://schemas.openxmlformats.org/officeDocument/2006/relationships/tags" Target="../tags/tag1234.xml"/><Relationship Id="rId24" Type="http://schemas.openxmlformats.org/officeDocument/2006/relationships/tags" Target="../tags/tag1233.xml"/><Relationship Id="rId23" Type="http://schemas.openxmlformats.org/officeDocument/2006/relationships/tags" Target="../tags/tag1232.xml"/><Relationship Id="rId22" Type="http://schemas.openxmlformats.org/officeDocument/2006/relationships/tags" Target="../tags/tag1231.xml"/><Relationship Id="rId21" Type="http://schemas.openxmlformats.org/officeDocument/2006/relationships/tags" Target="../tags/tag1230.xml"/><Relationship Id="rId20" Type="http://schemas.openxmlformats.org/officeDocument/2006/relationships/tags" Target="../tags/tag1229.xml"/><Relationship Id="rId2" Type="http://schemas.openxmlformats.org/officeDocument/2006/relationships/tags" Target="../tags/tag1211.xml"/><Relationship Id="rId19" Type="http://schemas.openxmlformats.org/officeDocument/2006/relationships/tags" Target="../tags/tag1228.xml"/><Relationship Id="rId18" Type="http://schemas.openxmlformats.org/officeDocument/2006/relationships/tags" Target="../tags/tag1227.xml"/><Relationship Id="rId17" Type="http://schemas.openxmlformats.org/officeDocument/2006/relationships/tags" Target="../tags/tag1226.xml"/><Relationship Id="rId16" Type="http://schemas.openxmlformats.org/officeDocument/2006/relationships/tags" Target="../tags/tag1225.xml"/><Relationship Id="rId15" Type="http://schemas.openxmlformats.org/officeDocument/2006/relationships/tags" Target="../tags/tag1224.xml"/><Relationship Id="rId14" Type="http://schemas.openxmlformats.org/officeDocument/2006/relationships/tags" Target="../tags/tag1223.xml"/><Relationship Id="rId13" Type="http://schemas.openxmlformats.org/officeDocument/2006/relationships/tags" Target="../tags/tag1222.xml"/><Relationship Id="rId12" Type="http://schemas.openxmlformats.org/officeDocument/2006/relationships/tags" Target="../tags/tag1221.xml"/><Relationship Id="rId11" Type="http://schemas.openxmlformats.org/officeDocument/2006/relationships/tags" Target="../tags/tag1220.xml"/><Relationship Id="rId10" Type="http://schemas.openxmlformats.org/officeDocument/2006/relationships/tags" Target="../tags/tag1219.xml"/><Relationship Id="rId1" Type="http://schemas.openxmlformats.org/officeDocument/2006/relationships/tags" Target="../tags/tag12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tags" Target="../tags/tag1292.xml"/><Relationship Id="rId8" Type="http://schemas.openxmlformats.org/officeDocument/2006/relationships/tags" Target="../tags/tag1291.xml"/><Relationship Id="rId7" Type="http://schemas.openxmlformats.org/officeDocument/2006/relationships/tags" Target="../tags/tag1290.xml"/><Relationship Id="rId6" Type="http://schemas.openxmlformats.org/officeDocument/2006/relationships/tags" Target="../tags/tag1289.xml"/><Relationship Id="rId5" Type="http://schemas.openxmlformats.org/officeDocument/2006/relationships/tags" Target="../tags/tag1288.xml"/><Relationship Id="rId4" Type="http://schemas.openxmlformats.org/officeDocument/2006/relationships/tags" Target="../tags/tag1287.xml"/><Relationship Id="rId3" Type="http://schemas.openxmlformats.org/officeDocument/2006/relationships/tags" Target="../tags/tag1286.xml"/><Relationship Id="rId2" Type="http://schemas.openxmlformats.org/officeDocument/2006/relationships/tags" Target="../tags/tag1285.xml"/><Relationship Id="rId14" Type="http://schemas.openxmlformats.org/officeDocument/2006/relationships/notesSlide" Target="../notesSlides/notesSlide62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95.xml"/><Relationship Id="rId11" Type="http://schemas.openxmlformats.org/officeDocument/2006/relationships/tags" Target="../tags/tag1294.xml"/><Relationship Id="rId10" Type="http://schemas.openxmlformats.org/officeDocument/2006/relationships/tags" Target="../tags/tag1293.xml"/><Relationship Id="rId1" Type="http://schemas.openxmlformats.org/officeDocument/2006/relationships/tags" Target="../tags/tag128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2.png"/><Relationship Id="rId8" Type="http://schemas.openxmlformats.org/officeDocument/2006/relationships/image" Target="../media/image371.svg"/><Relationship Id="rId7" Type="http://schemas.openxmlformats.org/officeDocument/2006/relationships/image" Target="../media/image370.png"/><Relationship Id="rId6" Type="http://schemas.openxmlformats.org/officeDocument/2006/relationships/image" Target="../media/image369.svg"/><Relationship Id="rId5" Type="http://schemas.openxmlformats.org/officeDocument/2006/relationships/image" Target="../media/image368.png"/><Relationship Id="rId4" Type="http://schemas.openxmlformats.org/officeDocument/2006/relationships/image" Target="../media/image367.svg"/><Relationship Id="rId3" Type="http://schemas.openxmlformats.org/officeDocument/2006/relationships/image" Target="../media/image366.png"/><Relationship Id="rId2" Type="http://schemas.openxmlformats.org/officeDocument/2006/relationships/image" Target="../media/image365.svg"/><Relationship Id="rId18" Type="http://schemas.openxmlformats.org/officeDocument/2006/relationships/notesSlide" Target="../notesSlides/notesSlide64.xml"/><Relationship Id="rId17" Type="http://schemas.openxmlformats.org/officeDocument/2006/relationships/slideLayout" Target="../slideLayouts/slideLayout3.xml"/><Relationship Id="rId16" Type="http://schemas.openxmlformats.org/officeDocument/2006/relationships/image" Target="../media/image379.svg"/><Relationship Id="rId15" Type="http://schemas.openxmlformats.org/officeDocument/2006/relationships/image" Target="../media/image378.png"/><Relationship Id="rId14" Type="http://schemas.openxmlformats.org/officeDocument/2006/relationships/image" Target="../media/image377.svg"/><Relationship Id="rId13" Type="http://schemas.openxmlformats.org/officeDocument/2006/relationships/image" Target="../media/image376.png"/><Relationship Id="rId12" Type="http://schemas.openxmlformats.org/officeDocument/2006/relationships/image" Target="../media/image375.svg"/><Relationship Id="rId11" Type="http://schemas.openxmlformats.org/officeDocument/2006/relationships/image" Target="../media/image374.png"/><Relationship Id="rId10" Type="http://schemas.openxmlformats.org/officeDocument/2006/relationships/image" Target="../media/image373.svg"/><Relationship Id="rId1" Type="http://schemas.openxmlformats.org/officeDocument/2006/relationships/image" Target="../media/image36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377.svg"/><Relationship Id="rId5" Type="http://schemas.openxmlformats.org/officeDocument/2006/relationships/image" Target="../media/image376.png"/><Relationship Id="rId4" Type="http://schemas.openxmlformats.org/officeDocument/2006/relationships/image" Target="../media/image383.svg"/><Relationship Id="rId3" Type="http://schemas.openxmlformats.org/officeDocument/2006/relationships/image" Target="../media/image382.png"/><Relationship Id="rId2" Type="http://schemas.openxmlformats.org/officeDocument/2006/relationships/image" Target="../media/image381.svg"/><Relationship Id="rId1" Type="http://schemas.openxmlformats.org/officeDocument/2006/relationships/image" Target="../media/image380.png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4.png"/><Relationship Id="rId8" Type="http://schemas.openxmlformats.org/officeDocument/2006/relationships/image" Target="../media/image391.svg"/><Relationship Id="rId7" Type="http://schemas.openxmlformats.org/officeDocument/2006/relationships/image" Target="../media/image390.png"/><Relationship Id="rId6" Type="http://schemas.openxmlformats.org/officeDocument/2006/relationships/image" Target="../media/image389.svg"/><Relationship Id="rId5" Type="http://schemas.openxmlformats.org/officeDocument/2006/relationships/image" Target="../media/image388.png"/><Relationship Id="rId4" Type="http://schemas.openxmlformats.org/officeDocument/2006/relationships/image" Target="../media/image387.svg"/><Relationship Id="rId3" Type="http://schemas.openxmlformats.org/officeDocument/2006/relationships/image" Target="../media/image386.png"/><Relationship Id="rId26" Type="http://schemas.openxmlformats.org/officeDocument/2006/relationships/notesSlide" Target="../notesSlides/notesSlide66.xml"/><Relationship Id="rId25" Type="http://schemas.openxmlformats.org/officeDocument/2006/relationships/slideLayout" Target="../slideLayouts/slideLayout3.xml"/><Relationship Id="rId24" Type="http://schemas.openxmlformats.org/officeDocument/2006/relationships/image" Target="../media/image369.svg"/><Relationship Id="rId23" Type="http://schemas.openxmlformats.org/officeDocument/2006/relationships/image" Target="../media/image368.png"/><Relationship Id="rId22" Type="http://schemas.openxmlformats.org/officeDocument/2006/relationships/image" Target="../media/image377.svg"/><Relationship Id="rId21" Type="http://schemas.openxmlformats.org/officeDocument/2006/relationships/image" Target="../media/image376.png"/><Relationship Id="rId20" Type="http://schemas.openxmlformats.org/officeDocument/2006/relationships/image" Target="../media/image399.svg"/><Relationship Id="rId2" Type="http://schemas.openxmlformats.org/officeDocument/2006/relationships/image" Target="../media/image385.svg"/><Relationship Id="rId19" Type="http://schemas.openxmlformats.org/officeDocument/2006/relationships/image" Target="../media/image398.png"/><Relationship Id="rId18" Type="http://schemas.openxmlformats.org/officeDocument/2006/relationships/image" Target="../media/image397.svg"/><Relationship Id="rId17" Type="http://schemas.openxmlformats.org/officeDocument/2006/relationships/image" Target="../media/image396.png"/><Relationship Id="rId16" Type="http://schemas.openxmlformats.org/officeDocument/2006/relationships/image" Target="../media/image379.svg"/><Relationship Id="rId15" Type="http://schemas.openxmlformats.org/officeDocument/2006/relationships/image" Target="../media/image378.png"/><Relationship Id="rId14" Type="http://schemas.openxmlformats.org/officeDocument/2006/relationships/image" Target="../media/image395.svg"/><Relationship Id="rId13" Type="http://schemas.openxmlformats.org/officeDocument/2006/relationships/image" Target="../media/image394.png"/><Relationship Id="rId12" Type="http://schemas.openxmlformats.org/officeDocument/2006/relationships/image" Target="../media/image393.svg"/><Relationship Id="rId11" Type="http://schemas.openxmlformats.org/officeDocument/2006/relationships/image" Target="../media/image392.png"/><Relationship Id="rId10" Type="http://schemas.openxmlformats.org/officeDocument/2006/relationships/image" Target="../media/image375.svg"/><Relationship Id="rId1" Type="http://schemas.openxmlformats.org/officeDocument/2006/relationships/image" Target="../media/image384.png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tags" Target="../tags/tag1300.xml"/><Relationship Id="rId8" Type="http://schemas.openxmlformats.org/officeDocument/2006/relationships/tags" Target="../tags/tag1299.xml"/><Relationship Id="rId7" Type="http://schemas.openxmlformats.org/officeDocument/2006/relationships/tags" Target="../tags/tag1298.xml"/><Relationship Id="rId6" Type="http://schemas.openxmlformats.org/officeDocument/2006/relationships/tags" Target="../tags/tag1297.xml"/><Relationship Id="rId5" Type="http://schemas.openxmlformats.org/officeDocument/2006/relationships/tags" Target="../tags/tag1296.xml"/><Relationship Id="rId4" Type="http://schemas.openxmlformats.org/officeDocument/2006/relationships/image" Target="../media/image403.svg"/><Relationship Id="rId3" Type="http://schemas.openxmlformats.org/officeDocument/2006/relationships/image" Target="../media/image402.png"/><Relationship Id="rId2" Type="http://schemas.openxmlformats.org/officeDocument/2006/relationships/image" Target="../media/image401.svg"/><Relationship Id="rId15" Type="http://schemas.openxmlformats.org/officeDocument/2006/relationships/notesSlide" Target="../notesSlides/notesSlide67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1304.xml"/><Relationship Id="rId12" Type="http://schemas.openxmlformats.org/officeDocument/2006/relationships/tags" Target="../tags/tag1303.xml"/><Relationship Id="rId11" Type="http://schemas.openxmlformats.org/officeDocument/2006/relationships/tags" Target="../tags/tag1302.xml"/><Relationship Id="rId10" Type="http://schemas.openxmlformats.org/officeDocument/2006/relationships/tags" Target="../tags/tag1301.xml"/><Relationship Id="rId1" Type="http://schemas.openxmlformats.org/officeDocument/2006/relationships/image" Target="../media/image400.png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8.png"/><Relationship Id="rId8" Type="http://schemas.openxmlformats.org/officeDocument/2006/relationships/image" Target="../media/image377.svg"/><Relationship Id="rId7" Type="http://schemas.openxmlformats.org/officeDocument/2006/relationships/image" Target="../media/image376.png"/><Relationship Id="rId6" Type="http://schemas.openxmlformats.org/officeDocument/2006/relationships/image" Target="../media/image381.svg"/><Relationship Id="rId5" Type="http://schemas.openxmlformats.org/officeDocument/2006/relationships/image" Target="../media/image380.png"/><Relationship Id="rId4" Type="http://schemas.openxmlformats.org/officeDocument/2006/relationships/image" Target="../media/image407.svg"/><Relationship Id="rId3" Type="http://schemas.openxmlformats.org/officeDocument/2006/relationships/image" Target="../media/image406.png"/><Relationship Id="rId2" Type="http://schemas.openxmlformats.org/officeDocument/2006/relationships/image" Target="../media/image405.svg"/><Relationship Id="rId14" Type="http://schemas.openxmlformats.org/officeDocument/2006/relationships/notesSlide" Target="../notesSlides/notesSlide68.x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387.svg"/><Relationship Id="rId11" Type="http://schemas.openxmlformats.org/officeDocument/2006/relationships/image" Target="../media/image386.png"/><Relationship Id="rId10" Type="http://schemas.openxmlformats.org/officeDocument/2006/relationships/image" Target="../media/image409.svg"/><Relationship Id="rId1" Type="http://schemas.openxmlformats.org/officeDocument/2006/relationships/image" Target="../media/image404.png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tags" Target="../tags/tag1311.xml"/><Relationship Id="rId8" Type="http://schemas.openxmlformats.org/officeDocument/2006/relationships/tags" Target="../tags/tag1310.xml"/><Relationship Id="rId7" Type="http://schemas.openxmlformats.org/officeDocument/2006/relationships/image" Target="../media/image375.svg"/><Relationship Id="rId6" Type="http://schemas.openxmlformats.org/officeDocument/2006/relationships/image" Target="../media/image374.png"/><Relationship Id="rId5" Type="http://schemas.openxmlformats.org/officeDocument/2006/relationships/tags" Target="../tags/tag1309.xml"/><Relationship Id="rId4" Type="http://schemas.openxmlformats.org/officeDocument/2006/relationships/tags" Target="../tags/tag1308.xml"/><Relationship Id="rId3" Type="http://schemas.openxmlformats.org/officeDocument/2006/relationships/tags" Target="../tags/tag1307.xml"/><Relationship Id="rId26" Type="http://schemas.openxmlformats.org/officeDocument/2006/relationships/notesSlide" Target="../notesSlides/notesSlide69.xml"/><Relationship Id="rId25" Type="http://schemas.openxmlformats.org/officeDocument/2006/relationships/slideLayout" Target="../slideLayouts/slideLayout3.xml"/><Relationship Id="rId24" Type="http://schemas.openxmlformats.org/officeDocument/2006/relationships/tags" Target="../tags/tag1320.xml"/><Relationship Id="rId23" Type="http://schemas.openxmlformats.org/officeDocument/2006/relationships/tags" Target="../tags/tag1319.xml"/><Relationship Id="rId22" Type="http://schemas.openxmlformats.org/officeDocument/2006/relationships/image" Target="../media/image411.svg"/><Relationship Id="rId21" Type="http://schemas.openxmlformats.org/officeDocument/2006/relationships/image" Target="../media/image410.png"/><Relationship Id="rId20" Type="http://schemas.openxmlformats.org/officeDocument/2006/relationships/tags" Target="../tags/tag1318.xml"/><Relationship Id="rId2" Type="http://schemas.openxmlformats.org/officeDocument/2006/relationships/tags" Target="../tags/tag1306.xml"/><Relationship Id="rId19" Type="http://schemas.openxmlformats.org/officeDocument/2006/relationships/tags" Target="../tags/tag1317.xml"/><Relationship Id="rId18" Type="http://schemas.openxmlformats.org/officeDocument/2006/relationships/tags" Target="../tags/tag1316.xml"/><Relationship Id="rId17" Type="http://schemas.openxmlformats.org/officeDocument/2006/relationships/image" Target="../media/image379.svg"/><Relationship Id="rId16" Type="http://schemas.openxmlformats.org/officeDocument/2006/relationships/image" Target="../media/image378.png"/><Relationship Id="rId15" Type="http://schemas.openxmlformats.org/officeDocument/2006/relationships/tags" Target="../tags/tag1315.xml"/><Relationship Id="rId14" Type="http://schemas.openxmlformats.org/officeDocument/2006/relationships/tags" Target="../tags/tag1314.xml"/><Relationship Id="rId13" Type="http://schemas.openxmlformats.org/officeDocument/2006/relationships/tags" Target="../tags/tag1313.xml"/><Relationship Id="rId12" Type="http://schemas.openxmlformats.org/officeDocument/2006/relationships/image" Target="../media/image377.svg"/><Relationship Id="rId11" Type="http://schemas.openxmlformats.org/officeDocument/2006/relationships/image" Target="../media/image376.png"/><Relationship Id="rId10" Type="http://schemas.openxmlformats.org/officeDocument/2006/relationships/tags" Target="../tags/tag1312.xml"/><Relationship Id="rId1" Type="http://schemas.openxmlformats.org/officeDocument/2006/relationships/tags" Target="../tags/tag1305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13.svg"/><Relationship Id="rId1" Type="http://schemas.openxmlformats.org/officeDocument/2006/relationships/image" Target="../media/image412.png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1325.xml"/><Relationship Id="rId8" Type="http://schemas.openxmlformats.org/officeDocument/2006/relationships/tags" Target="../tags/tag1324.xml"/><Relationship Id="rId7" Type="http://schemas.openxmlformats.org/officeDocument/2006/relationships/tags" Target="../tags/tag1323.xml"/><Relationship Id="rId6" Type="http://schemas.openxmlformats.org/officeDocument/2006/relationships/image" Target="../media/image417.svg"/><Relationship Id="rId5" Type="http://schemas.openxmlformats.org/officeDocument/2006/relationships/image" Target="../media/image416.png"/><Relationship Id="rId4" Type="http://schemas.openxmlformats.org/officeDocument/2006/relationships/tags" Target="../tags/tag1322.xml"/><Relationship Id="rId3" Type="http://schemas.openxmlformats.org/officeDocument/2006/relationships/tags" Target="../tags/tag1321.xml"/><Relationship Id="rId20" Type="http://schemas.openxmlformats.org/officeDocument/2006/relationships/notesSlide" Target="../notesSlides/notesSlide71.xml"/><Relationship Id="rId2" Type="http://schemas.openxmlformats.org/officeDocument/2006/relationships/image" Target="../media/image415.svg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1330.xml"/><Relationship Id="rId17" Type="http://schemas.openxmlformats.org/officeDocument/2006/relationships/tags" Target="../tags/tag1329.xml"/><Relationship Id="rId16" Type="http://schemas.openxmlformats.org/officeDocument/2006/relationships/image" Target="../media/image409.svg"/><Relationship Id="rId15" Type="http://schemas.openxmlformats.org/officeDocument/2006/relationships/image" Target="../media/image408.png"/><Relationship Id="rId14" Type="http://schemas.openxmlformats.org/officeDocument/2006/relationships/tags" Target="../tags/tag1328.xml"/><Relationship Id="rId13" Type="http://schemas.openxmlformats.org/officeDocument/2006/relationships/tags" Target="../tags/tag1327.xml"/><Relationship Id="rId12" Type="http://schemas.openxmlformats.org/officeDocument/2006/relationships/tags" Target="../tags/tag1326.xml"/><Relationship Id="rId11" Type="http://schemas.openxmlformats.org/officeDocument/2006/relationships/image" Target="../media/image393.svg"/><Relationship Id="rId10" Type="http://schemas.openxmlformats.org/officeDocument/2006/relationships/image" Target="../media/image392.png"/><Relationship Id="rId1" Type="http://schemas.openxmlformats.org/officeDocument/2006/relationships/image" Target="../media/image414.png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tags" Target="../tags/tag1339.xml"/><Relationship Id="rId8" Type="http://schemas.openxmlformats.org/officeDocument/2006/relationships/tags" Target="../tags/tag1338.xml"/><Relationship Id="rId7" Type="http://schemas.openxmlformats.org/officeDocument/2006/relationships/tags" Target="../tags/tag1337.xml"/><Relationship Id="rId6" Type="http://schemas.openxmlformats.org/officeDocument/2006/relationships/tags" Target="../tags/tag1336.xml"/><Relationship Id="rId5" Type="http://schemas.openxmlformats.org/officeDocument/2006/relationships/tags" Target="../tags/tag1335.xml"/><Relationship Id="rId4" Type="http://schemas.openxmlformats.org/officeDocument/2006/relationships/tags" Target="../tags/tag1334.xml"/><Relationship Id="rId3" Type="http://schemas.openxmlformats.org/officeDocument/2006/relationships/tags" Target="../tags/tag1333.xml"/><Relationship Id="rId2" Type="http://schemas.openxmlformats.org/officeDocument/2006/relationships/tags" Target="../tags/tag1332.xml"/><Relationship Id="rId11" Type="http://schemas.openxmlformats.org/officeDocument/2006/relationships/notesSlide" Target="../notesSlides/notesSlide7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33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8.png"/><Relationship Id="rId8" Type="http://schemas.openxmlformats.org/officeDocument/2006/relationships/image" Target="../media/image383.svg"/><Relationship Id="rId7" Type="http://schemas.openxmlformats.org/officeDocument/2006/relationships/image" Target="../media/image382.png"/><Relationship Id="rId6" Type="http://schemas.openxmlformats.org/officeDocument/2006/relationships/image" Target="../media/image389.svg"/><Relationship Id="rId5" Type="http://schemas.openxmlformats.org/officeDocument/2006/relationships/image" Target="../media/image388.png"/><Relationship Id="rId4" Type="http://schemas.openxmlformats.org/officeDocument/2006/relationships/image" Target="../media/image385.svg"/><Relationship Id="rId3" Type="http://schemas.openxmlformats.org/officeDocument/2006/relationships/image" Target="../media/image384.png"/><Relationship Id="rId2" Type="http://schemas.openxmlformats.org/officeDocument/2006/relationships/image" Target="../media/image375.svg"/><Relationship Id="rId19" Type="http://schemas.openxmlformats.org/officeDocument/2006/relationships/notesSlide" Target="../notesSlides/notesSlide74.xml"/><Relationship Id="rId18" Type="http://schemas.openxmlformats.org/officeDocument/2006/relationships/slideLayout" Target="../slideLayouts/slideLayout3.xml"/><Relationship Id="rId17" Type="http://schemas.openxmlformats.org/officeDocument/2006/relationships/image" Target="../media/image420.png"/><Relationship Id="rId16" Type="http://schemas.openxmlformats.org/officeDocument/2006/relationships/image" Target="../media/image411.svg"/><Relationship Id="rId15" Type="http://schemas.openxmlformats.org/officeDocument/2006/relationships/image" Target="../media/image410.png"/><Relationship Id="rId14" Type="http://schemas.openxmlformats.org/officeDocument/2006/relationships/image" Target="../media/image397.svg"/><Relationship Id="rId13" Type="http://schemas.openxmlformats.org/officeDocument/2006/relationships/image" Target="../media/image396.png"/><Relationship Id="rId12" Type="http://schemas.openxmlformats.org/officeDocument/2006/relationships/image" Target="../media/image377.svg"/><Relationship Id="rId11" Type="http://schemas.openxmlformats.org/officeDocument/2006/relationships/image" Target="../media/image376.png"/><Relationship Id="rId10" Type="http://schemas.openxmlformats.org/officeDocument/2006/relationships/image" Target="../media/image419.svg"/><Relationship Id="rId1" Type="http://schemas.openxmlformats.org/officeDocument/2006/relationships/image" Target="../media/image374.pn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97.svg"/><Relationship Id="rId2" Type="http://schemas.openxmlformats.org/officeDocument/2006/relationships/image" Target="../media/image396.png"/><Relationship Id="rId1" Type="http://schemas.openxmlformats.org/officeDocument/2006/relationships/image" Target="../media/image421.png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79.svg"/><Relationship Id="rId7" Type="http://schemas.openxmlformats.org/officeDocument/2006/relationships/image" Target="../media/image378.png"/><Relationship Id="rId6" Type="http://schemas.openxmlformats.org/officeDocument/2006/relationships/image" Target="../media/image383.svg"/><Relationship Id="rId5" Type="http://schemas.openxmlformats.org/officeDocument/2006/relationships/image" Target="../media/image382.png"/><Relationship Id="rId4" Type="http://schemas.openxmlformats.org/officeDocument/2006/relationships/image" Target="../media/image377.svg"/><Relationship Id="rId3" Type="http://schemas.openxmlformats.org/officeDocument/2006/relationships/image" Target="../media/image376.png"/><Relationship Id="rId2" Type="http://schemas.openxmlformats.org/officeDocument/2006/relationships/image" Target="../media/image375.svg"/><Relationship Id="rId10" Type="http://schemas.openxmlformats.org/officeDocument/2006/relationships/notesSlide" Target="../notesSlides/notesSlide76.xml"/><Relationship Id="rId1" Type="http://schemas.openxmlformats.org/officeDocument/2006/relationships/image" Target="../media/image374.png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2.png"/><Relationship Id="rId8" Type="http://schemas.openxmlformats.org/officeDocument/2006/relationships/image" Target="../media/image397.svg"/><Relationship Id="rId7" Type="http://schemas.openxmlformats.org/officeDocument/2006/relationships/image" Target="../media/image396.png"/><Relationship Id="rId6" Type="http://schemas.openxmlformats.org/officeDocument/2006/relationships/image" Target="../media/image371.svg"/><Relationship Id="rId5" Type="http://schemas.openxmlformats.org/officeDocument/2006/relationships/image" Target="../media/image370.png"/><Relationship Id="rId4" Type="http://schemas.openxmlformats.org/officeDocument/2006/relationships/image" Target="../media/image393.svg"/><Relationship Id="rId3" Type="http://schemas.openxmlformats.org/officeDocument/2006/relationships/image" Target="../media/image392.png"/><Relationship Id="rId2" Type="http://schemas.openxmlformats.org/officeDocument/2006/relationships/image" Target="../media/image411.svg"/><Relationship Id="rId12" Type="http://schemas.openxmlformats.org/officeDocument/2006/relationships/notesSlide" Target="../notesSlides/notesSlide77.x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23.png"/><Relationship Id="rId1" Type="http://schemas.openxmlformats.org/officeDocument/2006/relationships/image" Target="../media/image410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27.svg"/><Relationship Id="rId3" Type="http://schemas.openxmlformats.org/officeDocument/2006/relationships/image" Target="../media/image426.png"/><Relationship Id="rId2" Type="http://schemas.openxmlformats.org/officeDocument/2006/relationships/image" Target="../media/image425.svg"/><Relationship Id="rId1" Type="http://schemas.openxmlformats.org/officeDocument/2006/relationships/image" Target="../media/image424.png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7.svg"/><Relationship Id="rId8" Type="http://schemas.openxmlformats.org/officeDocument/2006/relationships/image" Target="../media/image366.png"/><Relationship Id="rId7" Type="http://schemas.openxmlformats.org/officeDocument/2006/relationships/image" Target="../media/image427.svg"/><Relationship Id="rId6" Type="http://schemas.openxmlformats.org/officeDocument/2006/relationships/image" Target="../media/image426.png"/><Relationship Id="rId5" Type="http://schemas.openxmlformats.org/officeDocument/2006/relationships/image" Target="../media/image377.svg"/><Relationship Id="rId4" Type="http://schemas.openxmlformats.org/officeDocument/2006/relationships/image" Target="../media/image376.png"/><Relationship Id="rId3" Type="http://schemas.openxmlformats.org/officeDocument/2006/relationships/image" Target="../media/image373.svg"/><Relationship Id="rId2" Type="http://schemas.openxmlformats.org/officeDocument/2006/relationships/image" Target="../media/image372.png"/><Relationship Id="rId11" Type="http://schemas.openxmlformats.org/officeDocument/2006/relationships/notesSlide" Target="../notesSlides/notesSlide80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34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4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tags" Target="../tags/tag1350.xml"/><Relationship Id="rId8" Type="http://schemas.openxmlformats.org/officeDocument/2006/relationships/tags" Target="../tags/tag1349.xml"/><Relationship Id="rId7" Type="http://schemas.openxmlformats.org/officeDocument/2006/relationships/tags" Target="../tags/tag1348.xml"/><Relationship Id="rId6" Type="http://schemas.openxmlformats.org/officeDocument/2006/relationships/tags" Target="../tags/tag1347.xml"/><Relationship Id="rId5" Type="http://schemas.openxmlformats.org/officeDocument/2006/relationships/tags" Target="../tags/tag1346.xml"/><Relationship Id="rId4" Type="http://schemas.openxmlformats.org/officeDocument/2006/relationships/tags" Target="../tags/tag1345.xml"/><Relationship Id="rId3" Type="http://schemas.openxmlformats.org/officeDocument/2006/relationships/tags" Target="../tags/tag1344.xml"/><Relationship Id="rId2" Type="http://schemas.openxmlformats.org/officeDocument/2006/relationships/tags" Target="../tags/tag1343.xml"/><Relationship Id="rId15" Type="http://schemas.openxmlformats.org/officeDocument/2006/relationships/notesSlide" Target="../notesSlides/notesSlide84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1354.xml"/><Relationship Id="rId12" Type="http://schemas.openxmlformats.org/officeDocument/2006/relationships/tags" Target="../tags/tag1353.xml"/><Relationship Id="rId11" Type="http://schemas.openxmlformats.org/officeDocument/2006/relationships/tags" Target="../tags/tag1352.xml"/><Relationship Id="rId10" Type="http://schemas.openxmlformats.org/officeDocument/2006/relationships/tags" Target="../tags/tag1351.xml"/><Relationship Id="rId1" Type="http://schemas.openxmlformats.org/officeDocument/2006/relationships/tags" Target="../tags/tag1342.xml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tags" Target="../tags/tag1359.xml"/><Relationship Id="rId8" Type="http://schemas.openxmlformats.org/officeDocument/2006/relationships/tags" Target="../tags/tag1358.xml"/><Relationship Id="rId7" Type="http://schemas.openxmlformats.org/officeDocument/2006/relationships/tags" Target="../tags/tag1357.xml"/><Relationship Id="rId6" Type="http://schemas.openxmlformats.org/officeDocument/2006/relationships/image" Target="../media/image417.svg"/><Relationship Id="rId5" Type="http://schemas.openxmlformats.org/officeDocument/2006/relationships/image" Target="../media/image416.png"/><Relationship Id="rId4" Type="http://schemas.openxmlformats.org/officeDocument/2006/relationships/tags" Target="../tags/tag1356.xml"/><Relationship Id="rId3" Type="http://schemas.openxmlformats.org/officeDocument/2006/relationships/tags" Target="../tags/tag1355.xml"/><Relationship Id="rId20" Type="http://schemas.openxmlformats.org/officeDocument/2006/relationships/notesSlide" Target="../notesSlides/notesSlide85.xml"/><Relationship Id="rId2" Type="http://schemas.openxmlformats.org/officeDocument/2006/relationships/image" Target="../media/image381.svg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1364.xml"/><Relationship Id="rId17" Type="http://schemas.openxmlformats.org/officeDocument/2006/relationships/tags" Target="../tags/tag1363.xml"/><Relationship Id="rId16" Type="http://schemas.openxmlformats.org/officeDocument/2006/relationships/image" Target="../media/image409.svg"/><Relationship Id="rId15" Type="http://schemas.openxmlformats.org/officeDocument/2006/relationships/image" Target="../media/image408.png"/><Relationship Id="rId14" Type="http://schemas.openxmlformats.org/officeDocument/2006/relationships/tags" Target="../tags/tag1362.xml"/><Relationship Id="rId13" Type="http://schemas.openxmlformats.org/officeDocument/2006/relationships/tags" Target="../tags/tag1361.xml"/><Relationship Id="rId12" Type="http://schemas.openxmlformats.org/officeDocument/2006/relationships/tags" Target="../tags/tag1360.xml"/><Relationship Id="rId11" Type="http://schemas.openxmlformats.org/officeDocument/2006/relationships/image" Target="../media/image393.svg"/><Relationship Id="rId10" Type="http://schemas.openxmlformats.org/officeDocument/2006/relationships/image" Target="../media/image392.png"/><Relationship Id="rId1" Type="http://schemas.openxmlformats.org/officeDocument/2006/relationships/image" Target="../media/image380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6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66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9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385.svg"/><Relationship Id="rId5" Type="http://schemas.openxmlformats.org/officeDocument/2006/relationships/image" Target="../media/image384.png"/><Relationship Id="rId4" Type="http://schemas.openxmlformats.org/officeDocument/2006/relationships/image" Target="../media/image379.svg"/><Relationship Id="rId3" Type="http://schemas.openxmlformats.org/officeDocument/2006/relationships/image" Target="../media/image378.png"/><Relationship Id="rId2" Type="http://schemas.openxmlformats.org/officeDocument/2006/relationships/image" Target="../media/image393.svg"/><Relationship Id="rId1" Type="http://schemas.openxmlformats.org/officeDocument/2006/relationships/image" Target="../media/image392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69.svg"/><Relationship Id="rId3" Type="http://schemas.openxmlformats.org/officeDocument/2006/relationships/image" Target="../media/image368.png"/><Relationship Id="rId2" Type="http://schemas.openxmlformats.org/officeDocument/2006/relationships/image" Target="../media/image409.svg"/><Relationship Id="rId1" Type="http://schemas.openxmlformats.org/officeDocument/2006/relationships/image" Target="../media/image408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latin typeface="微软雅黑" panose="020B0503020204020204" pitchFamily="34" charset="-122"/>
                <a:sym typeface="+mn-ea"/>
              </a:rPr>
              <a:t>KVFabric：面向 LLM 推理服务的KV Cache 生命周期管理</a:t>
            </a:r>
            <a:endParaRPr lang="zh-CN" alt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146089" y="2004459"/>
            <a:ext cx="7934411" cy="833633"/>
          </a:xfrm>
          <a:prstGeom prst="smileyFace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sz="3100" b="1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69035" y="1623060"/>
            <a:ext cx="4029710" cy="1473200"/>
          </a:xfrm>
        </p:spPr>
        <p:txBody>
          <a:bodyPr>
            <a:normAutofit/>
          </a:bodyPr>
          <a:lstStyle/>
          <a:p>
            <a:r>
              <a:rPr lang="zh-CN" altLang="en-US"/>
              <a:t>设计背景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69162" y="3246755"/>
            <a:ext cx="9418320" cy="522838"/>
          </a:xfrm>
        </p:spPr>
        <p:txBody>
          <a:bodyPr/>
          <a:lstStyle/>
          <a:p>
            <a:r>
              <a:rPr lang="en-US" altLang="zh-CN" dirty="0"/>
              <a:t>LLM </a:t>
            </a:r>
            <a:r>
              <a:rPr lang="zh-CN" altLang="en-US" dirty="0"/>
              <a:t>推理服务中的 </a:t>
            </a:r>
            <a:r>
              <a:rPr lang="en-US" altLang="zh-CN" dirty="0"/>
              <a:t>KV Cache </a:t>
            </a:r>
            <a:r>
              <a:rPr lang="zh-CN" altLang="en-US" dirty="0"/>
              <a:t>管理挑战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10240"/>
          <a:stretch>
            <a:fillRect/>
          </a:stretch>
        </p:blipFill>
        <p:spPr>
          <a:xfrm>
            <a:off x="341630" y="1158240"/>
            <a:ext cx="10780395" cy="5699760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763905" y="-191135"/>
            <a:ext cx="10528935" cy="115633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ym typeface="+mn-ea"/>
              </a:rPr>
              <a:t>LLM </a:t>
            </a:r>
            <a:r>
              <a:rPr lang="zh-CN" altLang="en-US" sz="3600" dirty="0">
                <a:sym typeface="+mn-ea"/>
              </a:rPr>
              <a:t>推理的两个阶段：</a:t>
            </a:r>
            <a:r>
              <a:rPr lang="en-US" altLang="zh-CN" sz="3600" dirty="0">
                <a:sym typeface="+mn-ea"/>
              </a:rPr>
              <a:t>Prefill </a:t>
            </a:r>
            <a:r>
              <a:rPr lang="zh-CN" altLang="en-US" sz="3600" dirty="0">
                <a:sym typeface="+mn-ea"/>
              </a:rPr>
              <a:t>与 </a:t>
            </a:r>
            <a:r>
              <a:rPr lang="en-US" altLang="zh-CN" sz="3600" dirty="0">
                <a:sym typeface="+mn-ea"/>
              </a:rPr>
              <a:t>Decode</a:t>
            </a:r>
            <a:endParaRPr lang="zh-CN" alt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949065" y="5617210"/>
            <a:ext cx="199390" cy="1924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10755" y="5611495"/>
            <a:ext cx="206375" cy="180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45" y="473075"/>
            <a:ext cx="9530080" cy="756920"/>
          </a:xfrm>
        </p:spPr>
        <p:txBody>
          <a:bodyPr>
            <a:normAutofit/>
          </a:bodyPr>
          <a:lstStyle/>
          <a:p>
            <a:r>
              <a:rPr lang="en-US" altLang="zh-CN" sz="4445" dirty="0"/>
              <a:t>KV Cache </a:t>
            </a:r>
            <a:r>
              <a:rPr lang="zh-CN" altLang="en-US" sz="4445" dirty="0"/>
              <a:t>是什么？为什么它这么重要？</a:t>
            </a:r>
            <a:endParaRPr lang="zh-CN" altLang="en-US" sz="4445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2432" y="1483360"/>
            <a:ext cx="9418320" cy="4450080"/>
          </a:xfrm>
        </p:spPr>
        <p:txBody>
          <a:bodyPr>
            <a:normAutofit fontScale="80000"/>
          </a:bodyPr>
          <a:lstStyle/>
          <a:p>
            <a:r>
              <a:rPr lang="en-US" altLang="zh-CN" dirty="0"/>
              <a:t>KV Cache </a:t>
            </a:r>
            <a:r>
              <a:rPr lang="zh-CN" altLang="en-US" dirty="0"/>
              <a:t>的核心思想：用空间换时间</a:t>
            </a:r>
            <a:endParaRPr lang="en-US" altLang="zh-CN" dirty="0"/>
          </a:p>
          <a:p>
            <a:r>
              <a:rPr lang="zh-CN" altLang="en-US" dirty="0"/>
              <a:t>自回归生成时，每步需要访问所有历史 </a:t>
            </a:r>
            <a:r>
              <a:rPr lang="en-US" altLang="zh-CN" dirty="0"/>
              <a:t>token </a:t>
            </a:r>
            <a:r>
              <a:rPr lang="zh-CN" altLang="en-US" dirty="0"/>
              <a:t>的 </a:t>
            </a:r>
            <a:r>
              <a:rPr lang="en-US" altLang="zh-CN" dirty="0"/>
              <a:t>Key/Value </a:t>
            </a:r>
            <a:r>
              <a:rPr lang="zh-CN" altLang="en-US" dirty="0"/>
              <a:t>状态</a:t>
            </a:r>
            <a:endParaRPr lang="zh-CN" altLang="en-US" dirty="0"/>
          </a:p>
          <a:p>
            <a:r>
              <a:rPr lang="zh-CN" altLang="en-US" dirty="0"/>
              <a:t>如果没有 </a:t>
            </a:r>
            <a:r>
              <a:rPr lang="en-US" altLang="zh-CN" dirty="0"/>
              <a:t>KV Cache：</a:t>
            </a:r>
            <a:r>
              <a:rPr lang="zh-CN" altLang="en-US" dirty="0"/>
              <a:t>每步都要重新投影所有历史 </a:t>
            </a:r>
            <a:r>
              <a:rPr lang="en-US" altLang="zh-CN" dirty="0"/>
              <a:t>token → </a:t>
            </a:r>
            <a:r>
              <a:rPr lang="zh-CN" altLang="en-US" dirty="0"/>
              <a:t>计算量 </a:t>
            </a:r>
            <a:r>
              <a:rPr lang="en-US" altLang="zh-CN" dirty="0"/>
              <a:t>O(n²)</a:t>
            </a:r>
            <a:endParaRPr lang="en-US" altLang="zh-CN" dirty="0"/>
          </a:p>
          <a:p>
            <a:r>
              <a:rPr lang="zh-CN" altLang="en-US" dirty="0"/>
              <a:t>有了 </a:t>
            </a:r>
            <a:r>
              <a:rPr lang="en-US" altLang="zh-CN" dirty="0"/>
              <a:t>KV Cache：</a:t>
            </a:r>
            <a:r>
              <a:rPr lang="zh-CN" altLang="en-US" dirty="0"/>
              <a:t>只投影新 </a:t>
            </a:r>
            <a:r>
              <a:rPr lang="en-US" altLang="zh-CN" dirty="0"/>
              <a:t>token，</a:t>
            </a:r>
            <a:r>
              <a:rPr lang="zh-CN" altLang="en-US" dirty="0"/>
              <a:t>读历史 </a:t>
            </a:r>
            <a:r>
              <a:rPr lang="en-US" altLang="zh-CN" dirty="0"/>
              <a:t>K/V → </a:t>
            </a:r>
            <a:r>
              <a:rPr lang="zh-CN" altLang="en-US" dirty="0"/>
              <a:t>计算量 </a:t>
            </a:r>
            <a:r>
              <a:rPr lang="en-US" altLang="zh-CN" dirty="0"/>
              <a:t>O(n)</a:t>
            </a:r>
            <a:endParaRPr lang="en-US" altLang="zh-CN" dirty="0"/>
          </a:p>
          <a:p>
            <a:r>
              <a:rPr lang="zh-CN" altLang="en-US" dirty="0"/>
              <a:t>代价：显存随上下文长度线性增长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0471"/>
          <a:stretch>
            <a:fillRect/>
          </a:stretch>
        </p:blipFill>
        <p:spPr>
          <a:xfrm>
            <a:off x="243840" y="965200"/>
            <a:ext cx="10881995" cy="5912485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763905" y="-191135"/>
            <a:ext cx="10528935" cy="115633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KV Cache</a:t>
            </a:r>
            <a:r>
              <a:rPr lang="zh-CN" altLang="en-US" sz="3600" dirty="0"/>
              <a:t>的显存规模，为什么管理很重要？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77367" y="1371600"/>
            <a:ext cx="9418320" cy="4450080"/>
          </a:xfrm>
        </p:spPr>
        <p:txBody>
          <a:bodyPr/>
          <a:lstStyle/>
          <a:p>
            <a:r>
              <a:rPr lang="zh-CN" altLang="en-US" sz="2800" b="1" dirty="0"/>
              <a:t>显存预算紧张</a:t>
            </a:r>
            <a:r>
              <a:rPr lang="zh-CN" altLang="en-US" sz="2800" dirty="0"/>
              <a:t>：模型参数 + 激活 + </a:t>
            </a:r>
            <a:r>
              <a:rPr lang="en-US" altLang="zh-CN" sz="2800" dirty="0"/>
              <a:t>KVCache </a:t>
            </a:r>
            <a:r>
              <a:rPr lang="zh-CN" altLang="en-US" sz="2800" dirty="0"/>
              <a:t>共享显存池；保留过多压缩并发空间，驱逐过快引发重算</a:t>
            </a:r>
            <a:endParaRPr lang="zh-CN" altLang="en-US" sz="2800" dirty="0"/>
          </a:p>
          <a:p>
            <a:r>
              <a:rPr lang="zh-CN" altLang="en-US" sz="2800" b="1" dirty="0"/>
              <a:t>分配与碎片化</a:t>
            </a:r>
            <a:r>
              <a:rPr lang="zh-CN" altLang="en-US" sz="2800" dirty="0"/>
              <a:t>：连续分配产生外部碎片；块式/分页缓解碎片但增加映射和元数据开销</a:t>
            </a:r>
            <a:endParaRPr lang="zh-CN" altLang="en-US" sz="2800" dirty="0"/>
          </a:p>
          <a:p>
            <a:r>
              <a:rPr lang="zh-CN" altLang="en-US" sz="2800" b="1" dirty="0"/>
              <a:t>共享与一致性</a:t>
            </a:r>
            <a:r>
              <a:rPr lang="zh-CN" altLang="en-US" sz="2800" dirty="0"/>
              <a:t>：前缀复用降低 </a:t>
            </a:r>
            <a:r>
              <a:rPr lang="en-US" altLang="zh-CN" sz="2800" dirty="0"/>
              <a:t>prefill，</a:t>
            </a:r>
            <a:r>
              <a:rPr lang="zh-CN" altLang="en-US" sz="2800" dirty="0"/>
              <a:t>但需维护引用关系、分叉路径、共享对象一致性</a:t>
            </a:r>
            <a:endParaRPr lang="zh-CN" altLang="en-US" sz="2800" dirty="0"/>
          </a:p>
          <a:p>
            <a:r>
              <a:rPr lang="zh-CN" altLang="en-US" sz="2800" b="1" dirty="0"/>
              <a:t>驱逐决策困难</a:t>
            </a:r>
            <a:r>
              <a:rPr lang="zh-CN" altLang="en-US" sz="2800" dirty="0"/>
              <a:t>：仅按"最近是否被访问"淘汰，容易误删高价值共享块 → 命中下降 + 重算上升</a:t>
            </a:r>
            <a:endParaRPr lang="zh-CN" altLang="en-US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148080" y="437515"/>
            <a:ext cx="9530080" cy="7569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0" kern="1200" spc="-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445" dirty="0"/>
              <a:t>KV Cache </a:t>
            </a:r>
            <a:r>
              <a:rPr lang="zh-CN" altLang="en-US" sz="4445" dirty="0"/>
              <a:t>管理的四类核心挑战</a:t>
            </a:r>
            <a:endParaRPr lang="zh-CN" altLang="en-US" sz="444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Rounded Rectangle 3"/>
          <p:cNvSpPr/>
          <p:nvPr/>
        </p:nvSpPr>
        <p:spPr>
          <a:xfrm>
            <a:off x="675640" y="168656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2000" b="1">
                <a:solidFill>
                  <a:srgbClr val="083258"/>
                </a:solidFill>
                <a:latin typeface="微软雅黑" panose="020B0503020204020204" pitchFamily="34" charset="-122"/>
              </a:rPr>
              <a:t>分配 Allocation</a:t>
            </a:r>
            <a:endParaRPr sz="2000" b="1">
              <a:solidFill>
                <a:srgbClr val="083258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18283C"/>
                </a:solidFill>
                <a:latin typeface="微软雅黑" panose="020B0503020204020204" pitchFamily="34" charset="-122"/>
              </a:rPr>
              <a:t>block 粒度决定共享和回收的基本单位。</a:t>
            </a:r>
            <a:endParaRPr sz="2000" b="0">
              <a:solidFill>
                <a:srgbClr val="1828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7625080" y="15951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2000" b="1">
                <a:solidFill>
                  <a:srgbClr val="AA2734"/>
                </a:solidFill>
                <a:latin typeface="微软雅黑" panose="020B0503020204020204" pitchFamily="34" charset="-122"/>
              </a:rPr>
              <a:t>复用 Reuse</a:t>
            </a:r>
            <a:endParaRPr sz="2000" b="1">
              <a:solidFill>
                <a:srgbClr val="AA2734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18283C"/>
                </a:solidFill>
                <a:latin typeface="微软雅黑" panose="020B0503020204020204" pitchFamily="34" charset="-122"/>
              </a:rPr>
              <a:t>共享前缀会改变 block 的引用关系和保留价值。</a:t>
            </a:r>
            <a:endParaRPr sz="2000" b="0">
              <a:solidFill>
                <a:srgbClr val="1828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5"/>
          <p:cNvSpPr/>
          <p:nvPr/>
        </p:nvSpPr>
        <p:spPr>
          <a:xfrm>
            <a:off x="4150360" y="4045585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2000" b="1">
                <a:solidFill>
                  <a:srgbClr val="FFC617"/>
                </a:solidFill>
                <a:latin typeface="微软雅黑" panose="020B0503020204020204" pitchFamily="34" charset="-122"/>
              </a:rPr>
              <a:t>驱逐 Eviction</a:t>
            </a:r>
            <a:endParaRPr sz="2000" b="1">
              <a:solidFill>
                <a:srgbClr val="FFC617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18283C"/>
                </a:solidFill>
                <a:latin typeface="微软雅黑" panose="020B0503020204020204" pitchFamily="34" charset="-122"/>
              </a:rPr>
              <a:t>释放显存的同时，也可能破坏后续复用机会。</a:t>
            </a:r>
            <a:endParaRPr sz="2000" b="0">
              <a:solidFill>
                <a:srgbClr val="18283C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" name="Connector 6"/>
          <p:cNvCxnSpPr/>
          <p:nvPr/>
        </p:nvCxnSpPr>
        <p:spPr>
          <a:xfrm>
            <a:off x="3647440" y="2216912"/>
            <a:ext cx="3931920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7"/>
          <p:cNvCxnSpPr/>
          <p:nvPr/>
        </p:nvCxnSpPr>
        <p:spPr>
          <a:xfrm flipH="1">
            <a:off x="6299200" y="2783840"/>
            <a:ext cx="1965960" cy="1261872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8"/>
          <p:cNvCxnSpPr/>
          <p:nvPr/>
        </p:nvCxnSpPr>
        <p:spPr>
          <a:xfrm flipH="1" flipV="1">
            <a:off x="2275840" y="2829560"/>
            <a:ext cx="1874520" cy="164592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711200" y="440690"/>
            <a:ext cx="9530080" cy="756920"/>
          </a:xfrm>
        </p:spPr>
        <p:txBody>
          <a:bodyPr>
            <a:normAutofit/>
          </a:bodyPr>
          <a:lstStyle/>
          <a:p>
            <a:r>
              <a:rPr lang="zh-CN" altLang="en-US" sz="4445" dirty="0"/>
              <a:t>分配、复用、驱逐：三者的耦合关系</a:t>
            </a:r>
            <a:endParaRPr lang="zh-CN" altLang="en-US" sz="444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graphicFrame>
        <p:nvGraphicFramePr>
          <p:cNvPr id="2" name="表格 1"/>
          <p:cNvGraphicFramePr/>
          <p:nvPr/>
        </p:nvGraphicFramePr>
        <p:xfrm>
          <a:off x="565248" y="1535332"/>
          <a:ext cx="10583545" cy="4636770"/>
        </p:xfrm>
        <a:graphic>
          <a:graphicData uri="http://schemas.openxmlformats.org/drawingml/2006/table">
            <a:tbl>
              <a:tblPr/>
              <a:tblGrid>
                <a:gridCol w="1694815"/>
                <a:gridCol w="2988945"/>
                <a:gridCol w="2883535"/>
                <a:gridCol w="3016250"/>
              </a:tblGrid>
              <a:tr h="841375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2000" b="1" i="0" spc="13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路线</a:t>
                      </a:r>
                      <a:endParaRPr lang="zh-CN" altLang="en-US" sz="2000" b="1" i="0" spc="13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2000" b="1" i="0" spc="13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代表工作</a:t>
                      </a:r>
                      <a:endParaRPr lang="zh-CN" altLang="en-US" sz="2000" b="1" i="0" spc="13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2000" b="1" i="0" spc="13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解决了什么</a:t>
                      </a:r>
                      <a:endParaRPr lang="zh-CN" altLang="en-US" sz="2000" b="1" i="0" spc="13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2000" b="1" i="0" spc="13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没解决什么</a:t>
                      </a:r>
                      <a:endParaRPr lang="zh-CN" altLang="en-US" sz="2000" b="1" i="0" spc="13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9350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块式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分页管理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vLLM PagedAttention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降低显存碎片，按需增长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不表达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的长期复用价值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96695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前缀复用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vLLM Prefix Caching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完全相同前缀可复用，减少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prefill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只支持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exact match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；共享后分叉、模板槽位变化无法复用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9350"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压缩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驱逐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H2O, KVzip, AsymKV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减少存储和访存量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压缩有精度损失；驱逐不看共享状态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11200" y="513715"/>
            <a:ext cx="9530080" cy="756920"/>
          </a:xfrm>
        </p:spPr>
        <p:txBody>
          <a:bodyPr>
            <a:normAutofit/>
          </a:bodyPr>
          <a:lstStyle/>
          <a:p>
            <a:r>
              <a:rPr lang="zh-CN" altLang="en-US" sz="4445" dirty="0"/>
              <a:t>现有方案为什么不够？</a:t>
            </a:r>
            <a:endParaRPr lang="zh-CN" altLang="en-US" sz="444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512" y="2407920"/>
            <a:ext cx="9418320" cy="445008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如何描述 </a:t>
            </a:r>
            <a:r>
              <a:rPr lang="en-US" altLang="zh-CN" sz="2800" dirty="0"/>
              <a:t>KV block </a:t>
            </a:r>
            <a:r>
              <a:rPr lang="zh-CN" altLang="en-US" sz="2800" dirty="0"/>
              <a:t>从创建到回收的生命周期过程？</a:t>
            </a:r>
            <a:endParaRPr lang="zh-CN" altLang="en-US" sz="2800" dirty="0"/>
          </a:p>
          <a:p>
            <a:r>
              <a:rPr lang="zh-CN" altLang="en-US" sz="2800" dirty="0"/>
              <a:t>如何在现有 </a:t>
            </a:r>
            <a:r>
              <a:rPr lang="en-US" altLang="zh-CN" sz="2800" dirty="0"/>
              <a:t>block/page </a:t>
            </a:r>
            <a:r>
              <a:rPr lang="zh-CN" altLang="en-US" sz="2800" dirty="0"/>
              <a:t>机制上增强共享后分叉的复用能力？</a:t>
            </a:r>
            <a:endParaRPr lang="zh-CN" altLang="en-US" sz="2800" dirty="0"/>
          </a:p>
          <a:p>
            <a:r>
              <a:rPr lang="zh-CN" altLang="en-US" sz="2800" dirty="0"/>
              <a:t>如何设计一个不只看 </a:t>
            </a:r>
            <a:r>
              <a:rPr lang="en-US" altLang="zh-CN" sz="2800" dirty="0"/>
              <a:t>LRU，</a:t>
            </a:r>
            <a:r>
              <a:rPr lang="zh-CN" altLang="en-US" sz="2800" dirty="0"/>
              <a:t>而综合考虑共享度、复用频率、前缀位置和重算代价的驱逐策略？</a:t>
            </a:r>
            <a:endParaRPr lang="zh-CN" altLang="en-US" sz="2800" dirty="0"/>
          </a:p>
          <a:p>
            <a:r>
              <a:rPr lang="zh-CN" altLang="en-US" sz="2800" dirty="0"/>
              <a:t>如何在 </a:t>
            </a:r>
            <a:r>
              <a:rPr lang="en-US" altLang="zh-CN" sz="2800" dirty="0"/>
              <a:t>vLLM </a:t>
            </a:r>
            <a:r>
              <a:rPr lang="zh-CN" altLang="en-US" sz="2800" dirty="0"/>
              <a:t>上做最小侵入的原型验证？</a:t>
            </a:r>
            <a:endParaRPr lang="zh-CN" altLang="en-US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55320" y="564515"/>
            <a:ext cx="9540240" cy="1396365"/>
          </a:xfrm>
        </p:spPr>
        <p:txBody>
          <a:bodyPr>
            <a:normAutofit fontScale="90000"/>
          </a:bodyPr>
          <a:lstStyle/>
          <a:p>
            <a:r>
              <a:rPr lang="zh-CN" altLang="en-US" sz="3110" b="1" dirty="0">
                <a:solidFill>
                  <a:schemeClr val="tx2">
                    <a:lumMod val="50000"/>
                  </a:schemeClr>
                </a:solidFill>
              </a:rPr>
              <a:t>我们要解决的问题</a:t>
            </a:r>
            <a:r>
              <a:rPr lang="zh-CN" altLang="en-US" sz="3110" dirty="0"/>
              <a:t>：在 </a:t>
            </a:r>
            <a:r>
              <a:rPr lang="en-US" altLang="zh-CN" sz="3110" dirty="0"/>
              <a:t>LLM </a:t>
            </a:r>
            <a:r>
              <a:rPr lang="zh-CN" altLang="en-US" sz="3110" dirty="0"/>
              <a:t>推理服务中，能否将 </a:t>
            </a:r>
            <a:r>
              <a:rPr lang="en-US" altLang="zh-CN" sz="3110" dirty="0"/>
              <a:t>KV Cache </a:t>
            </a:r>
            <a:r>
              <a:rPr lang="zh-CN" altLang="en-US" sz="3110" dirty="0"/>
              <a:t>视作具有完整生命周期的对象，统一管理其分配、复用和驱逐，从而减少共享主干的误驱逐、降低重复 </a:t>
            </a:r>
            <a:r>
              <a:rPr lang="en-US" altLang="zh-CN" sz="3110" dirty="0"/>
              <a:t>prefill </a:t>
            </a:r>
            <a:r>
              <a:rPr lang="zh-CN" altLang="en-US" sz="3110" dirty="0"/>
              <a:t>计算、提升缓存利用率？</a:t>
            </a:r>
            <a:endParaRPr lang="zh-CN" altLang="en-US" sz="31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相关工作及空白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336675" y="5013325"/>
            <a:ext cx="6443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别人做了什么？还缺什么？我们为什么是必要的？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路线一：前缀复用系统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10565" y="1141730"/>
          <a:ext cx="9726930" cy="5335905"/>
        </p:xfrm>
        <a:graphic>
          <a:graphicData uri="http://schemas.openxmlformats.org/drawingml/2006/table">
            <a:tbl>
              <a:tblPr/>
              <a:tblGrid>
                <a:gridCol w="2377440"/>
                <a:gridCol w="3326130"/>
                <a:gridCol w="4023360"/>
              </a:tblGrid>
              <a:tr h="55499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 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会议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年份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做了什么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不足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273175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vLLM Prefix Caching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(SOSP'23 →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持续演进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hash + LRU free queue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，完全相同前缀复用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仅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exact match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，共享后分叉无法利用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驱逐只看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，不区分共享主干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vs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私有尾部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无生命周期概念，驱逐即忘记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169670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SGLang RadixAttention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(NeurIPS'24)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radix tree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组织前缀，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Leaf-LRU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驱逐叶节点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Leaf-LRU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最坏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O(n)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竞争比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(DeepMind 2025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证明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树结构只用于匹配，不用于价值评估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级生命周期元数据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414145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CacheBlend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(EuroSys'25 Best Paper)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任意位置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复用，选择性重算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~15%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分歧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面向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RAG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场景，需额外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prefill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做分歧检测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不管理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生命周期，不区分长期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短期价值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没有驱逐后悔机制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Marconi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(MLSys'25)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支持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Attention-SSM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混合模型前缀缓存，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SSM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状态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checkpoint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聚焦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SSM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架构适配，驱逐仍是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 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无共享结构建模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checkpoint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内存开销大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路线二：智能驱逐策略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53440" y="1301115"/>
          <a:ext cx="9799320" cy="5205095"/>
        </p:xfrm>
        <a:graphic>
          <a:graphicData uri="http://schemas.openxmlformats.org/drawingml/2006/table">
            <a:tbl>
              <a:tblPr/>
              <a:tblGrid>
                <a:gridCol w="2475865"/>
                <a:gridCol w="2994025"/>
                <a:gridCol w="4329430"/>
              </a:tblGrid>
              <a:tr h="546735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 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会议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年份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做了什么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不足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252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LPC — Learned Prefix Caching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MLP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分类器预测每个对话的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延续概率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，按预测值驱逐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需要训练数据，换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workload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需重训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黑盒决策，无法解释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为什么驱逐这个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 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只预测对话延续，不建模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间共享结构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253490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HotPrefix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(SIGMOD'25)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动态追踪前缀树节点热度，冷热分级，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GPU↔CPU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迁移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热度只是单维信号（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hit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次数），不看分叉结构、前缀位置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placement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而非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本身的价值建模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无驱逐反馈修正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SmartCache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语义相似度匹配跨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注意力感知驱逐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依赖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embedding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计算，在线开销大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共享有隐私风险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复杂语义森林结构，工程落地难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253490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RLT+LBGR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(Google DeepMind, 2025)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随机化叶节点驱逐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(RLT) +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学习驱动路由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(LBGR)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，从数学上证明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O(log n)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竞争比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随机化虽好但无法利用共享结构先验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仍聚焦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驱逐策略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单点，不管理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完整生命周期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学习路由需要持续在线训练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路线三：层级自适应压缩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74370" y="1046480"/>
          <a:ext cx="10035540" cy="5536565"/>
        </p:xfrm>
        <a:graphic>
          <a:graphicData uri="http://schemas.openxmlformats.org/drawingml/2006/table">
            <a:tbl>
              <a:tblPr/>
              <a:tblGrid>
                <a:gridCol w="2357120"/>
                <a:gridCol w="3270250"/>
                <a:gridCol w="4408170"/>
              </a:tblGrid>
              <a:tr h="622935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 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会议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年份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做了什么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不足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4300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CAKE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(ICLR'25)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逐层自适应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预算分配，注意力动力学指导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切蛋糕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被丢弃不可恢复，精度永久损失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3.2%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保留率在极端任务可能失效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面向长上下文压缩，不改共享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驱逐策略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430655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DynamicKV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(ACL'25)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按任务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层级动态分配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保留比例，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1.7%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即可保持精度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而非驱逐，无法被后续请求复用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不区分共享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vs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私有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，统一压缩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级生命周期概念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026160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Ada-KV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逐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head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自适应预算分配，可插拔到现有驱逐方法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插入到现有方法的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上层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，底层仍是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 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精度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tradeoff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不可消除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不解决共享结构管理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026795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KVzip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(NeurIPS'25 Oral)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query-agnostic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压缩，通过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context reconstruction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评估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重要性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=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丢失，多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query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场景可能有累积误差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不区分共享前缀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vs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私有尾部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解压有额外计算开销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8840" y="22923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相关工作</a:t>
            </a:r>
            <a:r>
              <a:rPr lang="en-US" altLang="zh-CN" sz="3200" b="1">
                <a:solidFill>
                  <a:srgbClr val="003B66"/>
                </a:solidFill>
                <a:latin typeface="微软雅黑" panose="020B0503020204020204" pitchFamily="34" charset="-122"/>
              </a:rPr>
              <a:t> VS KVFabric</a:t>
            </a:r>
            <a:endParaRPr lang="en-US" altLang="zh-CN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22325" y="1234440"/>
          <a:ext cx="9190990" cy="4937760"/>
        </p:xfrm>
        <a:graphic>
          <a:graphicData uri="http://schemas.openxmlformats.org/drawingml/2006/table">
            <a:tbl>
              <a:tblPr/>
              <a:tblGrid>
                <a:gridCol w="1783715"/>
                <a:gridCol w="1783715"/>
                <a:gridCol w="1783715"/>
                <a:gridCol w="1783715"/>
                <a:gridCol w="2056130"/>
              </a:tblGrid>
              <a:tr h="617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能力维度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前缀复用系统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智能驱逐策略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层级压缩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KVFabric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继承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vLLM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驱逐策略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纯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KeepScore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多维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空间节省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共享主干保护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共享结构建模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Prefix Family Index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生命周期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 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完整状态机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事后验证修正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EvictedShadow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可解释性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⚠ 部分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黑盒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⚠ 部分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JSONL + Metrics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08787" y="748665"/>
            <a:ext cx="9418320" cy="522838"/>
          </a:xfrm>
        </p:spPr>
        <p:txBody>
          <a:bodyPr>
            <a:normAutofit/>
          </a:bodyPr>
          <a:lstStyle/>
          <a:p>
            <a:pPr marL="177800" indent="0">
              <a:buNone/>
            </a:pPr>
            <a:r>
              <a:rPr lang="en-US" altLang="zh-CN" sz="1800" dirty="0"/>
              <a:t>KVFabric </a:t>
            </a:r>
            <a:r>
              <a:rPr lang="zh-CN" altLang="en-US" sz="1800" dirty="0"/>
              <a:t>填补的空白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69035" y="1623060"/>
            <a:ext cx="8397875" cy="1523365"/>
          </a:xfrm>
        </p:spPr>
        <p:txBody>
          <a:bodyPr>
            <a:normAutofit/>
          </a:bodyPr>
          <a:lstStyle/>
          <a:p>
            <a:r>
              <a:rPr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全生命周期管理设计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69162" y="3246755"/>
            <a:ext cx="9418320" cy="522838"/>
          </a:xfrm>
        </p:spPr>
        <p:txBody>
          <a:bodyPr/>
          <a:lstStyle/>
          <a:p>
            <a:r>
              <a:rPr lang="zh-CN" altLang="en-US" dirty="0"/>
              <a:t>从"被动缓存页"到"系统对象"的范式转变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为什么要做优化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336675" y="5013325"/>
            <a:ext cx="6443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我们要解决什么？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92840" y="6092190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319405"/>
            <a:ext cx="6308090" cy="603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US" altLang="zh-CN" sz="3200" b="1">
                <a:solidFill>
                  <a:srgbClr val="003B66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驱逐策略不够精准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6232" y="922655"/>
            <a:ext cx="9418320" cy="522838"/>
          </a:xfrm>
        </p:spPr>
        <p:txBody>
          <a:bodyPr>
            <a:normAutofit/>
          </a:bodyPr>
          <a:lstStyle/>
          <a:p>
            <a:pPr marL="177800" indent="0">
              <a:buNone/>
            </a:pPr>
            <a:r>
              <a:rPr lang="en-US" altLang="zh-CN" sz="1800" dirty="0"/>
              <a:t>LRU </a:t>
            </a:r>
            <a:r>
              <a:rPr lang="zh-CN" altLang="en-US" sz="1800" dirty="0"/>
              <a:t>只看"时间"，不看"价值"</a:t>
            </a:r>
            <a:endParaRPr lang="zh-CN" altLang="en-US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-505" t="9330" r="505" b="50000"/>
          <a:stretch>
            <a:fillRect/>
          </a:stretch>
        </p:blipFill>
        <p:spPr>
          <a:xfrm>
            <a:off x="147955" y="1080135"/>
            <a:ext cx="8923655" cy="47186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85" y="1514475"/>
            <a:ext cx="3085465" cy="38214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170" y="1530350"/>
            <a:ext cx="3167380" cy="38055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10" y="2458720"/>
            <a:ext cx="497840" cy="410845"/>
          </a:xfrm>
          <a:prstGeom prst="rect">
            <a:avLst/>
          </a:prstGeom>
        </p:spPr>
      </p:pic>
      <p:sp>
        <p:nvSpPr>
          <p:cNvPr id="9" name="TextBox 5"/>
          <p:cNvSpPr txBox="1"/>
          <p:nvPr/>
        </p:nvSpPr>
        <p:spPr>
          <a:xfrm>
            <a:off x="768985" y="1537335"/>
            <a:ext cx="4215765" cy="12280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 Block A  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/>
        </p:nvSpPr>
        <p:spPr>
          <a:xfrm>
            <a:off x="365125" y="1982470"/>
            <a:ext cx="4304665" cy="3647440"/>
          </a:xfrm>
          <a:prstGeom prst="rect">
            <a:avLst/>
          </a:prstGeom>
        </p:spPr>
        <p:txBody>
          <a:bodyPr anchor="t">
            <a:normAutofit lnSpcReduction="10000"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en-US" altLang="zh-CN" sz="2400" dirty="0"/>
              <a:t>  system prompt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"你是专业翻译"  </a:t>
            </a:r>
            <a:endParaRPr lang="zh-CN" altLang="en-US" sz="2400" dirty="0"/>
          </a:p>
          <a:p>
            <a:pPr marL="177800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 </a:t>
            </a:r>
            <a:r>
              <a:rPr lang="zh-CN" altLang="en-US" sz="2400" dirty="0"/>
              <a:t>被 8 个请求共享</a:t>
            </a:r>
            <a:r>
              <a:rPr lang="en-US" altLang="zh-CN" sz="2400" dirty="0"/>
              <a:t>  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hit_count = 15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share_degree = 8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前缀深度 = 1</a:t>
            </a:r>
            <a:endParaRPr lang="zh-CN" altLang="en-US" sz="2400" dirty="0"/>
          </a:p>
          <a:p>
            <a:pPr marL="177800" indent="0">
              <a:buNone/>
            </a:pPr>
            <a:r>
              <a:rPr lang="en-US" altLang="zh-CN" sz="2400" dirty="0"/>
              <a:t>  </a:t>
            </a:r>
            <a:r>
              <a:rPr lang="zh-CN" altLang="en-US" sz="2400" dirty="0">
                <a:solidFill>
                  <a:srgbClr val="FF0000"/>
                </a:solidFill>
              </a:rPr>
              <a:t>最近 5 秒没被碰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TextBox 5"/>
          <p:cNvSpPr txBox="1"/>
          <p:nvPr/>
        </p:nvSpPr>
        <p:spPr>
          <a:xfrm>
            <a:off x="5396230" y="1537335"/>
            <a:ext cx="4215765" cy="12280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Block B  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占位符 9"/>
          <p:cNvSpPr>
            <a:spLocks noGrp="1"/>
          </p:cNvSpPr>
          <p:nvPr/>
        </p:nvSpPr>
        <p:spPr>
          <a:xfrm>
            <a:off x="5184775" y="2057400"/>
            <a:ext cx="3279775" cy="3465830"/>
          </a:xfrm>
          <a:prstGeom prst="rect">
            <a:avLst/>
          </a:prstGeom>
        </p:spPr>
        <p:txBody>
          <a:bodyPr anchor="t">
            <a:normAutofit lnSpcReduction="10000"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zh-CN" altLang="en-US" sz="2400" dirty="0"/>
              <a:t>长尾请求的后半段文本</a:t>
            </a:r>
            <a:endParaRPr lang="zh-CN" altLang="en-US" sz="2400" dirty="0"/>
          </a:p>
          <a:p>
            <a:pPr marL="177800" indent="0">
              <a:buNone/>
            </a:pPr>
            <a:r>
              <a:rPr lang="zh-CN" altLang="en-US" sz="2400" dirty="0"/>
              <a:t>仅 1 个请求</a:t>
            </a:r>
            <a:endParaRPr lang="zh-CN" altLang="en-US" sz="2400" dirty="0"/>
          </a:p>
          <a:p>
            <a:pPr marL="177800" indent="0">
              <a:buNone/>
            </a:pPr>
            <a:r>
              <a:rPr lang="en-US" altLang="zh-CN" sz="2400" dirty="0"/>
              <a:t>hit_count = 0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share_degree=1</a:t>
            </a:r>
            <a:endParaRPr lang="en-US" altLang="zh-CN" sz="2400" dirty="0"/>
          </a:p>
          <a:p>
            <a:pPr marL="177800" indent="0">
              <a:buNone/>
            </a:pPr>
            <a:r>
              <a:rPr lang="zh-CN" altLang="en-US" sz="2400" dirty="0"/>
              <a:t>前缀深度 = 50</a:t>
            </a:r>
            <a:endParaRPr lang="zh-CN" altLang="en-US" sz="2400" dirty="0"/>
          </a:p>
          <a:p>
            <a:pPr marL="177800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刚刚被访问过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5" y="2765425"/>
            <a:ext cx="508000" cy="1081405"/>
          </a:xfrm>
          <a:prstGeom prst="rect">
            <a:avLst/>
          </a:prstGeom>
        </p:spPr>
      </p:pic>
      <p:sp>
        <p:nvSpPr>
          <p:cNvPr id="14" name="文本占位符 2"/>
          <p:cNvSpPr>
            <a:spLocks noGrp="1"/>
          </p:cNvSpPr>
          <p:nvPr/>
        </p:nvSpPr>
        <p:spPr>
          <a:xfrm>
            <a:off x="365125" y="5782310"/>
            <a:ext cx="10825480" cy="894715"/>
          </a:xfrm>
          <a:prstGeom prst="rect">
            <a:avLst/>
          </a:prstGeom>
        </p:spPr>
        <p:txBody>
          <a:bodyPr anchor="t">
            <a:normAutofit fontScale="90000" lnSpcReduction="20000"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20" b="1" dirty="0"/>
              <a:t>LRU </a:t>
            </a:r>
            <a:r>
              <a:rPr lang="zh-CN" altLang="en-US" sz="2220" b="1" dirty="0"/>
              <a:t>的选择</a:t>
            </a:r>
            <a:r>
              <a:rPr lang="zh-CN" altLang="en-US" sz="2220" dirty="0"/>
              <a:t>：驱逐 </a:t>
            </a:r>
            <a:r>
              <a:rPr lang="en-US" altLang="zh-CN" sz="2220" dirty="0"/>
              <a:t>Block A（</a:t>
            </a:r>
            <a:r>
              <a:rPr lang="zh-CN" altLang="en-US" sz="2220" dirty="0"/>
              <a:t>因为更久没被碰）</a:t>
            </a:r>
            <a:endParaRPr lang="zh-CN" altLang="en-US" sz="2220" dirty="0"/>
          </a:p>
          <a:p>
            <a:r>
              <a:rPr lang="zh-CN" altLang="en-US" sz="2220" b="1" dirty="0"/>
              <a:t>正确的选择</a:t>
            </a:r>
            <a:r>
              <a:rPr lang="zh-CN" altLang="en-US" sz="2220" dirty="0"/>
              <a:t>：驱逐 </a:t>
            </a:r>
            <a:r>
              <a:rPr lang="en-US" altLang="zh-CN" sz="2220" dirty="0"/>
              <a:t>Block B（A </a:t>
            </a:r>
            <a:r>
              <a:rPr lang="zh-CN" altLang="en-US" sz="2220" dirty="0"/>
              <a:t>是共享主干，驱逐后 8 个后续请求都要重算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11560" y="6172200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3740" y="231775"/>
            <a:ext cx="6290310" cy="64579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共享后分叉是真实服务的常态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365125" y="5782310"/>
            <a:ext cx="10148570" cy="8947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/>
              <a:t>现有 </a:t>
            </a:r>
            <a:r>
              <a:rPr lang="en-US" altLang="zh-CN" sz="2000" b="1" dirty="0"/>
              <a:t>prefix caching </a:t>
            </a:r>
            <a:r>
              <a:rPr lang="zh-CN" altLang="en-US" sz="2000" b="1" dirty="0"/>
              <a:t>的问题</a:t>
            </a:r>
            <a:r>
              <a:rPr lang="zh-CN" altLang="en-US" sz="2000" dirty="0"/>
              <a:t>：只支持 </a:t>
            </a:r>
            <a:r>
              <a:rPr lang="en-US" altLang="zh-CN" sz="2000" dirty="0"/>
              <a:t>exact prefix match，</a:t>
            </a:r>
            <a:r>
              <a:rPr lang="zh-CN" altLang="en-US" sz="2000" dirty="0"/>
              <a:t>模板中间只要有一个槽位不同，后续可共享内容全部失效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7244" r="21077"/>
          <a:stretch>
            <a:fillRect/>
          </a:stretch>
        </p:blipFill>
        <p:spPr>
          <a:xfrm>
            <a:off x="227965" y="877570"/>
            <a:ext cx="9261475" cy="5102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115" y="588010"/>
            <a:ext cx="2387600" cy="51327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缺乏统一的生命周期视角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476885" y="6021705"/>
            <a:ext cx="10483850" cy="8947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我们要做的，是把每个 </a:t>
            </a:r>
            <a:r>
              <a:rPr lang="en-US" altLang="zh-CN" sz="2000" dirty="0"/>
              <a:t>KV block </a:t>
            </a:r>
            <a:r>
              <a:rPr lang="zh-CN" altLang="en-US" sz="2000" dirty="0"/>
              <a:t>变成一个可以被理解、被追踪、被合理决策的对象。</a:t>
            </a:r>
            <a:endParaRPr lang="zh-CN" altLang="en-US" sz="2000" dirty="0"/>
          </a:p>
        </p:txBody>
      </p:sp>
      <p:sp>
        <p:nvSpPr>
          <p:cNvPr id="16" name="任意多边形 15"/>
          <p:cNvSpPr/>
          <p:nvPr>
            <p:custDataLst>
              <p:tags r:id="rId1"/>
            </p:custDataLst>
          </p:nvPr>
        </p:nvSpPr>
        <p:spPr>
          <a:xfrm>
            <a:off x="825500" y="1123950"/>
            <a:ext cx="10285730" cy="157543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558165" y="1256665"/>
            <a:ext cx="10825480" cy="1442720"/>
          </a:xfrm>
          <a:prstGeom prst="rect">
            <a:avLst/>
          </a:prstGeom>
        </p:spPr>
        <p:txBody>
          <a:bodyPr anchor="t">
            <a:no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en-US" altLang="zh-CN" sz="2300" b="1" dirty="0"/>
              <a:t> </a:t>
            </a:r>
            <a:r>
              <a:rPr lang="zh-CN" altLang="en-US" sz="2300" b="1" dirty="0"/>
              <a:t>现有 </a:t>
            </a:r>
            <a:r>
              <a:rPr lang="en-US" altLang="zh-CN" sz="2300" b="1" dirty="0"/>
              <a:t>vLLM </a:t>
            </a:r>
            <a:r>
              <a:rPr lang="zh-CN" altLang="en-US" sz="2300" b="1" dirty="0"/>
              <a:t>的 </a:t>
            </a:r>
            <a:r>
              <a:rPr lang="en-US" altLang="zh-CN" sz="2300" b="1" dirty="0"/>
              <a:t>KV block </a:t>
            </a:r>
            <a:r>
              <a:rPr lang="zh-CN" altLang="en-US" sz="2300" b="1" dirty="0"/>
              <a:t>视角</a:t>
            </a:r>
            <a:r>
              <a:rPr lang="zh-CN" altLang="en-US" sz="2300" dirty="0"/>
              <a:t>：</a:t>
            </a:r>
            <a:endParaRPr lang="zh-CN" altLang="en-US" sz="2300" dirty="0"/>
          </a:p>
          <a:p>
            <a:pPr marL="177800" indent="0">
              <a:buNone/>
            </a:pPr>
            <a:r>
              <a:rPr lang="zh-CN" altLang="en-US" sz="2300" dirty="0"/>
              <a:t> 分配出来 → 被使用 → </a:t>
            </a:r>
            <a:r>
              <a:rPr lang="en-US" altLang="zh-CN" sz="2300" dirty="0"/>
              <a:t>ref_cnt </a:t>
            </a:r>
            <a:r>
              <a:rPr lang="zh-CN" altLang="en-US" sz="2300" dirty="0"/>
              <a:t>归零 → 进入 </a:t>
            </a:r>
            <a:r>
              <a:rPr lang="en-US" altLang="zh-CN" sz="2300" dirty="0"/>
              <a:t>free queue → </a:t>
            </a:r>
            <a:r>
              <a:rPr lang="zh-CN" altLang="en-US" sz="2300" dirty="0"/>
              <a:t>等 </a:t>
            </a:r>
            <a:r>
              <a:rPr lang="en-US" altLang="zh-CN" sz="2300" dirty="0"/>
              <a:t>LRU </a:t>
            </a:r>
            <a:r>
              <a:rPr lang="zh-CN" altLang="en-US" sz="2300" dirty="0"/>
              <a:t>驱逐</a:t>
            </a:r>
            <a:r>
              <a:rPr lang="en-US" altLang="zh-CN" sz="2300" dirty="0"/>
              <a:t>（block </a:t>
            </a:r>
            <a:r>
              <a:rPr lang="zh-CN" altLang="en-US" sz="2300" dirty="0"/>
              <a:t>被当作"用完即弃"的被动缓存页）</a:t>
            </a:r>
            <a:endParaRPr lang="zh-CN" altLang="en-US" sz="2300" dirty="0"/>
          </a:p>
        </p:txBody>
      </p:sp>
      <p:sp>
        <p:nvSpPr>
          <p:cNvPr id="28" name="任意多边形 27"/>
          <p:cNvSpPr/>
          <p:nvPr>
            <p:custDataLst>
              <p:tags r:id="rId2"/>
            </p:custDataLst>
          </p:nvPr>
        </p:nvSpPr>
        <p:spPr>
          <a:xfrm>
            <a:off x="761365" y="2952115"/>
            <a:ext cx="10349230" cy="2561590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文本占位符 2"/>
          <p:cNvSpPr>
            <a:spLocks noGrp="1"/>
          </p:cNvSpPr>
          <p:nvPr/>
        </p:nvSpPr>
        <p:spPr>
          <a:xfrm>
            <a:off x="648335" y="3084830"/>
            <a:ext cx="10735310" cy="2366645"/>
          </a:xfrm>
          <a:prstGeom prst="rect">
            <a:avLst/>
          </a:prstGeom>
        </p:spPr>
        <p:txBody>
          <a:bodyPr anchor="t">
            <a:no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en-US" altLang="zh-CN" sz="2300" b="1" dirty="0"/>
              <a:t>KVFabric </a:t>
            </a:r>
            <a:r>
              <a:rPr lang="zh-CN" altLang="en-US" sz="2300" b="1" dirty="0"/>
              <a:t>的 </a:t>
            </a:r>
            <a:r>
              <a:rPr lang="en-US" altLang="zh-CN" sz="2300" b="1" dirty="0"/>
              <a:t>KV block </a:t>
            </a:r>
            <a:r>
              <a:rPr lang="zh-CN" altLang="en-US" sz="2300" b="1" dirty="0"/>
              <a:t>视角</a:t>
            </a:r>
            <a:r>
              <a:rPr lang="zh-CN" altLang="en-US" sz="2300" dirty="0"/>
              <a:t>：</a:t>
            </a:r>
            <a:endParaRPr lang="zh-CN" altLang="en-US" sz="2300" dirty="0"/>
          </a:p>
          <a:p>
            <a:pPr marL="177800" indent="0">
              <a:buNone/>
            </a:pPr>
            <a:r>
              <a:rPr lang="en-US" altLang="zh-CN" sz="2300" dirty="0"/>
              <a:t>Create → Populate → Share → Fork → Cooling → Evict → (</a:t>
            </a:r>
            <a:r>
              <a:rPr lang="zh-CN" altLang="en-US" sz="2300" dirty="0"/>
              <a:t>可能) </a:t>
            </a:r>
            <a:r>
              <a:rPr lang="en-US" altLang="zh-CN" sz="2300" dirty="0"/>
              <a:t>Rebuild</a:t>
            </a:r>
            <a:endParaRPr lang="en-US" altLang="zh-CN" sz="2300" dirty="0"/>
          </a:p>
          <a:p>
            <a:pPr marL="177800" indent="0">
              <a:buNone/>
            </a:pPr>
            <a:r>
              <a:rPr lang="en-US" altLang="zh-CN" sz="2300" dirty="0"/>
              <a:t>    </a:t>
            </a:r>
            <a:endParaRPr lang="en-US" altLang="zh-CN" sz="2300" dirty="0"/>
          </a:p>
          <a:p>
            <a:pPr marL="177800" indent="0">
              <a:buNone/>
            </a:pPr>
            <a:r>
              <a:rPr lang="en-US" altLang="zh-CN" sz="2300" dirty="0"/>
              <a:t>（block </a:t>
            </a:r>
            <a:r>
              <a:rPr lang="zh-CN" altLang="en-US" sz="2300" dirty="0"/>
              <a:t>是具有状态、价值和历史的系统对象）</a:t>
            </a:r>
            <a:endParaRPr lang="zh-CN" altLang="en-US" sz="2300" dirty="0"/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91920" y="4022090"/>
            <a:ext cx="10160" cy="45720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412240" y="4458970"/>
            <a:ext cx="9072880" cy="2032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85120" y="3971290"/>
            <a:ext cx="0" cy="49784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占位符 2"/>
          <p:cNvSpPr>
            <a:spLocks noGrp="1"/>
          </p:cNvSpPr>
          <p:nvPr/>
        </p:nvSpPr>
        <p:spPr>
          <a:xfrm>
            <a:off x="7506970" y="4469130"/>
            <a:ext cx="3453765" cy="4686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zh-CN" altLang="en-US" sz="2000" dirty="0"/>
              <a:t>悔恨反馈（</a:t>
            </a:r>
            <a:r>
              <a:rPr lang="en-US" altLang="zh-CN" sz="2000" dirty="0"/>
              <a:t>regret_count）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缺乏统一的生命周期视角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476885" y="6021705"/>
            <a:ext cx="10483850" cy="8947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我们要做的，是把每个 </a:t>
            </a:r>
            <a:r>
              <a:rPr lang="en-US" altLang="zh-CN" sz="2000" dirty="0"/>
              <a:t>KV block </a:t>
            </a:r>
            <a:r>
              <a:rPr lang="zh-CN" altLang="en-US" sz="2000" dirty="0"/>
              <a:t>变成一个可以被理解、被追踪、被合理决策的对象。</a:t>
            </a:r>
            <a:endParaRPr lang="zh-CN" altLang="en-US" sz="2000" dirty="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49630" y="1245870"/>
          <a:ext cx="10111105" cy="4401820"/>
        </p:xfrm>
        <a:graphic>
          <a:graphicData uri="http://schemas.openxmlformats.org/drawingml/2006/table">
            <a:tbl>
              <a:tblPr/>
              <a:tblGrid>
                <a:gridCol w="1908175"/>
                <a:gridCol w="3552825"/>
                <a:gridCol w="4650105"/>
              </a:tblGrid>
              <a:tr h="72517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现有方法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KVFabric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元数据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ref_cnt, block_hash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+14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个生命周期字段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共享认知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知道被引用，不知道被谁引用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family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结构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分叉关系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驱逐依据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最近访问时间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多维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retain score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驱逐后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忘记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shadow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，识别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regret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观测能力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基本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metrics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JSONL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事件流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+ 20+ Prometheus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指标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7234555" cy="5232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这不是理论问题，有实际收益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446405" y="1159510"/>
            <a:ext cx="10148570" cy="8947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zh-CN" altLang="en-US" sz="2000" dirty="0"/>
              <a:t>四个可量化的收益方向：</a:t>
            </a:r>
            <a:endParaRPr lang="zh-CN" altLang="en-US" sz="2000" dirty="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61035" y="1714500"/>
          <a:ext cx="10210800" cy="4455795"/>
        </p:xfrm>
        <a:graphic>
          <a:graphicData uri="http://schemas.openxmlformats.org/drawingml/2006/table">
            <a:tbl>
              <a:tblPr/>
              <a:tblGrid>
                <a:gridCol w="2397760"/>
                <a:gridCol w="3078480"/>
                <a:gridCol w="4734560"/>
              </a:tblGrid>
              <a:tr h="704215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收益方向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观测指标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37895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减少误驱逐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保护共享主干，避免高价值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被淘汰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eviction regret ↓, rebuilt-from-eviction ↓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37895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提升前缀命中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共享前缀保留更久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→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更多请求受益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prefix-hit tokens ↑, prefix hit rate ↑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37895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改善服务质量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减少重复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prefill →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更快响应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↓, E2E latency ↓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37895"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低开销退化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无共享场景不做无谓操作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策略关闭时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= vLLM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原生性能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设计思想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7380" b="6306"/>
          <a:stretch>
            <a:fillRect/>
          </a:stretch>
        </p:blipFill>
        <p:spPr>
          <a:xfrm>
            <a:off x="144145" y="846455"/>
            <a:ext cx="9999345" cy="591947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760" y="229235"/>
            <a:ext cx="6381115" cy="6172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设计分层：三层架构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1000760" y="1033271"/>
            <a:ext cx="9875520" cy="1943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endParaRPr sz="1150" b="0">
              <a:solidFill>
                <a:srgbClr val="5D6F86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64563"/>
          <a:stretch>
            <a:fillRect/>
          </a:stretch>
        </p:blipFill>
        <p:spPr>
          <a:xfrm>
            <a:off x="786765" y="1033145"/>
            <a:ext cx="8765540" cy="12122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b="63386"/>
          <a:stretch>
            <a:fillRect/>
          </a:stretch>
        </p:blipFill>
        <p:spPr>
          <a:xfrm>
            <a:off x="706755" y="2771775"/>
            <a:ext cx="8845550" cy="11715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b="16638"/>
          <a:stretch>
            <a:fillRect/>
          </a:stretch>
        </p:blipFill>
        <p:spPr>
          <a:xfrm>
            <a:off x="706755" y="4469765"/>
            <a:ext cx="8845550" cy="1212215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897890" y="1165860"/>
            <a:ext cx="8653780" cy="45135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驱逐策略层 (</a:t>
            </a: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Policy)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利用下层提供的信息，做出比 </a:t>
            </a: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更聪明的驱逐决策</a:t>
            </a: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共享结构管理层 (</a:t>
            </a: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Structure) 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Prefix Family Index — </a:t>
            </a:r>
            <a:r>
              <a:rPr lang="zh-CN" altLang="en-US" sz="2400">
                <a:solidFill>
                  <a:srgbClr val="10273D"/>
                </a:solidFill>
                <a:latin typeface="微软雅黑" panose="020B0503020204020204" pitchFamily="34" charset="-122"/>
                <a:sym typeface="+mn-ea"/>
              </a:rPr>
              <a:t>识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别共享主干和分叉关系，把零散的 </a:t>
            </a: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block hash 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组织成前缀树，计算共享价值</a:t>
            </a: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9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生命周期封装层 (</a:t>
            </a: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Tracking)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Side Table — 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给每个 </a:t>
            </a: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建立运行时「档案」，作为后续决策的依据</a:t>
            </a: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b="52247"/>
          <a:stretch>
            <a:fillRect/>
          </a:stretch>
        </p:blipFill>
        <p:spPr>
          <a:xfrm>
            <a:off x="1153160" y="6171565"/>
            <a:ext cx="7167880" cy="431800"/>
          </a:xfrm>
          <a:prstGeom prst="rect">
            <a:avLst/>
          </a:prstGeom>
        </p:spPr>
      </p:pic>
      <p:sp>
        <p:nvSpPr>
          <p:cNvPr id="12" name="TextBox 5"/>
          <p:cNvSpPr txBox="1"/>
          <p:nvPr/>
        </p:nvSpPr>
        <p:spPr>
          <a:xfrm>
            <a:off x="897890" y="6177280"/>
            <a:ext cx="8653780" cy="4044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VLLM</a:t>
            </a: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原生层（不改动）</a:t>
            </a: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2470" y="476250"/>
            <a:ext cx="9538970" cy="6172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生命周期建模 — 从「被动缓存页」到「系统对象」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-505" t="9330" r="505" b="50000"/>
          <a:stretch>
            <a:fillRect/>
          </a:stretch>
        </p:blipFill>
        <p:spPr>
          <a:xfrm>
            <a:off x="147955" y="1160145"/>
            <a:ext cx="10175240" cy="5380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" y="1725930"/>
            <a:ext cx="3128645" cy="4237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1150"/>
            <a:ext cx="2839720" cy="42595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55" y="2859405"/>
            <a:ext cx="626745" cy="517525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795020" y="1725930"/>
            <a:ext cx="4215765" cy="12280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vLLM </a:t>
            </a: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现有视角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</p:nvPr>
        </p:nvSpPr>
        <p:spPr>
          <a:xfrm>
            <a:off x="365125" y="2315845"/>
            <a:ext cx="4304665" cy="3647440"/>
          </a:xfrm>
        </p:spPr>
        <p:txBody>
          <a:bodyPr>
            <a:normAutofit/>
          </a:bodyPr>
          <a:lstStyle/>
          <a:p>
            <a:pPr marL="177800" indent="0">
              <a:buNone/>
            </a:pPr>
            <a:r>
              <a:rPr lang="en-US" altLang="zh-CN" sz="2400" dirty="0"/>
              <a:t>  block = </a:t>
            </a:r>
            <a:r>
              <a:rPr lang="zh-CN" altLang="en-US" sz="2400" dirty="0"/>
              <a:t>一块显存</a:t>
            </a:r>
            <a:endParaRPr lang="zh-CN" altLang="en-US" sz="2400" dirty="0"/>
          </a:p>
          <a:p>
            <a:pPr marL="177800" indent="0">
              <a:buNone/>
            </a:pPr>
            <a:r>
              <a:rPr lang="zh-CN" altLang="en-US" sz="2400" dirty="0"/>
              <a:t>  只知道: </a:t>
            </a:r>
            <a:endParaRPr lang="zh-CN" altLang="en-US" sz="2400" dirty="0"/>
          </a:p>
          <a:p>
            <a:pPr marL="177800" indent="0">
              <a:buNone/>
            </a:pPr>
            <a:r>
              <a:rPr lang="en-US" altLang="zh-CN" sz="2400" dirty="0"/>
              <a:t>  - block_id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- ref_cnt  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- block_hash</a:t>
            </a:r>
            <a:endParaRPr lang="en-US" altLang="zh-CN" sz="2400" dirty="0"/>
          </a:p>
          <a:p>
            <a:pPr marL="177800" indent="0">
              <a:buNone/>
            </a:pPr>
            <a:r>
              <a:rPr lang="zh-CN" altLang="en-US" sz="2400" dirty="0"/>
              <a:t>  - 最近被访问的时间</a:t>
            </a:r>
            <a:endParaRPr lang="zh-CN" altLang="en-US" sz="2400" dirty="0"/>
          </a:p>
        </p:txBody>
      </p:sp>
      <p:sp>
        <p:nvSpPr>
          <p:cNvPr id="11" name="TextBox 5"/>
          <p:cNvSpPr txBox="1"/>
          <p:nvPr/>
        </p:nvSpPr>
        <p:spPr>
          <a:xfrm>
            <a:off x="6096000" y="1837055"/>
            <a:ext cx="4215765" cy="12280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KVFabric </a:t>
            </a: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视角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占位符 9"/>
          <p:cNvSpPr>
            <a:spLocks noGrp="1"/>
          </p:cNvSpPr>
          <p:nvPr/>
        </p:nvSpPr>
        <p:spPr>
          <a:xfrm>
            <a:off x="5740400" y="2315845"/>
            <a:ext cx="4304665" cy="4377690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en-US" altLang="zh-CN" sz="2000" dirty="0"/>
              <a:t>  block = </a:t>
            </a:r>
            <a:r>
              <a:rPr lang="zh-CN" altLang="en-US" sz="2000" dirty="0"/>
              <a:t>一个有生命周期的系统对象</a:t>
            </a:r>
            <a:endParaRPr lang="zh-CN" altLang="en-US" sz="2000" dirty="0"/>
          </a:p>
          <a:p>
            <a:pPr marL="177800" indent="0">
              <a:buNone/>
            </a:pPr>
            <a:r>
              <a:rPr lang="zh-CN" altLang="en-US" sz="2000" dirty="0"/>
              <a:t>  知道: </a:t>
            </a:r>
            <a:endParaRPr lang="zh-CN" altLang="en-US" sz="2000" dirty="0"/>
          </a:p>
          <a:p>
            <a:pPr marL="177800" indent="0"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- 它被谁创建、何时创建</a:t>
            </a:r>
            <a:endParaRPr lang="zh-CN" altLang="en-US" sz="2000" dirty="0"/>
          </a:p>
          <a:p>
            <a:pPr marL="177800" indent="0">
              <a:buNone/>
            </a:pPr>
            <a:r>
              <a:rPr lang="zh-CN" altLang="en-US" sz="2000" dirty="0"/>
              <a:t>  - 被多少个请求共享过</a:t>
            </a:r>
            <a:endParaRPr lang="zh-CN" altLang="en-US" sz="2000" dirty="0"/>
          </a:p>
          <a:p>
            <a:pPr marL="177800" indent="0">
              <a:buNone/>
            </a:pPr>
            <a:r>
              <a:rPr lang="zh-CN" altLang="en-US" sz="2000" dirty="0"/>
              <a:t> </a:t>
            </a:r>
            <a:r>
              <a:rPr lang="en-US" altLang="zh-CN" sz="2000" dirty="0"/>
              <a:t> </a:t>
            </a:r>
            <a:r>
              <a:rPr lang="zh-CN" altLang="en-US" sz="2000" dirty="0"/>
              <a:t>- 在共享前缀树的哪个位置</a:t>
            </a:r>
            <a:endParaRPr lang="zh-CN" altLang="en-US" sz="2000" dirty="0"/>
          </a:p>
          <a:p>
            <a:pPr marL="177800" indent="0">
              <a:buNone/>
            </a:pPr>
            <a:r>
              <a:rPr lang="zh-CN" altLang="en-US" sz="2000" dirty="0"/>
              <a:t>  - 驱逐后曾被迫重建</a:t>
            </a:r>
            <a:r>
              <a:rPr lang="en-US" altLang="zh-CN" sz="2000" dirty="0"/>
              <a:t>(</a:t>
            </a:r>
            <a:r>
              <a:rPr lang="zh-CN" altLang="en-US" sz="2000" dirty="0"/>
              <a:t>后悔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marL="177800" indent="0">
              <a:buNone/>
            </a:pPr>
            <a:r>
              <a:rPr lang="zh-CN" altLang="en-US" sz="2000" dirty="0"/>
              <a:t>  - 有多少分支从它身上长出来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2950" y="21272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US" altLang="zh-CN" sz="3200" b="1">
                <a:solidFill>
                  <a:srgbClr val="003B66"/>
                </a:solidFill>
                <a:latin typeface="微软雅黑" panose="020B0503020204020204" pitchFamily="34" charset="-122"/>
              </a:rPr>
              <a:t>KV Block </a:t>
            </a:r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生命周期状态机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0507" y="748665"/>
            <a:ext cx="9418320" cy="522838"/>
          </a:xfrm>
        </p:spPr>
        <p:txBody>
          <a:bodyPr>
            <a:normAutofit/>
          </a:bodyPr>
          <a:lstStyle/>
          <a:p>
            <a:pPr marL="177800" indent="0">
              <a:buNone/>
            </a:pPr>
            <a:r>
              <a:rPr lang="zh-CN" altLang="en-US" sz="1800" dirty="0"/>
              <a:t>一个</a:t>
            </a:r>
            <a:r>
              <a:rPr lang="en-US" altLang="zh-CN" sz="1800" dirty="0"/>
              <a:t>block</a:t>
            </a:r>
            <a:r>
              <a:rPr lang="zh-CN" altLang="en-US" sz="1800" dirty="0"/>
              <a:t>从创建到回收（以及可能的复活）的完整旅程</a:t>
            </a:r>
            <a:endParaRPr lang="zh-CN" altLang="en-US" sz="18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44295"/>
            <a:ext cx="11542395" cy="520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9095740" cy="5270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sz="3200" b="1">
                <a:solidFill>
                  <a:srgbClr val="003B66"/>
                </a:solidFill>
                <a:latin typeface="微软雅黑" panose="020B0503020204020204" pitchFamily="34" charset="-122"/>
                <a:sym typeface="+mn-ea"/>
              </a:rPr>
              <a:t>整体算法原理图：请求、缓存、策略与反馈闭环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987552" y="1091692"/>
            <a:ext cx="9966960" cy="248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endParaRPr sz="1150" b="0">
              <a:solidFill>
                <a:srgbClr val="5D6F86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图片 6" descr="kvfabric_lifecycle_overall_diagram"/>
          <p:cNvPicPr>
            <a:picLocks noChangeAspect="1"/>
          </p:cNvPicPr>
          <p:nvPr/>
        </p:nvPicPr>
        <p:blipFill>
          <a:blip r:embed="rId1"/>
          <a:srcRect l="2892" t="6342" r="4222" b="3696"/>
          <a:stretch>
            <a:fillRect/>
          </a:stretch>
        </p:blipFill>
        <p:spPr>
          <a:xfrm>
            <a:off x="551180" y="1091565"/>
            <a:ext cx="10499725" cy="5085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封装与前期开发</a:t>
            </a:r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前期开发阶段总览</a:t>
            </a:r>
            <a:endParaRPr lang="en-US" altLang="zh-CN" dirty="0"/>
          </a:p>
          <a:p>
            <a:r>
              <a:rPr lang="zh-CN" altLang="en-US" dirty="0"/>
              <a:t>前期开发流程演进</a:t>
            </a:r>
            <a:endParaRPr lang="zh-CN" altLang="en-US" dirty="0"/>
          </a:p>
          <a:p>
            <a:r>
              <a:rPr lang="zh-CN" altLang="en-US" dirty="0"/>
              <a:t>工作交接与总结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58385" y="3042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开发阶段总览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开发阶段总览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53365" y="111506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448945" y="13106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75227" y="1370647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82345" y="136207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基线环境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48945" y="182975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打通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baseline</a:t>
            </a:r>
            <a:endParaRPr lang="en-US" altLang="zh-CN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48945" y="201394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建立稳定基线环境，为后续迭代提供可靠基准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5873115" y="111506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6068695" y="13106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194977" y="1370647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602095" y="136207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指标采集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068695" y="182975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补齐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Cache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相关指标</a:t>
            </a:r>
            <a:endParaRPr lang="zh-CN" altLang="en-US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6068695" y="201394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搭建评测仪表盘，实现关键指标可视化监控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253365" y="250571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448945" y="27012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575227" y="2761298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982345" y="275272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最小闭环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448945" y="322040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Python/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类模拟器验证</a:t>
            </a:r>
            <a:endParaRPr lang="zh-CN" altLang="en-US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448945" y="340459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验证控制逻辑正确性，快速迭代核心算法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5873115" y="250571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1"/>
            </p:custDataLst>
          </p:nvPr>
        </p:nvSpPr>
        <p:spPr>
          <a:xfrm>
            <a:off x="6068695" y="27012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6194977" y="2761298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6602095" y="275272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真实接入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6068695" y="322040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接入真实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控制面</a:t>
            </a:r>
            <a:endParaRPr lang="zh-CN" altLang="en-US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6068695" y="340459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插生命周期探针，打通生产环境链路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6"/>
            </p:custDataLst>
          </p:nvPr>
        </p:nvSpPr>
        <p:spPr>
          <a:xfrm>
            <a:off x="253365" y="389636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448945" y="40919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982345" y="414337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策略迭代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448945" y="4611053"/>
            <a:ext cx="516865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shared-aware · family-protect · admission control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448945" y="479524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sz="13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个阶段持续优化调度策略，构建多层次防护体系</a:t>
            </a:r>
            <a:endParaRPr lang="zh-CN" sz="13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5873115" y="389636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2"/>
            </p:custDataLst>
          </p:nvPr>
        </p:nvSpPr>
        <p:spPr>
          <a:xfrm>
            <a:off x="6068695" y="40919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3"/>
            </p:custDataLst>
          </p:nvPr>
        </p:nvSpPr>
        <p:spPr>
          <a:xfrm>
            <a:off x="6602095" y="414337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压力测试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4"/>
            </p:custDataLst>
          </p:nvPr>
        </p:nvSpPr>
        <p:spPr>
          <a:xfrm>
            <a:off x="6068695" y="461105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r>
              <a:rPr 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构造与版本迭代优化</a:t>
            </a:r>
            <a:endParaRPr lang="zh-CN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5"/>
            </p:custDataLst>
          </p:nvPr>
        </p:nvSpPr>
        <p:spPr>
          <a:xfrm>
            <a:off x="6068695" y="479524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个阶段构造极端场景，验证系统极限承载能力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6"/>
            </p:custDataLst>
          </p:nvPr>
        </p:nvSpPr>
        <p:spPr>
          <a:xfrm>
            <a:off x="253365" y="528701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37"/>
            </p:custDataLst>
          </p:nvPr>
        </p:nvSpPr>
        <p:spPr>
          <a:xfrm>
            <a:off x="448945" y="54825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982345" y="553402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无害验证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9"/>
            </p:custDataLst>
          </p:nvPr>
        </p:nvSpPr>
        <p:spPr>
          <a:xfrm>
            <a:off x="448945" y="600170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普通场景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模板收益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多轮收益</a:t>
            </a:r>
            <a:endParaRPr lang="zh-CN" altLang="en-US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0"/>
            </p:custDataLst>
          </p:nvPr>
        </p:nvSpPr>
        <p:spPr>
          <a:xfrm>
            <a:off x="448945" y="618589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个阶段验证策略对正常请求无负面影响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1"/>
            </p:custDataLst>
          </p:nvPr>
        </p:nvSpPr>
        <p:spPr>
          <a:xfrm>
            <a:off x="5873115" y="528701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53AD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42"/>
            </p:custDataLst>
          </p:nvPr>
        </p:nvSpPr>
        <p:spPr>
          <a:xfrm>
            <a:off x="6068695" y="54825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6194803" y="5579745"/>
            <a:ext cx="55676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lang="en-US" sz="19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sz="19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4"/>
            </p:custDataLst>
          </p:nvPr>
        </p:nvSpPr>
        <p:spPr>
          <a:xfrm>
            <a:off x="6602095" y="553402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最终交接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5"/>
            </p:custDataLst>
          </p:nvPr>
        </p:nvSpPr>
        <p:spPr>
          <a:xfrm>
            <a:off x="6068695" y="600170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形成可交接的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KVFabric prototype</a:t>
            </a:r>
            <a:endParaRPr lang="en-US" altLang="zh-CN"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6"/>
            </p:custDataLst>
          </p:nvPr>
        </p:nvSpPr>
        <p:spPr>
          <a:xfrm>
            <a:off x="6068695" y="618589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完成全链路压测能力建设，交付生产环境</a:t>
            </a:r>
            <a:endParaRPr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47"/>
            </p:custDataLst>
          </p:nvPr>
        </p:nvSpPr>
        <p:spPr>
          <a:xfrm>
            <a:off x="575310" y="4180205"/>
            <a:ext cx="355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lang="en-US" sz="19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sz="19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8"/>
            </p:custDataLst>
          </p:nvPr>
        </p:nvSpPr>
        <p:spPr>
          <a:xfrm>
            <a:off x="6194977" y="4179888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lang="en-US"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9"/>
            </p:custDataLst>
          </p:nvPr>
        </p:nvSpPr>
        <p:spPr>
          <a:xfrm>
            <a:off x="575227" y="5554663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lang="en-US"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开发流程演进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50" name="文本框 49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补齐</a:t>
            </a:r>
            <a:r>
              <a:rPr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指标采集</a:t>
            </a:r>
            <a:endParaRPr sz="24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3"/>
            </p:custDataLst>
          </p:nvPr>
        </p:nvSpPr>
        <p:spPr>
          <a:xfrm>
            <a:off x="575945" y="1017905"/>
            <a:ext cx="4842510" cy="4436110"/>
          </a:xfrm>
          <a:custGeom>
            <a:avLst/>
            <a:gdLst>
              <a:gd name="sw" fmla="*/ 1 w 7625"/>
              <a:gd name="sh" fmla="*/ 1 h 6985"/>
              <a:gd name="mins" fmla="min sw sh"/>
              <a:gd name="dsw" fmla="+- 0 sw mins"/>
              <a:gd name="dsh" fmla="+- 0 sh mins"/>
              <a:gd name="p0x0" fmla="*/ 420 w 7625"/>
              <a:gd name="p0y0" fmla="*/ 0 h 6985"/>
              <a:gd name="p0x1" fmla="*/ 7205 w 7625"/>
              <a:gd name="p0y1" fmla="*/ 0 h 6985"/>
              <a:gd name="p0x2" fmla="*/ 7437 w 7625"/>
              <a:gd name="p0y2" fmla="*/ 0 h 6985"/>
              <a:gd name="p0x3" fmla="*/ 7625 w 7625"/>
              <a:gd name="p0y3" fmla="*/ 188 h 6985"/>
              <a:gd name="p0x4" fmla="*/ 7625 w 7625"/>
              <a:gd name="p0y4" fmla="*/ 420 h 6985"/>
              <a:gd name="p0x5" fmla="*/ 7625 w 7625"/>
              <a:gd name="p0y5" fmla="*/ 6565 h 6985"/>
              <a:gd name="p0x6" fmla="*/ 7625 w 7625"/>
              <a:gd name="p0y6" fmla="*/ 6797 h 6985"/>
              <a:gd name="p0x7" fmla="*/ 7437 w 7625"/>
              <a:gd name="p0y7" fmla="*/ 6985 h 6985"/>
              <a:gd name="p0x8" fmla="*/ 7205 w 7625"/>
              <a:gd name="p0y8" fmla="*/ 6985 h 6985"/>
              <a:gd name="p0x9" fmla="*/ 420 w 7625"/>
              <a:gd name="p0y9" fmla="*/ 6985 h 6985"/>
              <a:gd name="p0x10" fmla="*/ 188 w 7625"/>
              <a:gd name="p0y10" fmla="*/ 6985 h 6985"/>
              <a:gd name="p0x11" fmla="*/ 0 w 7625"/>
              <a:gd name="p0y11" fmla="*/ 6797 h 6985"/>
              <a:gd name="p0x12" fmla="*/ 0 w 7625"/>
              <a:gd name="p0y12" fmla="*/ 6565 h 6985"/>
              <a:gd name="p0x13" fmla="*/ 0 w 7625"/>
              <a:gd name="p0y13" fmla="*/ 420 h 6985"/>
              <a:gd name="p0x14" fmla="*/ 0 w 7625"/>
              <a:gd name="p0y14" fmla="*/ 188 h 6985"/>
              <a:gd name="p0x15" fmla="*/ 188 w 7625"/>
              <a:gd name="p0y15" fmla="*/ 0 h 6985"/>
              <a:gd name="p0x16" fmla="*/ 420 w 7625"/>
              <a:gd name="p0y16" fmla="*/ 0 h 698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"/>
            </p:custDataLst>
          </p:nvPr>
        </p:nvSpPr>
        <p:spPr>
          <a:xfrm>
            <a:off x="771525" y="1213466"/>
            <a:ext cx="445196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6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关键指标覆盖度</a:t>
            </a:r>
            <a:endParaRPr sz="16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3" name="图表 52"/>
          <p:cNvGraphicFramePr/>
          <p:nvPr/>
        </p:nvGraphicFramePr>
        <p:xfrm>
          <a:off x="771525" y="1570355"/>
          <a:ext cx="4448175" cy="3686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4" name="任意多边形 53"/>
          <p:cNvSpPr/>
          <p:nvPr>
            <p:custDataLst>
              <p:tags r:id="rId5"/>
            </p:custDataLst>
          </p:nvPr>
        </p:nvSpPr>
        <p:spPr>
          <a:xfrm>
            <a:off x="575945" y="5654040"/>
            <a:ext cx="1480820" cy="817880"/>
          </a:xfrm>
          <a:custGeom>
            <a:avLst/>
            <a:gdLst>
              <a:gd name="sw" fmla="*/ 1 w 2332"/>
              <a:gd name="sh" fmla="*/ 1 h 1288"/>
              <a:gd name="mins" fmla="min sw sh"/>
              <a:gd name="dsw" fmla="+- 0 sw mins"/>
              <a:gd name="dsh" fmla="+- 0 sh mins"/>
              <a:gd name="p0x0" fmla="*/ 420 w 2332"/>
              <a:gd name="p0y0" fmla="*/ 0 h 1288"/>
              <a:gd name="p0x1" fmla="*/ 1912 w 2332"/>
              <a:gd name="p0y1" fmla="*/ 0 h 1288"/>
              <a:gd name="p0x2" fmla="*/ 2143 w 2332"/>
              <a:gd name="p0y2" fmla="*/ 0 h 1288"/>
              <a:gd name="p0x3" fmla="*/ 2332 w 2332"/>
              <a:gd name="p0y3" fmla="*/ 188 h 1288"/>
              <a:gd name="p0x4" fmla="*/ 2332 w 2332"/>
              <a:gd name="p0y4" fmla="*/ 420 h 1288"/>
              <a:gd name="p0x5" fmla="*/ 2332 w 2332"/>
              <a:gd name="p0y5" fmla="*/ 868 h 1288"/>
              <a:gd name="p0x6" fmla="*/ 2332 w 2332"/>
              <a:gd name="p0y6" fmla="*/ 1100 h 1288"/>
              <a:gd name="p0x7" fmla="*/ 2143 w 2332"/>
              <a:gd name="p0y7" fmla="*/ 1288 h 1288"/>
              <a:gd name="p0x8" fmla="*/ 1912 w 2332"/>
              <a:gd name="p0y8" fmla="*/ 1288 h 1288"/>
              <a:gd name="p0x9" fmla="*/ 420 w 2332"/>
              <a:gd name="p0y9" fmla="*/ 1288 h 1288"/>
              <a:gd name="p0x10" fmla="*/ 188 w 2332"/>
              <a:gd name="p0y10" fmla="*/ 1288 h 1288"/>
              <a:gd name="p0x11" fmla="*/ 0 w 2332"/>
              <a:gd name="p0y11" fmla="*/ 1100 h 1288"/>
              <a:gd name="p0x12" fmla="*/ 0 w 2332"/>
              <a:gd name="p0y12" fmla="*/ 868 h 1288"/>
              <a:gd name="p0x13" fmla="*/ 0 w 2332"/>
              <a:gd name="p0y13" fmla="*/ 420 h 1288"/>
              <a:gd name="p0x14" fmla="*/ 0 w 2332"/>
              <a:gd name="p0y14" fmla="*/ 188 h 1288"/>
              <a:gd name="p0x15" fmla="*/ 188 w 2332"/>
              <a:gd name="p0y15" fmla="*/ 0 h 1288"/>
              <a:gd name="p0x16" fmla="*/ 420 w 2332"/>
              <a:gd name="p0y16" fmla="*/ 0 h 1288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6"/>
            </p:custDataLst>
          </p:nvPr>
        </p:nvSpPr>
        <p:spPr>
          <a:xfrm>
            <a:off x="1055113" y="5708342"/>
            <a:ext cx="942156" cy="510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3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sz="33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7"/>
            </p:custDataLst>
          </p:nvPr>
        </p:nvSpPr>
        <p:spPr>
          <a:xfrm>
            <a:off x="849887" y="6215053"/>
            <a:ext cx="9335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核心指标总数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8"/>
            </p:custDataLst>
          </p:nvPr>
        </p:nvSpPr>
        <p:spPr>
          <a:xfrm>
            <a:off x="2256790" y="5654040"/>
            <a:ext cx="1480820" cy="817880"/>
          </a:xfrm>
          <a:custGeom>
            <a:avLst/>
            <a:gdLst>
              <a:gd name="sw" fmla="*/ 1 w 2332"/>
              <a:gd name="sh" fmla="*/ 1 h 1288"/>
              <a:gd name="mins" fmla="min sw sh"/>
              <a:gd name="dsw" fmla="+- 0 sw mins"/>
              <a:gd name="dsh" fmla="+- 0 sh mins"/>
              <a:gd name="p0x0" fmla="*/ 420 w 2332"/>
              <a:gd name="p0y0" fmla="*/ 0 h 1288"/>
              <a:gd name="p0x1" fmla="*/ 1912 w 2332"/>
              <a:gd name="p0y1" fmla="*/ 0 h 1288"/>
              <a:gd name="p0x2" fmla="*/ 2143 w 2332"/>
              <a:gd name="p0y2" fmla="*/ 0 h 1288"/>
              <a:gd name="p0x3" fmla="*/ 2332 w 2332"/>
              <a:gd name="p0y3" fmla="*/ 188 h 1288"/>
              <a:gd name="p0x4" fmla="*/ 2332 w 2332"/>
              <a:gd name="p0y4" fmla="*/ 420 h 1288"/>
              <a:gd name="p0x5" fmla="*/ 2332 w 2332"/>
              <a:gd name="p0y5" fmla="*/ 868 h 1288"/>
              <a:gd name="p0x6" fmla="*/ 2332 w 2332"/>
              <a:gd name="p0y6" fmla="*/ 1100 h 1288"/>
              <a:gd name="p0x7" fmla="*/ 2143 w 2332"/>
              <a:gd name="p0y7" fmla="*/ 1288 h 1288"/>
              <a:gd name="p0x8" fmla="*/ 1912 w 2332"/>
              <a:gd name="p0y8" fmla="*/ 1288 h 1288"/>
              <a:gd name="p0x9" fmla="*/ 420 w 2332"/>
              <a:gd name="p0y9" fmla="*/ 1288 h 1288"/>
              <a:gd name="p0x10" fmla="*/ 188 w 2332"/>
              <a:gd name="p0y10" fmla="*/ 1288 h 1288"/>
              <a:gd name="p0x11" fmla="*/ 0 w 2332"/>
              <a:gd name="p0y11" fmla="*/ 1100 h 1288"/>
              <a:gd name="p0x12" fmla="*/ 0 w 2332"/>
              <a:gd name="p0y12" fmla="*/ 868 h 1288"/>
              <a:gd name="p0x13" fmla="*/ 0 w 2332"/>
              <a:gd name="p0y13" fmla="*/ 420 h 1288"/>
              <a:gd name="p0x14" fmla="*/ 0 w 2332"/>
              <a:gd name="p0y14" fmla="*/ 188 h 1288"/>
              <a:gd name="p0x15" fmla="*/ 188 w 2332"/>
              <a:gd name="p0y15" fmla="*/ 0 h 1288"/>
              <a:gd name="p0x16" fmla="*/ 420 w 2332"/>
              <a:gd name="p0y16" fmla="*/ 0 h 1288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9"/>
            </p:custDataLst>
          </p:nvPr>
        </p:nvSpPr>
        <p:spPr>
          <a:xfrm>
            <a:off x="2866730" y="5708342"/>
            <a:ext cx="680666" cy="510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3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33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0"/>
            </p:custDataLst>
          </p:nvPr>
        </p:nvSpPr>
        <p:spPr>
          <a:xfrm>
            <a:off x="2664104" y="6215053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指标维度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11"/>
            </p:custDataLst>
          </p:nvPr>
        </p:nvSpPr>
        <p:spPr>
          <a:xfrm>
            <a:off x="3937635" y="5654040"/>
            <a:ext cx="1480820" cy="817880"/>
          </a:xfrm>
          <a:custGeom>
            <a:avLst/>
            <a:gdLst>
              <a:gd name="sw" fmla="*/ 1 w 2332"/>
              <a:gd name="sh" fmla="*/ 1 h 1288"/>
              <a:gd name="mins" fmla="min sw sh"/>
              <a:gd name="dsw" fmla="+- 0 sw mins"/>
              <a:gd name="dsh" fmla="+- 0 sh mins"/>
              <a:gd name="p0x0" fmla="*/ 420 w 2332"/>
              <a:gd name="p0y0" fmla="*/ 0 h 1288"/>
              <a:gd name="p0x1" fmla="*/ 1912 w 2332"/>
              <a:gd name="p0y1" fmla="*/ 0 h 1288"/>
              <a:gd name="p0x2" fmla="*/ 2143 w 2332"/>
              <a:gd name="p0y2" fmla="*/ 0 h 1288"/>
              <a:gd name="p0x3" fmla="*/ 2332 w 2332"/>
              <a:gd name="p0y3" fmla="*/ 188 h 1288"/>
              <a:gd name="p0x4" fmla="*/ 2332 w 2332"/>
              <a:gd name="p0y4" fmla="*/ 420 h 1288"/>
              <a:gd name="p0x5" fmla="*/ 2332 w 2332"/>
              <a:gd name="p0y5" fmla="*/ 868 h 1288"/>
              <a:gd name="p0x6" fmla="*/ 2332 w 2332"/>
              <a:gd name="p0y6" fmla="*/ 1100 h 1288"/>
              <a:gd name="p0x7" fmla="*/ 2143 w 2332"/>
              <a:gd name="p0y7" fmla="*/ 1288 h 1288"/>
              <a:gd name="p0x8" fmla="*/ 1912 w 2332"/>
              <a:gd name="p0y8" fmla="*/ 1288 h 1288"/>
              <a:gd name="p0x9" fmla="*/ 420 w 2332"/>
              <a:gd name="p0y9" fmla="*/ 1288 h 1288"/>
              <a:gd name="p0x10" fmla="*/ 188 w 2332"/>
              <a:gd name="p0y10" fmla="*/ 1288 h 1288"/>
              <a:gd name="p0x11" fmla="*/ 0 w 2332"/>
              <a:gd name="p0y11" fmla="*/ 1100 h 1288"/>
              <a:gd name="p0x12" fmla="*/ 0 w 2332"/>
              <a:gd name="p0y12" fmla="*/ 868 h 1288"/>
              <a:gd name="p0x13" fmla="*/ 0 w 2332"/>
              <a:gd name="p0y13" fmla="*/ 420 h 1288"/>
              <a:gd name="p0x14" fmla="*/ 0 w 2332"/>
              <a:gd name="p0y14" fmla="*/ 188 h 1288"/>
              <a:gd name="p0x15" fmla="*/ 188 w 2332"/>
              <a:gd name="p0y15" fmla="*/ 0 h 1288"/>
              <a:gd name="p0x16" fmla="*/ 420 w 2332"/>
              <a:gd name="p0y16" fmla="*/ 0 h 1288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12"/>
            </p:custDataLst>
          </p:nvPr>
        </p:nvSpPr>
        <p:spPr>
          <a:xfrm>
            <a:off x="4351439" y="5708342"/>
            <a:ext cx="1072972" cy="510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3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sz="16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sz="16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3"/>
            </p:custDataLst>
          </p:nvPr>
        </p:nvSpPr>
        <p:spPr>
          <a:xfrm>
            <a:off x="4095312" y="6215053"/>
            <a:ext cx="116622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r>
              <a:rPr 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</a:t>
            </a:r>
            <a:endParaRPr 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14"/>
            </p:custDataLst>
          </p:nvPr>
        </p:nvSpPr>
        <p:spPr>
          <a:xfrm>
            <a:off x="5694680" y="1017905"/>
            <a:ext cx="5513070" cy="1213485"/>
          </a:xfrm>
          <a:custGeom>
            <a:avLst/>
            <a:gdLst>
              <a:gd name="sw" fmla="*/ 1 w 9324"/>
              <a:gd name="sh" fmla="*/ 1 h 1910"/>
              <a:gd name="mins" fmla="min sw sh"/>
              <a:gd name="dsw" fmla="+- 0 sw mins"/>
              <a:gd name="dsh" fmla="+- 0 sh mins"/>
              <a:gd name="p0a3dx" fmla="*/ dsw 9388 1"/>
              <a:gd name="p0a3dy" fmla="*/ dsh 2023 1"/>
              <a:gd name="p0x0" fmla="*/ 420 w 9324"/>
              <a:gd name="p0y0" fmla="*/ 0 h 1910"/>
              <a:gd name="p0x1" fmla="*/ 8904 w 9324"/>
              <a:gd name="p0y1" fmla="*/ 0 h 1910"/>
              <a:gd name="p0x2" fmla="*/ 9135 w 9324"/>
              <a:gd name="p0y2" fmla="*/ 0 h 1910"/>
              <a:gd name="p0x3" fmla="*/ 9324 w 9324"/>
              <a:gd name="p0y3" fmla="*/ 188 h 1910"/>
              <a:gd name="p0x4" fmla="*/ 9324 w 9324"/>
              <a:gd name="p0y4" fmla="*/ 420 h 1910"/>
              <a:gd name="p0x5" fmla="*/ 9324 w 9324"/>
              <a:gd name="p0y5" fmla="*/ 1490 h 1910"/>
              <a:gd name="p0x6s" fmla="*/ 9324 mins 1"/>
              <a:gd name="p0x6" fmla="+- p0x6s p0a3dx 0"/>
              <a:gd name="p0y6s" fmla="*/ 1722 mins 1"/>
              <a:gd name="p0y6" fmla="+- p0y6s p0a3dy 0"/>
              <a:gd name="p0x7s" fmla="*/ 9135 mins 1"/>
              <a:gd name="p0x7" fmla="+- p0x7s p0a3dx 0"/>
              <a:gd name="p0y7s" fmla="*/ 1910 mins 1"/>
              <a:gd name="p0y7" fmla="+- p0y7s p0a3dy 0"/>
              <a:gd name="p0x8s" fmla="*/ 8904 mins 1"/>
              <a:gd name="p0x8" fmla="+- p0x8s p0a3dx 0"/>
              <a:gd name="p0y8s" fmla="*/ 1910 mins 1"/>
              <a:gd name="p0y8" fmla="+- p0y8s p0a3dy 0"/>
              <a:gd name="p0x9" fmla="*/ 420 w 9324"/>
              <a:gd name="p0y9" fmla="*/ 1910 h 1910"/>
              <a:gd name="p0x10" fmla="*/ 188 w 9324"/>
              <a:gd name="p0y10" fmla="*/ 1910 h 1910"/>
              <a:gd name="p0x11" fmla="*/ 0 w 9324"/>
              <a:gd name="p0y11" fmla="*/ 1722 h 1910"/>
              <a:gd name="p0x12" fmla="*/ 0 w 9324"/>
              <a:gd name="p0y12" fmla="*/ 1490 h 1910"/>
              <a:gd name="p0x13" fmla="*/ 0 w 9324"/>
              <a:gd name="p0y13" fmla="*/ 420 h 1910"/>
              <a:gd name="p0x14" fmla="*/ 0 w 9324"/>
              <a:gd name="p0y14" fmla="*/ 188 h 1910"/>
              <a:gd name="p0x15" fmla="*/ 188 w 9324"/>
              <a:gd name="p0y15" fmla="*/ 0 h 1910"/>
              <a:gd name="p0x16" fmla="*/ 420 w 9324"/>
              <a:gd name="p0y16" fmla="*/ 0 h 191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>
            <p:custDataLst>
              <p:tags r:id="rId15"/>
            </p:custDataLst>
          </p:nvPr>
        </p:nvSpPr>
        <p:spPr>
          <a:xfrm>
            <a:off x="5889625" y="1212850"/>
            <a:ext cx="29273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23280" y="1241425"/>
            <a:ext cx="231140" cy="252730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19"/>
            </p:custDataLst>
          </p:nvPr>
        </p:nvSpPr>
        <p:spPr>
          <a:xfrm>
            <a:off x="6280785" y="1198880"/>
            <a:ext cx="4785995" cy="2203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决策背景：从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能跑通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可量化对比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endParaRPr lang="en-US" altLang="zh-CN"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20"/>
            </p:custDataLst>
          </p:nvPr>
        </p:nvSpPr>
        <p:spPr>
          <a:xfrm>
            <a:off x="6280785" y="1423670"/>
            <a:ext cx="478599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打通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基线后，策略调整效果需量化评估，避免主观判断吞吐涨跌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21"/>
            </p:custDataLst>
          </p:nvPr>
        </p:nvSpPr>
        <p:spPr>
          <a:xfrm>
            <a:off x="5694680" y="2431415"/>
            <a:ext cx="5513070" cy="1213485"/>
          </a:xfrm>
          <a:custGeom>
            <a:avLst/>
            <a:gdLst>
              <a:gd name="sw" fmla="*/ 1 w 9324"/>
              <a:gd name="sh" fmla="*/ 1 h 1910"/>
              <a:gd name="mins" fmla="min sw sh"/>
              <a:gd name="dsw" fmla="+- 0 sw mins"/>
              <a:gd name="dsh" fmla="+- 0 sh mins"/>
              <a:gd name="p0x0" fmla="*/ 420 w 9324"/>
              <a:gd name="p0y0" fmla="*/ 0 h 1910"/>
              <a:gd name="p0x1" fmla="*/ 8904 w 9324"/>
              <a:gd name="p0y1" fmla="*/ 0 h 1910"/>
              <a:gd name="p0x2" fmla="*/ 9135 w 9324"/>
              <a:gd name="p0y2" fmla="*/ 0 h 1910"/>
              <a:gd name="p0x3" fmla="*/ 9324 w 9324"/>
              <a:gd name="p0y3" fmla="*/ 188 h 1910"/>
              <a:gd name="p0x4" fmla="*/ 9324 w 9324"/>
              <a:gd name="p0y4" fmla="*/ 420 h 1910"/>
              <a:gd name="p0x5" fmla="*/ 9324 w 9324"/>
              <a:gd name="p0y5" fmla="*/ 1490 h 1910"/>
              <a:gd name="p0x6" fmla="*/ 9324 w 9324"/>
              <a:gd name="p0y6" fmla="*/ 1722 h 1910"/>
              <a:gd name="p0x7" fmla="*/ 9135 w 9324"/>
              <a:gd name="p0y7" fmla="*/ 1910 h 1910"/>
              <a:gd name="p0x8" fmla="*/ 8904 w 9324"/>
              <a:gd name="p0y8" fmla="*/ 1910 h 1910"/>
              <a:gd name="p0x9" fmla="*/ 420 w 9324"/>
              <a:gd name="p0y9" fmla="*/ 1910 h 1910"/>
              <a:gd name="p0x10" fmla="*/ 188 w 9324"/>
              <a:gd name="p0y10" fmla="*/ 1910 h 1910"/>
              <a:gd name="p0x11" fmla="*/ 0 w 9324"/>
              <a:gd name="p0y11" fmla="*/ 1722 h 1910"/>
              <a:gd name="p0x12" fmla="*/ 0 w 9324"/>
              <a:gd name="p0y12" fmla="*/ 1490 h 1910"/>
              <a:gd name="p0x13" fmla="*/ 0 w 9324"/>
              <a:gd name="p0y13" fmla="*/ 420 h 1910"/>
              <a:gd name="p0x14" fmla="*/ 0 w 9324"/>
              <a:gd name="p0y14" fmla="*/ 188 h 1910"/>
              <a:gd name="p0x15" fmla="*/ 188 w 9324"/>
              <a:gd name="p0y15" fmla="*/ 0 h 1910"/>
              <a:gd name="p0x16" fmla="*/ 420 w 9324"/>
              <a:gd name="p0y16" fmla="*/ 0 h 191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>
            <p:custDataLst>
              <p:tags r:id="rId22"/>
            </p:custDataLst>
          </p:nvPr>
        </p:nvSpPr>
        <p:spPr>
          <a:xfrm>
            <a:off x="5889625" y="2626360"/>
            <a:ext cx="29273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23280" y="2654935"/>
            <a:ext cx="231140" cy="2527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26"/>
            </p:custDataLst>
          </p:nvPr>
        </p:nvSpPr>
        <p:spPr>
          <a:xfrm>
            <a:off x="6280785" y="2612390"/>
            <a:ext cx="4785995" cy="2203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目标：搭建完整指标采集链路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27"/>
            </p:custDataLst>
          </p:nvPr>
        </p:nvSpPr>
        <p:spPr>
          <a:xfrm>
            <a:off x="6280785" y="2837180"/>
            <a:ext cx="478599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Cache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相关指标采集体系，为策略评估提供可量化的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仪表盘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，覆盖性能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资源三大类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28"/>
            </p:custDataLst>
          </p:nvPr>
        </p:nvSpPr>
        <p:spPr>
          <a:xfrm>
            <a:off x="5694680" y="3844925"/>
            <a:ext cx="5513070" cy="1213485"/>
          </a:xfrm>
          <a:custGeom>
            <a:avLst/>
            <a:gdLst>
              <a:gd name="sw" fmla="*/ 1 w 9324"/>
              <a:gd name="sh" fmla="*/ 1 h 1910"/>
              <a:gd name="mins" fmla="min sw sh"/>
              <a:gd name="dsw" fmla="+- 0 sw mins"/>
              <a:gd name="dsh" fmla="+- 0 sh mins"/>
              <a:gd name="p0x0" fmla="*/ 420 w 9324"/>
              <a:gd name="p0y0" fmla="*/ 0 h 1910"/>
              <a:gd name="p0x1" fmla="*/ 8904 w 9324"/>
              <a:gd name="p0y1" fmla="*/ 0 h 1910"/>
              <a:gd name="p0x2" fmla="*/ 9135 w 9324"/>
              <a:gd name="p0y2" fmla="*/ 0 h 1910"/>
              <a:gd name="p0x3" fmla="*/ 9324 w 9324"/>
              <a:gd name="p0y3" fmla="*/ 188 h 1910"/>
              <a:gd name="p0x4" fmla="*/ 9324 w 9324"/>
              <a:gd name="p0y4" fmla="*/ 420 h 1910"/>
              <a:gd name="p0x5" fmla="*/ 9324 w 9324"/>
              <a:gd name="p0y5" fmla="*/ 1490 h 1910"/>
              <a:gd name="p0x6" fmla="*/ 9324 w 9324"/>
              <a:gd name="p0y6" fmla="*/ 1722 h 1910"/>
              <a:gd name="p0x7" fmla="*/ 9135 w 9324"/>
              <a:gd name="p0y7" fmla="*/ 1910 h 1910"/>
              <a:gd name="p0x8" fmla="*/ 8904 w 9324"/>
              <a:gd name="p0y8" fmla="*/ 1910 h 1910"/>
              <a:gd name="p0x9" fmla="*/ 420 w 9324"/>
              <a:gd name="p0y9" fmla="*/ 1910 h 1910"/>
              <a:gd name="p0x10" fmla="*/ 188 w 9324"/>
              <a:gd name="p0y10" fmla="*/ 1910 h 1910"/>
              <a:gd name="p0x11" fmla="*/ 0 w 9324"/>
              <a:gd name="p0y11" fmla="*/ 1722 h 1910"/>
              <a:gd name="p0x12" fmla="*/ 0 w 9324"/>
              <a:gd name="p0y12" fmla="*/ 1490 h 1910"/>
              <a:gd name="p0x13" fmla="*/ 0 w 9324"/>
              <a:gd name="p0y13" fmla="*/ 420 h 1910"/>
              <a:gd name="p0x14" fmla="*/ 0 w 9324"/>
              <a:gd name="p0y14" fmla="*/ 188 h 1910"/>
              <a:gd name="p0x15" fmla="*/ 188 w 9324"/>
              <a:gd name="p0y15" fmla="*/ 0 h 1910"/>
              <a:gd name="p0x16" fmla="*/ 420 w 9324"/>
              <a:gd name="p0y16" fmla="*/ 0 h 191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>
            <p:custDataLst>
              <p:tags r:id="rId29"/>
            </p:custDataLst>
          </p:nvPr>
        </p:nvSpPr>
        <p:spPr>
          <a:xfrm>
            <a:off x="5889625" y="4039870"/>
            <a:ext cx="29273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619" t="-3067" r="-2619" b="-3067"/>
          <a:stretch>
            <a:fillRect/>
          </a:stretch>
        </p:blipFill>
        <p:spPr>
          <a:xfrm>
            <a:off x="5906770" y="4068445"/>
            <a:ext cx="261620" cy="252730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33"/>
            </p:custDataLst>
          </p:nvPr>
        </p:nvSpPr>
        <p:spPr>
          <a:xfrm>
            <a:off x="6280785" y="4025900"/>
            <a:ext cx="4785995" cy="2203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read_metrics.sh</a:t>
            </a: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脚本采集</a:t>
            </a:r>
            <a:endParaRPr lang="zh-CN" altLang="en-US"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34"/>
            </p:custDataLst>
          </p:nvPr>
        </p:nvSpPr>
        <p:spPr>
          <a:xfrm>
            <a:off x="6280785" y="4250690"/>
            <a:ext cx="478599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/metrics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端点抓取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指标，覆盖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num_requests_running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kv_cache_usage_perc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prefix_cache_hits_total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20+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核心指标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35"/>
            </p:custDataLst>
          </p:nvPr>
        </p:nvSpPr>
        <p:spPr>
          <a:xfrm>
            <a:off x="5694680" y="5258435"/>
            <a:ext cx="5513070" cy="1213485"/>
          </a:xfrm>
          <a:custGeom>
            <a:avLst/>
            <a:gdLst>
              <a:gd name="sw" fmla="*/ 1 w 9324"/>
              <a:gd name="sh" fmla="*/ 1 h 1910"/>
              <a:gd name="mins" fmla="min sw sh"/>
              <a:gd name="dsw" fmla="+- 0 sw mins"/>
              <a:gd name="dsh" fmla="+- 0 sh mins"/>
              <a:gd name="p0x0" fmla="*/ 420 w 9324"/>
              <a:gd name="p0y0" fmla="*/ 0 h 1910"/>
              <a:gd name="p0x1" fmla="*/ 8904 w 9324"/>
              <a:gd name="p0y1" fmla="*/ 0 h 1910"/>
              <a:gd name="p0x2" fmla="*/ 9135 w 9324"/>
              <a:gd name="p0y2" fmla="*/ 0 h 1910"/>
              <a:gd name="p0x3" fmla="*/ 9324 w 9324"/>
              <a:gd name="p0y3" fmla="*/ 188 h 1910"/>
              <a:gd name="p0x4" fmla="*/ 9324 w 9324"/>
              <a:gd name="p0y4" fmla="*/ 420 h 1910"/>
              <a:gd name="p0x5" fmla="*/ 9324 w 9324"/>
              <a:gd name="p0y5" fmla="*/ 1490 h 1910"/>
              <a:gd name="p0x6" fmla="*/ 9324 w 9324"/>
              <a:gd name="p0y6" fmla="*/ 1722 h 1910"/>
              <a:gd name="p0x7" fmla="*/ 9135 w 9324"/>
              <a:gd name="p0y7" fmla="*/ 1910 h 1910"/>
              <a:gd name="p0x8" fmla="*/ 8904 w 9324"/>
              <a:gd name="p0y8" fmla="*/ 1910 h 1910"/>
              <a:gd name="p0x9" fmla="*/ 420 w 9324"/>
              <a:gd name="p0y9" fmla="*/ 1910 h 1910"/>
              <a:gd name="p0x10" fmla="*/ 188 w 9324"/>
              <a:gd name="p0y10" fmla="*/ 1910 h 1910"/>
              <a:gd name="p0x11" fmla="*/ 0 w 9324"/>
              <a:gd name="p0y11" fmla="*/ 1722 h 1910"/>
              <a:gd name="p0x12" fmla="*/ 0 w 9324"/>
              <a:gd name="p0y12" fmla="*/ 1490 h 1910"/>
              <a:gd name="p0x13" fmla="*/ 0 w 9324"/>
              <a:gd name="p0y13" fmla="*/ 420 h 1910"/>
              <a:gd name="p0x14" fmla="*/ 0 w 9324"/>
              <a:gd name="p0y14" fmla="*/ 188 h 1910"/>
              <a:gd name="p0x15" fmla="*/ 188 w 9324"/>
              <a:gd name="p0y15" fmla="*/ 0 h 1910"/>
              <a:gd name="p0x16" fmla="*/ 420 w 9324"/>
              <a:gd name="p0y16" fmla="*/ 0 h 191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 78"/>
          <p:cNvSpPr/>
          <p:nvPr>
            <p:custDataLst>
              <p:tags r:id="rId36"/>
            </p:custDataLst>
          </p:nvPr>
        </p:nvSpPr>
        <p:spPr>
          <a:xfrm>
            <a:off x="5889625" y="5453380"/>
            <a:ext cx="29273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1228" t="-10303" r="-1228" b="-10303"/>
          <a:stretch>
            <a:fillRect/>
          </a:stretch>
        </p:blipFill>
        <p:spPr>
          <a:xfrm>
            <a:off x="5954395" y="5481955"/>
            <a:ext cx="172720" cy="252730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40"/>
            </p:custDataLst>
          </p:nvPr>
        </p:nvSpPr>
        <p:spPr>
          <a:xfrm>
            <a:off x="6280785" y="5439410"/>
            <a:ext cx="4785995" cy="2203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阶段结论与下一步决策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41"/>
            </p:custDataLst>
          </p:nvPr>
        </p:nvSpPr>
        <p:spPr>
          <a:xfrm>
            <a:off x="6280785" y="5664200"/>
            <a:ext cx="478599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多维度评估指标体系已建立，任何策略改动均可解释根因；下一步先做纯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最小闭环验证策略逻辑，降低真实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修改风险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Arial" panose="020B0604020202020204" pitchFamily="34" charset="0"/>
              </a:rPr>
              <a:t>探针体系总览</a:t>
            </a:r>
            <a:endParaRPr sz="3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771525" y="11950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1256665"/>
            <a:ext cx="209550" cy="2146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1228725" y="1240479"/>
            <a:ext cx="101367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allocated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771525" y="1527515"/>
            <a:ext cx="22289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块被分配时的初始状态记录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575945" y="20364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71525" y="2122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1458" t="-1212" r="-1458" b="-1212"/>
          <a:stretch>
            <a:fillRect/>
          </a:stretch>
        </p:blipFill>
        <p:spPr>
          <a:xfrm>
            <a:off x="864235" y="2183765"/>
            <a:ext cx="156845" cy="2146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228725" y="2167604"/>
            <a:ext cx="78566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sealed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771525" y="2454640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块内容完成写入并封存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575945" y="29635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771525" y="30492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849630" y="3110865"/>
            <a:ext cx="186055" cy="2146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1228725" y="3094730"/>
            <a:ext cx="9302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touched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771525" y="3381766"/>
            <a:ext cx="22289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块被访问访问时的状态变更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3"/>
            </p:custDataLst>
          </p:nvPr>
        </p:nvSpPr>
        <p:spPr>
          <a:xfrm>
            <a:off x="575945" y="38906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771525" y="39763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4259" t="-20417" r="-4259" b="-20417"/>
          <a:stretch>
            <a:fillRect/>
          </a:stretch>
        </p:blipFill>
        <p:spPr>
          <a:xfrm>
            <a:off x="849630" y="4037965"/>
            <a:ext cx="186055" cy="2146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1228725" y="4021855"/>
            <a:ext cx="186734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 count changed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771525" y="4308891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引用计数增减追踪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0"/>
            </p:custDataLst>
          </p:nvPr>
        </p:nvSpPr>
        <p:spPr>
          <a:xfrm>
            <a:off x="575945" y="48177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1"/>
            </p:custDataLst>
          </p:nvPr>
        </p:nvSpPr>
        <p:spPr>
          <a:xfrm>
            <a:off x="771525" y="49034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838200" y="4965065"/>
            <a:ext cx="209550" cy="21463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35"/>
            </p:custDataLst>
          </p:nvPr>
        </p:nvSpPr>
        <p:spPr>
          <a:xfrm>
            <a:off x="1228725" y="4948980"/>
            <a:ext cx="84623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6"/>
            </p:custDataLst>
          </p:nvPr>
        </p:nvSpPr>
        <p:spPr>
          <a:xfrm>
            <a:off x="771525" y="5236016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块被逐出缓存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37"/>
            </p:custDataLst>
          </p:nvPr>
        </p:nvSpPr>
        <p:spPr>
          <a:xfrm>
            <a:off x="575945" y="57448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38"/>
            </p:custDataLst>
          </p:nvPr>
        </p:nvSpPr>
        <p:spPr>
          <a:xfrm>
            <a:off x="771525" y="58407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38200" y="5902960"/>
            <a:ext cx="209550" cy="213995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42"/>
            </p:custDataLst>
          </p:nvPr>
        </p:nvSpPr>
        <p:spPr>
          <a:xfrm>
            <a:off x="1228725" y="5760167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rebuilt from eviction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43"/>
            </p:custDataLst>
          </p:nvPr>
        </p:nvSpPr>
        <p:spPr>
          <a:xfrm>
            <a:off x="771525" y="6183601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从逐出状态重建恢复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44"/>
            </p:custDataLst>
          </p:nvPr>
        </p:nvSpPr>
        <p:spPr>
          <a:xfrm>
            <a:off x="3395345" y="110934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>
            <p:custDataLst>
              <p:tags r:id="rId45"/>
            </p:custDataLst>
          </p:nvPr>
        </p:nvSpPr>
        <p:spPr>
          <a:xfrm>
            <a:off x="3590925" y="12846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381" t="-6333" r="-2381" b="-6333"/>
          <a:stretch>
            <a:fillRect/>
          </a:stretch>
        </p:blipFill>
        <p:spPr>
          <a:xfrm>
            <a:off x="3657600" y="1346200"/>
            <a:ext cx="209550" cy="214630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49"/>
            </p:custDataLst>
          </p:nvPr>
        </p:nvSpPr>
        <p:spPr>
          <a:xfrm>
            <a:off x="4048125" y="1330081"/>
            <a:ext cx="109522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 id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50"/>
            </p:custDataLst>
          </p:nvPr>
        </p:nvSpPr>
        <p:spPr>
          <a:xfrm>
            <a:off x="3590925" y="1706699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请求唯一标识符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51"/>
            </p:custDataLst>
          </p:nvPr>
        </p:nvSpPr>
        <p:spPr>
          <a:xfrm>
            <a:off x="3395345" y="218757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 78"/>
          <p:cNvSpPr/>
          <p:nvPr>
            <p:custDataLst>
              <p:tags r:id="rId52"/>
            </p:custDataLst>
          </p:nvPr>
        </p:nvSpPr>
        <p:spPr>
          <a:xfrm>
            <a:off x="3590925" y="23628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3683635" y="2424430"/>
            <a:ext cx="156845" cy="214630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56"/>
            </p:custDataLst>
          </p:nvPr>
        </p:nvSpPr>
        <p:spPr>
          <a:xfrm>
            <a:off x="4048125" y="2408339"/>
            <a:ext cx="151150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 tokens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57"/>
            </p:custDataLst>
          </p:nvPr>
        </p:nvSpPr>
        <p:spPr>
          <a:xfrm>
            <a:off x="3590925" y="2784958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输入提示词</a:t>
            </a:r>
            <a:r>
              <a:rPr lang="en-US" alt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数量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5" name="任意多边形 94"/>
          <p:cNvSpPr/>
          <p:nvPr>
            <p:custDataLst>
              <p:tags r:id="rId58"/>
            </p:custDataLst>
          </p:nvPr>
        </p:nvSpPr>
        <p:spPr>
          <a:xfrm>
            <a:off x="3395345" y="326580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任意多边形 95"/>
          <p:cNvSpPr/>
          <p:nvPr>
            <p:custDataLst>
              <p:tags r:id="rId59"/>
            </p:custDataLst>
          </p:nvPr>
        </p:nvSpPr>
        <p:spPr>
          <a:xfrm>
            <a:off x="3590925" y="34410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7" name="图片 96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3657600" y="3502660"/>
            <a:ext cx="209550" cy="214630"/>
          </a:xfrm>
          <a:prstGeom prst="rect">
            <a:avLst/>
          </a:prstGeom>
        </p:spPr>
      </p:pic>
      <p:sp>
        <p:nvSpPr>
          <p:cNvPr id="98" name="文本框 97"/>
          <p:cNvSpPr txBox="1"/>
          <p:nvPr>
            <p:custDataLst>
              <p:tags r:id="rId63"/>
            </p:custDataLst>
          </p:nvPr>
        </p:nvSpPr>
        <p:spPr>
          <a:xfrm>
            <a:off x="4048125" y="3486598"/>
            <a:ext cx="107275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 tokens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64"/>
            </p:custDataLst>
          </p:nvPr>
        </p:nvSpPr>
        <p:spPr>
          <a:xfrm>
            <a:off x="3590925" y="3863216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前缀缓存命中的</a:t>
            </a:r>
            <a:r>
              <a:rPr lang="en-US" alt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任意多边形 99"/>
          <p:cNvSpPr/>
          <p:nvPr>
            <p:custDataLst>
              <p:tags r:id="rId65"/>
            </p:custDataLst>
          </p:nvPr>
        </p:nvSpPr>
        <p:spPr>
          <a:xfrm>
            <a:off x="3395345" y="434403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任意多边形 100"/>
          <p:cNvSpPr/>
          <p:nvPr>
            <p:custDataLst>
              <p:tags r:id="rId66"/>
            </p:custDataLst>
          </p:nvPr>
        </p:nvSpPr>
        <p:spPr>
          <a:xfrm>
            <a:off x="3590925" y="45192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" name="图片 101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3657600" y="4581525"/>
            <a:ext cx="209550" cy="213995"/>
          </a:xfrm>
          <a:prstGeom prst="rect">
            <a:avLst/>
          </a:prstGeom>
        </p:spPr>
      </p:pic>
      <p:sp>
        <p:nvSpPr>
          <p:cNvPr id="103" name="文本框 102"/>
          <p:cNvSpPr txBox="1"/>
          <p:nvPr>
            <p:custDataLst>
              <p:tags r:id="rId70"/>
            </p:custDataLst>
          </p:nvPr>
        </p:nvSpPr>
        <p:spPr>
          <a:xfrm>
            <a:off x="4048125" y="4564856"/>
            <a:ext cx="175915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computed blocks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71"/>
            </p:custDataLst>
          </p:nvPr>
        </p:nvSpPr>
        <p:spPr>
          <a:xfrm>
            <a:off x="3590925" y="4941475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需重新计算的块数量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任意多边形 104"/>
          <p:cNvSpPr/>
          <p:nvPr>
            <p:custDataLst>
              <p:tags r:id="rId72"/>
            </p:custDataLst>
          </p:nvPr>
        </p:nvSpPr>
        <p:spPr>
          <a:xfrm>
            <a:off x="3395345" y="542226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任意多边形 106"/>
          <p:cNvSpPr/>
          <p:nvPr>
            <p:custDataLst>
              <p:tags r:id="rId73"/>
            </p:custDataLst>
          </p:nvPr>
        </p:nvSpPr>
        <p:spPr>
          <a:xfrm>
            <a:off x="3590925" y="5551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 l="-9524" t="-12593" r="-9524" b="-12593"/>
          <a:stretch>
            <a:fillRect/>
          </a:stretch>
        </p:blipFill>
        <p:spPr>
          <a:xfrm>
            <a:off x="3642995" y="5612765"/>
            <a:ext cx="238125" cy="214630"/>
          </a:xfrm>
          <a:prstGeom prst="rect">
            <a:avLst/>
          </a:prstGeom>
        </p:spPr>
      </p:pic>
      <p:sp>
        <p:nvSpPr>
          <p:cNvPr id="109" name="文本框 108"/>
          <p:cNvSpPr txBox="1"/>
          <p:nvPr>
            <p:custDataLst>
              <p:tags r:id="rId77"/>
            </p:custDataLst>
          </p:nvPr>
        </p:nvSpPr>
        <p:spPr>
          <a:xfrm>
            <a:off x="4048125" y="5596537"/>
            <a:ext cx="173891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skip prefix cache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78"/>
            </p:custDataLst>
          </p:nvPr>
        </p:nvSpPr>
        <p:spPr>
          <a:xfrm>
            <a:off x="3590925" y="5926579"/>
            <a:ext cx="21907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是否跳过前缀缓存的状态标记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79"/>
            </p:custDataLst>
          </p:nvPr>
        </p:nvSpPr>
        <p:spPr>
          <a:xfrm>
            <a:off x="6214745" y="1109345"/>
            <a:ext cx="2581275" cy="651510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任意多边形 111"/>
          <p:cNvSpPr/>
          <p:nvPr>
            <p:custDataLst>
              <p:tags r:id="rId80"/>
            </p:custDataLst>
          </p:nvPr>
        </p:nvSpPr>
        <p:spPr>
          <a:xfrm>
            <a:off x="6410325" y="11741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3" name="图片 112"/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6488430" y="1235710"/>
            <a:ext cx="186055" cy="214630"/>
          </a:xfrm>
          <a:prstGeom prst="rect">
            <a:avLst/>
          </a:prstGeom>
        </p:spPr>
      </p:pic>
      <p:sp>
        <p:nvSpPr>
          <p:cNvPr id="114" name="文本框 113"/>
          <p:cNvSpPr txBox="1"/>
          <p:nvPr>
            <p:custDataLst>
              <p:tags r:id="rId84"/>
            </p:custDataLst>
          </p:nvPr>
        </p:nvSpPr>
        <p:spPr>
          <a:xfrm>
            <a:off x="6867525" y="1219571"/>
            <a:ext cx="16777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usage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85"/>
            </p:custDataLst>
          </p:nvPr>
        </p:nvSpPr>
        <p:spPr>
          <a:xfrm>
            <a:off x="6410325" y="1485614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</a:t>
            </a:r>
            <a:r>
              <a:rPr 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缓存实时使用率监控</a:t>
            </a:r>
            <a:endParaRPr lang="zh-CN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6" name="任意多边形 115"/>
          <p:cNvSpPr/>
          <p:nvPr>
            <p:custDataLst>
              <p:tags r:id="rId86"/>
            </p:custDataLst>
          </p:nvPr>
        </p:nvSpPr>
        <p:spPr>
          <a:xfrm>
            <a:off x="6214745" y="1894205"/>
            <a:ext cx="2581275" cy="652145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任意多边形 116"/>
          <p:cNvSpPr/>
          <p:nvPr>
            <p:custDataLst>
              <p:tags r:id="rId87"/>
            </p:custDataLst>
          </p:nvPr>
        </p:nvSpPr>
        <p:spPr>
          <a:xfrm>
            <a:off x="6410325" y="19659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8" name="图片 117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477000" y="2027555"/>
            <a:ext cx="209550" cy="214630"/>
          </a:xfrm>
          <a:prstGeom prst="rect">
            <a:avLst/>
          </a:prstGeom>
        </p:spPr>
      </p:pic>
      <p:sp>
        <p:nvSpPr>
          <p:cNvPr id="119" name="文本框 118"/>
          <p:cNvSpPr txBox="1"/>
          <p:nvPr>
            <p:custDataLst>
              <p:tags r:id="rId91"/>
            </p:custDataLst>
          </p:nvPr>
        </p:nvSpPr>
        <p:spPr>
          <a:xfrm>
            <a:off x="6867525" y="1885283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cache queries/hits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92"/>
            </p:custDataLst>
          </p:nvPr>
        </p:nvSpPr>
        <p:spPr>
          <a:xfrm>
            <a:off x="6410325" y="2284381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前缀缓存查询与命中次数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任意多边形 120"/>
          <p:cNvSpPr/>
          <p:nvPr>
            <p:custDataLst>
              <p:tags r:id="rId93"/>
            </p:custDataLst>
          </p:nvPr>
        </p:nvSpPr>
        <p:spPr>
          <a:xfrm>
            <a:off x="6214745" y="2679700"/>
            <a:ext cx="2581275" cy="651510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任意多边形 121"/>
          <p:cNvSpPr/>
          <p:nvPr>
            <p:custDataLst>
              <p:tags r:id="rId94"/>
            </p:custDataLst>
          </p:nvPr>
        </p:nvSpPr>
        <p:spPr>
          <a:xfrm>
            <a:off x="6410325" y="27444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3" name="图片 122"/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 l="-4259" t="-6333" r="-4259" b="-6333"/>
          <a:stretch>
            <a:fillRect/>
          </a:stretch>
        </p:blipFill>
        <p:spPr>
          <a:xfrm>
            <a:off x="6488430" y="2806065"/>
            <a:ext cx="186055" cy="214630"/>
          </a:xfrm>
          <a:prstGeom prst="rect">
            <a:avLst/>
          </a:prstGeom>
        </p:spPr>
      </p:pic>
      <p:sp>
        <p:nvSpPr>
          <p:cNvPr id="124" name="文本框 123"/>
          <p:cNvSpPr txBox="1"/>
          <p:nvPr>
            <p:custDataLst>
              <p:tags r:id="rId98"/>
            </p:custDataLst>
          </p:nvPr>
        </p:nvSpPr>
        <p:spPr>
          <a:xfrm>
            <a:off x="6867525" y="2789853"/>
            <a:ext cx="64070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TTFT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99"/>
            </p:custDataLst>
          </p:nvPr>
        </p:nvSpPr>
        <p:spPr>
          <a:xfrm>
            <a:off x="6410325" y="3055896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首个</a:t>
            </a:r>
            <a:r>
              <a:rPr lang="en-US" alt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生成时间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6" name="任意多边形 125"/>
          <p:cNvSpPr/>
          <p:nvPr>
            <p:custDataLst>
              <p:tags r:id="rId100"/>
            </p:custDataLst>
          </p:nvPr>
        </p:nvSpPr>
        <p:spPr>
          <a:xfrm>
            <a:off x="6214745" y="3464560"/>
            <a:ext cx="2581275" cy="652145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任意多边形 126"/>
          <p:cNvSpPr/>
          <p:nvPr>
            <p:custDataLst>
              <p:tags r:id="rId101"/>
            </p:custDataLst>
          </p:nvPr>
        </p:nvSpPr>
        <p:spPr>
          <a:xfrm>
            <a:off x="6410325" y="35293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8" name="图片 127"/>
          <p:cNvPicPr>
            <a:picLocks noChangeAspect="1"/>
          </p:cNvPicPr>
          <p:nvPr>
            <p:custDataLst>
              <p:tags r:id="rId102"/>
            </p:custDataLst>
          </p:nvPr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 l="-4259" t="-1061" r="-4259" b="-1061"/>
          <a:stretch>
            <a:fillRect/>
          </a:stretch>
        </p:blipFill>
        <p:spPr>
          <a:xfrm>
            <a:off x="6488430" y="3591560"/>
            <a:ext cx="186055" cy="213995"/>
          </a:xfrm>
          <a:prstGeom prst="rect">
            <a:avLst/>
          </a:prstGeom>
        </p:spPr>
      </p:pic>
      <p:sp>
        <p:nvSpPr>
          <p:cNvPr id="129" name="文本框 128"/>
          <p:cNvSpPr txBox="1"/>
          <p:nvPr>
            <p:custDataLst>
              <p:tags r:id="rId105"/>
            </p:custDataLst>
          </p:nvPr>
        </p:nvSpPr>
        <p:spPr>
          <a:xfrm>
            <a:off x="6867525" y="3574999"/>
            <a:ext cx="6810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TPOT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文本框 129"/>
          <p:cNvSpPr txBox="1"/>
          <p:nvPr>
            <p:custDataLst>
              <p:tags r:id="rId106"/>
            </p:custDataLst>
          </p:nvPr>
        </p:nvSpPr>
        <p:spPr>
          <a:xfrm>
            <a:off x="6410325" y="3841042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每输出</a:t>
            </a:r>
            <a:r>
              <a:rPr lang="en-US" alt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1" name="任意多边形 130"/>
          <p:cNvSpPr/>
          <p:nvPr>
            <p:custDataLst>
              <p:tags r:id="rId107"/>
            </p:custDataLst>
          </p:nvPr>
        </p:nvSpPr>
        <p:spPr>
          <a:xfrm>
            <a:off x="6214745" y="4250055"/>
            <a:ext cx="2581275" cy="651510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任意多边形 131"/>
          <p:cNvSpPr/>
          <p:nvPr>
            <p:custDataLst>
              <p:tags r:id="rId108"/>
            </p:custDataLst>
          </p:nvPr>
        </p:nvSpPr>
        <p:spPr>
          <a:xfrm>
            <a:off x="6410325" y="43148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3" name="图片 132"/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6503035" y="4376420"/>
            <a:ext cx="156845" cy="214630"/>
          </a:xfrm>
          <a:prstGeom prst="rect">
            <a:avLst/>
          </a:prstGeom>
        </p:spPr>
      </p:pic>
      <p:sp>
        <p:nvSpPr>
          <p:cNvPr id="134" name="文本框 133"/>
          <p:cNvSpPr txBox="1"/>
          <p:nvPr>
            <p:custDataLst>
              <p:tags r:id="rId112"/>
            </p:custDataLst>
          </p:nvPr>
        </p:nvSpPr>
        <p:spPr>
          <a:xfrm>
            <a:off x="6867525" y="4360145"/>
            <a:ext cx="127962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E2E latency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/>
          <p:cNvSpPr txBox="1"/>
          <p:nvPr>
            <p:custDataLst>
              <p:tags r:id="rId113"/>
            </p:custDataLst>
          </p:nvPr>
        </p:nvSpPr>
        <p:spPr>
          <a:xfrm>
            <a:off x="6410325" y="4626188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端到端请求延迟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任意多边形 135"/>
          <p:cNvSpPr/>
          <p:nvPr>
            <p:custDataLst>
              <p:tags r:id="rId114"/>
            </p:custDataLst>
          </p:nvPr>
        </p:nvSpPr>
        <p:spPr>
          <a:xfrm>
            <a:off x="6214745" y="5034915"/>
            <a:ext cx="2581275" cy="652145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任意多边形 136"/>
          <p:cNvSpPr/>
          <p:nvPr>
            <p:custDataLst>
              <p:tags r:id="rId115"/>
            </p:custDataLst>
          </p:nvPr>
        </p:nvSpPr>
        <p:spPr>
          <a:xfrm>
            <a:off x="6410325" y="50996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8" name="图片 137"/>
          <p:cNvPicPr>
            <a:picLocks noChangeAspect="1"/>
          </p:cNvPicPr>
          <p:nvPr>
            <p:custDataLst>
              <p:tags r:id="rId116"/>
            </p:custDataLst>
          </p:nvPr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477000" y="5161915"/>
            <a:ext cx="209550" cy="213995"/>
          </a:xfrm>
          <a:prstGeom prst="rect">
            <a:avLst/>
          </a:prstGeom>
        </p:spPr>
      </p:pic>
      <p:sp>
        <p:nvSpPr>
          <p:cNvPr id="139" name="文本框 138"/>
          <p:cNvSpPr txBox="1"/>
          <p:nvPr>
            <p:custDataLst>
              <p:tags r:id="rId119"/>
            </p:custDataLst>
          </p:nvPr>
        </p:nvSpPr>
        <p:spPr>
          <a:xfrm>
            <a:off x="6867525" y="5145281"/>
            <a:ext cx="162104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recompute cost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/>
          <p:cNvSpPr txBox="1"/>
          <p:nvPr>
            <p:custDataLst>
              <p:tags r:id="rId120"/>
            </p:custDataLst>
          </p:nvPr>
        </p:nvSpPr>
        <p:spPr>
          <a:xfrm>
            <a:off x="6410325" y="5411324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重新计算开销度量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任意多边形 140"/>
          <p:cNvSpPr/>
          <p:nvPr>
            <p:custDataLst>
              <p:tags r:id="rId121"/>
            </p:custDataLst>
          </p:nvPr>
        </p:nvSpPr>
        <p:spPr>
          <a:xfrm>
            <a:off x="6214745" y="5820410"/>
            <a:ext cx="2581275" cy="651510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任意多边形 141"/>
          <p:cNvSpPr/>
          <p:nvPr>
            <p:custDataLst>
              <p:tags r:id="rId122"/>
            </p:custDataLst>
          </p:nvPr>
        </p:nvSpPr>
        <p:spPr>
          <a:xfrm>
            <a:off x="6410325" y="58851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3" name="图片 142"/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rcRect l="-2381" t="-9298" r="-2381" b="-9298"/>
          <a:stretch>
            <a:fillRect/>
          </a:stretch>
        </p:blipFill>
        <p:spPr>
          <a:xfrm>
            <a:off x="6477000" y="5946775"/>
            <a:ext cx="209550" cy="214630"/>
          </a:xfrm>
          <a:prstGeom prst="rect">
            <a:avLst/>
          </a:prstGeom>
        </p:spPr>
      </p:pic>
      <p:sp>
        <p:nvSpPr>
          <p:cNvPr id="144" name="文本框 143"/>
          <p:cNvSpPr txBox="1"/>
          <p:nvPr>
            <p:custDataLst>
              <p:tags r:id="rId126"/>
            </p:custDataLst>
          </p:nvPr>
        </p:nvSpPr>
        <p:spPr>
          <a:xfrm>
            <a:off x="6867525" y="5930427"/>
            <a:ext cx="190462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eviction regret rate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文本框 144"/>
          <p:cNvSpPr txBox="1"/>
          <p:nvPr>
            <p:custDataLst>
              <p:tags r:id="rId127"/>
            </p:custDataLst>
          </p:nvPr>
        </p:nvSpPr>
        <p:spPr>
          <a:xfrm>
            <a:off x="6410325" y="6196470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逐出决策后悔率评估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任意多边形 145"/>
          <p:cNvSpPr/>
          <p:nvPr>
            <p:custDataLst>
              <p:tags r:id="rId128"/>
            </p:custDataLst>
          </p:nvPr>
        </p:nvSpPr>
        <p:spPr>
          <a:xfrm>
            <a:off x="9034145" y="11093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任意多边形 146"/>
          <p:cNvSpPr/>
          <p:nvPr>
            <p:custDataLst>
              <p:tags r:id="rId129"/>
            </p:custDataLst>
          </p:nvPr>
        </p:nvSpPr>
        <p:spPr>
          <a:xfrm>
            <a:off x="9229725" y="11950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8" name="图片 147"/>
          <p:cNvPicPr>
            <a:picLocks noChangeAspect="1"/>
          </p:cNvPicPr>
          <p:nvPr>
            <p:custDataLst>
              <p:tags r:id="rId130"/>
            </p:custDataLst>
          </p:nvPr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 l="-2083" t="-3651" r="-2083" b="-3651"/>
          <a:stretch>
            <a:fillRect/>
          </a:stretch>
        </p:blipFill>
        <p:spPr>
          <a:xfrm>
            <a:off x="9281795" y="1256665"/>
            <a:ext cx="238125" cy="214630"/>
          </a:xfrm>
          <a:prstGeom prst="rect">
            <a:avLst/>
          </a:prstGeom>
        </p:spPr>
      </p:pic>
      <p:sp>
        <p:nvSpPr>
          <p:cNvPr id="149" name="文本框 148"/>
          <p:cNvSpPr txBox="1"/>
          <p:nvPr>
            <p:custDataLst>
              <p:tags r:id="rId133"/>
            </p:custDataLst>
          </p:nvPr>
        </p:nvSpPr>
        <p:spPr>
          <a:xfrm>
            <a:off x="9686925" y="1240479"/>
            <a:ext cx="15215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ranking events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文本框 149"/>
          <p:cNvSpPr txBox="1"/>
          <p:nvPr>
            <p:custDataLst>
              <p:tags r:id="rId134"/>
            </p:custDataLst>
          </p:nvPr>
        </p:nvSpPr>
        <p:spPr>
          <a:xfrm>
            <a:off x="9229725" y="1527515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块优先级排序事件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任意多边形 150"/>
          <p:cNvSpPr/>
          <p:nvPr>
            <p:custDataLst>
              <p:tags r:id="rId135"/>
            </p:custDataLst>
          </p:nvPr>
        </p:nvSpPr>
        <p:spPr>
          <a:xfrm>
            <a:off x="9034145" y="20364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任意多边形 151"/>
          <p:cNvSpPr/>
          <p:nvPr>
            <p:custDataLst>
              <p:tags r:id="rId136"/>
            </p:custDataLst>
          </p:nvPr>
        </p:nvSpPr>
        <p:spPr>
          <a:xfrm>
            <a:off x="9229725" y="2122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3" name="图片 152"/>
          <p:cNvPicPr>
            <a:picLocks noChangeAspect="1"/>
          </p:cNvPicPr>
          <p:nvPr>
            <p:custDataLst>
              <p:tags r:id="rId137"/>
            </p:custDataLst>
          </p:nvPr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rcRect l="-6818" t="-1212" r="-6818" b="-1212"/>
          <a:stretch>
            <a:fillRect/>
          </a:stretch>
        </p:blipFill>
        <p:spPr>
          <a:xfrm>
            <a:off x="9281795" y="2183765"/>
            <a:ext cx="238125" cy="214630"/>
          </a:xfrm>
          <a:prstGeom prst="rect">
            <a:avLst/>
          </a:prstGeom>
        </p:spPr>
      </p:pic>
      <p:sp>
        <p:nvSpPr>
          <p:cNvPr id="154" name="文本框 153"/>
          <p:cNvSpPr txBox="1"/>
          <p:nvPr>
            <p:custDataLst>
              <p:tags r:id="rId140"/>
            </p:custDataLst>
          </p:nvPr>
        </p:nvSpPr>
        <p:spPr>
          <a:xfrm>
            <a:off x="9686925" y="2167604"/>
            <a:ext cx="155071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selected victim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文本框 154"/>
          <p:cNvSpPr txBox="1"/>
          <p:nvPr>
            <p:custDataLst>
              <p:tags r:id="rId141"/>
            </p:custDataLst>
          </p:nvPr>
        </p:nvSpPr>
        <p:spPr>
          <a:xfrm>
            <a:off x="9229725" y="2454640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被选中的逐出目标块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" name="任意多边形 155"/>
          <p:cNvSpPr/>
          <p:nvPr>
            <p:custDataLst>
              <p:tags r:id="rId142"/>
            </p:custDataLst>
          </p:nvPr>
        </p:nvSpPr>
        <p:spPr>
          <a:xfrm>
            <a:off x="9034145" y="29635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任意多边形 156"/>
          <p:cNvSpPr/>
          <p:nvPr>
            <p:custDataLst>
              <p:tags r:id="rId143"/>
            </p:custDataLst>
          </p:nvPr>
        </p:nvSpPr>
        <p:spPr>
          <a:xfrm>
            <a:off x="9229725" y="30594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8" name="图片 157"/>
          <p:cNvPicPr>
            <a:picLocks noChangeAspect="1"/>
          </p:cNvPicPr>
          <p:nvPr>
            <p:custDataLst>
              <p:tags r:id="rId144"/>
            </p:custDataLst>
          </p:nvPr>
        </p:nvPicPr>
        <p:blipFill>
          <a:blip r:embed="rId145"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rcRect l="-7895" t="-3492" r="-7895" b="-3492"/>
          <a:stretch>
            <a:fillRect/>
          </a:stretch>
        </p:blipFill>
        <p:spPr>
          <a:xfrm>
            <a:off x="9296400" y="3121660"/>
            <a:ext cx="209550" cy="213995"/>
          </a:xfrm>
          <a:prstGeom prst="rect">
            <a:avLst/>
          </a:prstGeom>
        </p:spPr>
      </p:pic>
      <p:sp>
        <p:nvSpPr>
          <p:cNvPr id="159" name="文本框 158"/>
          <p:cNvSpPr txBox="1"/>
          <p:nvPr>
            <p:custDataLst>
              <p:tags r:id="rId147"/>
            </p:custDataLst>
          </p:nvPr>
        </p:nvSpPr>
        <p:spPr>
          <a:xfrm>
            <a:off x="9686925" y="2978791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protected candidate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文本框 159"/>
          <p:cNvSpPr txBox="1"/>
          <p:nvPr>
            <p:custDataLst>
              <p:tags r:id="rId148"/>
            </p:custDataLst>
          </p:nvPr>
        </p:nvSpPr>
        <p:spPr>
          <a:xfrm>
            <a:off x="9229725" y="3402225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受保护不被逐出的候选块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任意多边形 160"/>
          <p:cNvSpPr/>
          <p:nvPr>
            <p:custDataLst>
              <p:tags r:id="rId149"/>
            </p:custDataLst>
          </p:nvPr>
        </p:nvSpPr>
        <p:spPr>
          <a:xfrm>
            <a:off x="9034145" y="38906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任意多边形 161"/>
          <p:cNvSpPr/>
          <p:nvPr>
            <p:custDataLst>
              <p:tags r:id="rId150"/>
            </p:custDataLst>
          </p:nvPr>
        </p:nvSpPr>
        <p:spPr>
          <a:xfrm>
            <a:off x="9229725" y="39865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3" name="图片 162"/>
          <p:cNvPicPr>
            <a:picLocks noChangeAspect="1"/>
          </p:cNvPicPr>
          <p:nvPr>
            <p:custDataLst>
              <p:tags r:id="rId151"/>
            </p:custDataLst>
          </p:nvPr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9281795" y="4048760"/>
            <a:ext cx="238125" cy="213995"/>
          </a:xfrm>
          <a:prstGeom prst="rect">
            <a:avLst/>
          </a:prstGeom>
        </p:spPr>
      </p:pic>
      <p:sp>
        <p:nvSpPr>
          <p:cNvPr id="164" name="文本框 163"/>
          <p:cNvSpPr txBox="1"/>
          <p:nvPr>
            <p:custDataLst>
              <p:tags r:id="rId154"/>
            </p:custDataLst>
          </p:nvPr>
        </p:nvSpPr>
        <p:spPr>
          <a:xfrm>
            <a:off x="9686925" y="3905917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shared-anchor eviction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/>
          <p:cNvSpPr txBox="1"/>
          <p:nvPr>
            <p:custDataLst>
              <p:tags r:id="rId155"/>
            </p:custDataLst>
          </p:nvPr>
        </p:nvSpPr>
        <p:spPr>
          <a:xfrm>
            <a:off x="9229725" y="4329350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共享锚点块逐出事件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任意多边形 165"/>
          <p:cNvSpPr/>
          <p:nvPr>
            <p:custDataLst>
              <p:tags r:id="rId156"/>
            </p:custDataLst>
          </p:nvPr>
        </p:nvSpPr>
        <p:spPr>
          <a:xfrm>
            <a:off x="9034145" y="48177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任意多边形 166"/>
          <p:cNvSpPr/>
          <p:nvPr>
            <p:custDataLst>
              <p:tags r:id="rId157"/>
            </p:custDataLst>
          </p:nvPr>
        </p:nvSpPr>
        <p:spPr>
          <a:xfrm>
            <a:off x="9229725" y="49136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8" name="图片 167"/>
          <p:cNvPicPr>
            <a:picLocks noChangeAspect="1"/>
          </p:cNvPicPr>
          <p:nvPr>
            <p:custDataLst>
              <p:tags r:id="rId158"/>
            </p:custDataLst>
          </p:nvPr>
        </p:nvPicPr>
        <p:blipFill>
          <a:blip r:embed="rId159"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9296400" y="4975860"/>
            <a:ext cx="209550" cy="213995"/>
          </a:xfrm>
          <a:prstGeom prst="rect">
            <a:avLst/>
          </a:prstGeom>
        </p:spPr>
      </p:pic>
      <p:sp>
        <p:nvSpPr>
          <p:cNvPr id="169" name="文本框 168"/>
          <p:cNvSpPr txBox="1"/>
          <p:nvPr>
            <p:custDataLst>
              <p:tags r:id="rId161"/>
            </p:custDataLst>
          </p:nvPr>
        </p:nvSpPr>
        <p:spPr>
          <a:xfrm>
            <a:off x="9686925" y="4833042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admission limited events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文本框 169"/>
          <p:cNvSpPr txBox="1"/>
          <p:nvPr>
            <p:custDataLst>
              <p:tags r:id="rId162"/>
            </p:custDataLst>
          </p:nvPr>
        </p:nvSpPr>
        <p:spPr>
          <a:xfrm>
            <a:off x="9229725" y="5256476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准入受限事件记录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任意多边形 170"/>
          <p:cNvSpPr/>
          <p:nvPr>
            <p:custDataLst>
              <p:tags r:id="rId163"/>
            </p:custDataLst>
          </p:nvPr>
        </p:nvSpPr>
        <p:spPr>
          <a:xfrm>
            <a:off x="9034145" y="57448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任意多边形 171"/>
          <p:cNvSpPr/>
          <p:nvPr>
            <p:custDataLst>
              <p:tags r:id="rId164"/>
            </p:custDataLst>
          </p:nvPr>
        </p:nvSpPr>
        <p:spPr>
          <a:xfrm>
            <a:off x="9229725" y="58305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3" name="图片 172"/>
          <p:cNvPicPr>
            <a:picLocks noChangeAspect="1"/>
          </p:cNvPicPr>
          <p:nvPr>
            <p:custDataLst>
              <p:tags r:id="rId165"/>
            </p:custDataLst>
          </p:nvPr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rcRect l="-4259" t="-12593" r="-4259" b="-12593"/>
          <a:stretch>
            <a:fillRect/>
          </a:stretch>
        </p:blipFill>
        <p:spPr>
          <a:xfrm>
            <a:off x="9307830" y="5892165"/>
            <a:ext cx="186055" cy="214630"/>
          </a:xfrm>
          <a:prstGeom prst="rect">
            <a:avLst/>
          </a:prstGeom>
        </p:spPr>
      </p:pic>
      <p:sp>
        <p:nvSpPr>
          <p:cNvPr id="174" name="文本框 173"/>
          <p:cNvSpPr txBox="1"/>
          <p:nvPr>
            <p:custDataLst>
              <p:tags r:id="rId168"/>
            </p:custDataLst>
          </p:nvPr>
        </p:nvSpPr>
        <p:spPr>
          <a:xfrm>
            <a:off x="9686925" y="5876106"/>
            <a:ext cx="138112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saved blocks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/>
          <p:cNvSpPr txBox="1"/>
          <p:nvPr>
            <p:custDataLst>
              <p:tags r:id="rId169"/>
            </p:custDataLst>
          </p:nvPr>
        </p:nvSpPr>
        <p:spPr>
          <a:xfrm>
            <a:off x="9229725" y="6163142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因策略被保留的块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505"/>
            <a:ext cx="10276840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最小闭环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24815" y="975360"/>
            <a:ext cx="10494010" cy="1957705"/>
          </a:xfrm>
          <a:custGeom>
            <a:avLst/>
            <a:gdLst>
              <a:gd name="sw" fmla="*/ 1 w 20161"/>
              <a:gd name="sh" fmla="*/ 1 h 3575"/>
              <a:gd name="mins" fmla="min sw sh"/>
              <a:gd name="dsw" fmla="+- 0 sw mins"/>
              <a:gd name="dsh" fmla="+- 0 sh mins"/>
              <a:gd name="p0x0" fmla="*/ 420 w 20161"/>
              <a:gd name="p0y0" fmla="*/ 0 h 3575"/>
              <a:gd name="p0x1" fmla="*/ 19741 w 20161"/>
              <a:gd name="p0y1" fmla="*/ 0 h 3575"/>
              <a:gd name="p0x2" fmla="*/ 19973 w 20161"/>
              <a:gd name="p0y2" fmla="*/ 0 h 3575"/>
              <a:gd name="p0x3" fmla="*/ 20161 w 20161"/>
              <a:gd name="p0y3" fmla="*/ 188 h 3575"/>
              <a:gd name="p0x4" fmla="*/ 20161 w 20161"/>
              <a:gd name="p0y4" fmla="*/ 420 h 3575"/>
              <a:gd name="p0x5" fmla="*/ 20161 w 20161"/>
              <a:gd name="p0y5" fmla="*/ 3155 h 3575"/>
              <a:gd name="p0x6" fmla="*/ 20161 w 20161"/>
              <a:gd name="p0y6" fmla="*/ 3386 h 3575"/>
              <a:gd name="p0x7" fmla="*/ 19973 w 20161"/>
              <a:gd name="p0y7" fmla="*/ 3575 h 3575"/>
              <a:gd name="p0x8" fmla="*/ 19741 w 20161"/>
              <a:gd name="p0y8" fmla="*/ 3575 h 3575"/>
              <a:gd name="p0x9" fmla="*/ 420 w 20161"/>
              <a:gd name="p0y9" fmla="*/ 3575 h 3575"/>
              <a:gd name="p0x10" fmla="*/ 188 w 20161"/>
              <a:gd name="p0y10" fmla="*/ 3575 h 3575"/>
              <a:gd name="p0x11" fmla="*/ 0 w 20161"/>
              <a:gd name="p0y11" fmla="*/ 3386 h 3575"/>
              <a:gd name="p0x12" fmla="*/ 0 w 20161"/>
              <a:gd name="p0y12" fmla="*/ 3155 h 3575"/>
              <a:gd name="p0x13" fmla="*/ 0 w 20161"/>
              <a:gd name="p0y13" fmla="*/ 420 h 3575"/>
              <a:gd name="p0x14" fmla="*/ 0 w 20161"/>
              <a:gd name="p0y14" fmla="*/ 188 h 3575"/>
              <a:gd name="p0x15" fmla="*/ 188 w 20161"/>
              <a:gd name="p0y15" fmla="*/ 0 h 3575"/>
              <a:gd name="p0x16" fmla="*/ 420 w 20161"/>
              <a:gd name="p0y16" fmla="*/ 0 h 35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593725" y="1461135"/>
            <a:ext cx="334010" cy="36131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667385" y="1530985"/>
            <a:ext cx="197485" cy="21780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053465" y="1484630"/>
            <a:ext cx="2124710" cy="3155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81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为什么先做最小闭环</a:t>
            </a:r>
            <a:endParaRPr sz="181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593725" y="1909445"/>
            <a:ext cx="10212070" cy="546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在真实</a:t>
            </a:r>
            <a:r>
              <a:rPr lang="en-US" altLang="zh-CN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中直接修改</a:t>
            </a:r>
            <a:r>
              <a:rPr sz="129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BlockPool</a:t>
            </a:r>
            <a:r>
              <a:rPr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129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KVCacheManager</a:t>
            </a:r>
            <a:r>
              <a:rPr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129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r>
              <a:rPr lang="zh-CN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风险高、调试成本高。先做纯</a:t>
            </a:r>
            <a:r>
              <a:rPr lang="en-US" altLang="zh-CN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生命周期策略基准，模拟</a:t>
            </a:r>
            <a:r>
              <a:rPr lang="en-US" altLang="zh-CN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的产生、命中、驱逐和重建。</a:t>
            </a:r>
            <a:endParaRPr lang="zh-CN" altLang="en-US" sz="129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24815" y="3105785"/>
            <a:ext cx="5019675" cy="1530350"/>
          </a:xfrm>
          <a:custGeom>
            <a:avLst/>
            <a:gdLst>
              <a:gd name="sw" fmla="*/ 1 w 9923"/>
              <a:gd name="sh" fmla="*/ 1 h 2794"/>
              <a:gd name="mins" fmla="min sw sh"/>
              <a:gd name="dsw" fmla="+- 0 sw mins"/>
              <a:gd name="dsh" fmla="+- 0 sh mins"/>
              <a:gd name="p0x0" fmla="*/ 420 w 9923"/>
              <a:gd name="p0y0" fmla="*/ 0 h 2794"/>
              <a:gd name="p0x1" fmla="*/ 9503 w 9923"/>
              <a:gd name="p0y1" fmla="*/ 0 h 2794"/>
              <a:gd name="p0x2" fmla="*/ 9735 w 9923"/>
              <a:gd name="p0y2" fmla="*/ 0 h 2794"/>
              <a:gd name="p0x3" fmla="*/ 9923 w 9923"/>
              <a:gd name="p0y3" fmla="*/ 188 h 2794"/>
              <a:gd name="p0x4" fmla="*/ 9923 w 9923"/>
              <a:gd name="p0y4" fmla="*/ 420 h 2794"/>
              <a:gd name="p0x5" fmla="*/ 9923 w 9923"/>
              <a:gd name="p0y5" fmla="*/ 2374 h 2794"/>
              <a:gd name="p0x6" fmla="*/ 9923 w 9923"/>
              <a:gd name="p0y6" fmla="*/ 2606 h 2794"/>
              <a:gd name="p0x7" fmla="*/ 9735 w 9923"/>
              <a:gd name="p0y7" fmla="*/ 2794 h 2794"/>
              <a:gd name="p0x8" fmla="*/ 9503 w 9923"/>
              <a:gd name="p0y8" fmla="*/ 2794 h 2794"/>
              <a:gd name="p0x9" fmla="*/ 420 w 9923"/>
              <a:gd name="p0y9" fmla="*/ 2794 h 2794"/>
              <a:gd name="p0x10" fmla="*/ 188 w 9923"/>
              <a:gd name="p0y10" fmla="*/ 2794 h 2794"/>
              <a:gd name="p0x11" fmla="*/ 0 w 9923"/>
              <a:gd name="p0y11" fmla="*/ 2606 h 2794"/>
              <a:gd name="p0x12" fmla="*/ 0 w 9923"/>
              <a:gd name="p0y12" fmla="*/ 2374 h 2794"/>
              <a:gd name="p0x13" fmla="*/ 0 w 9923"/>
              <a:gd name="p0y13" fmla="*/ 420 h 2794"/>
              <a:gd name="p0x14" fmla="*/ 0 w 9923"/>
              <a:gd name="p0y14" fmla="*/ 188 h 2794"/>
              <a:gd name="p0x15" fmla="*/ 188 w 9923"/>
              <a:gd name="p0y15" fmla="*/ 0 h 2794"/>
              <a:gd name="p0x16" fmla="*/ 420 w 9923"/>
              <a:gd name="p0y16" fmla="*/ 0 h 279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593725" y="3251835"/>
            <a:ext cx="273050" cy="29591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7895" t="-1212" r="-7895" b="-1212"/>
          <a:stretch>
            <a:fillRect/>
          </a:stretch>
        </p:blipFill>
        <p:spPr>
          <a:xfrm>
            <a:off x="650875" y="3305175"/>
            <a:ext cx="167640" cy="18478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988060" y="3263265"/>
            <a:ext cx="953770" cy="2686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BlockRef</a:t>
            </a:r>
            <a:endParaRPr sz="15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5"/>
            </p:custDataLst>
          </p:nvPr>
        </p:nvSpPr>
        <p:spPr>
          <a:xfrm>
            <a:off x="593725" y="3648075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667385" y="3610610"/>
            <a:ext cx="16224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：逻辑</a:t>
            </a:r>
            <a:r>
              <a:rPr lang="en-US" alt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标识</a:t>
            </a:r>
            <a:endParaRPr lang="zh-CN" altLang="en-US"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593725" y="3863340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667385" y="3825875"/>
            <a:ext cx="201930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prefix_depth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：前缀深度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593725" y="4077970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667385" y="4041140"/>
            <a:ext cx="120904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family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：所属家族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1"/>
            </p:custDataLst>
          </p:nvPr>
        </p:nvSpPr>
        <p:spPr>
          <a:xfrm>
            <a:off x="593725" y="4293235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667385" y="4256405"/>
            <a:ext cx="156083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branch_tag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：分支标签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5898515" y="3105785"/>
            <a:ext cx="5020310" cy="1530350"/>
          </a:xfrm>
          <a:custGeom>
            <a:avLst/>
            <a:gdLst>
              <a:gd name="sw" fmla="*/ 1 w 9923"/>
              <a:gd name="sh" fmla="*/ 1 h 2794"/>
              <a:gd name="mins" fmla="min sw sh"/>
              <a:gd name="dsw" fmla="+- 0 sw mins"/>
              <a:gd name="dsh" fmla="+- 0 sh mins"/>
              <a:gd name="p0x0" fmla="*/ 420 w 9923"/>
              <a:gd name="p0y0" fmla="*/ 0 h 2794"/>
              <a:gd name="p0x1" fmla="*/ 9503 w 9923"/>
              <a:gd name="p0y1" fmla="*/ 0 h 2794"/>
              <a:gd name="p0x2" fmla="*/ 9735 w 9923"/>
              <a:gd name="p0y2" fmla="*/ 0 h 2794"/>
              <a:gd name="p0x3" fmla="*/ 9923 w 9923"/>
              <a:gd name="p0y3" fmla="*/ 188 h 2794"/>
              <a:gd name="p0x4" fmla="*/ 9923 w 9923"/>
              <a:gd name="p0y4" fmla="*/ 420 h 2794"/>
              <a:gd name="p0x5" fmla="*/ 9923 w 9923"/>
              <a:gd name="p0y5" fmla="*/ 2374 h 2794"/>
              <a:gd name="p0x6" fmla="*/ 9923 w 9923"/>
              <a:gd name="p0y6" fmla="*/ 2606 h 2794"/>
              <a:gd name="p0x7" fmla="*/ 9735 w 9923"/>
              <a:gd name="p0y7" fmla="*/ 2794 h 2794"/>
              <a:gd name="p0x8" fmla="*/ 9503 w 9923"/>
              <a:gd name="p0y8" fmla="*/ 2794 h 2794"/>
              <a:gd name="p0x9" fmla="*/ 420 w 9923"/>
              <a:gd name="p0y9" fmla="*/ 2794 h 2794"/>
              <a:gd name="p0x10" fmla="*/ 188 w 9923"/>
              <a:gd name="p0y10" fmla="*/ 2794 h 2794"/>
              <a:gd name="p0x11" fmla="*/ 0 w 9923"/>
              <a:gd name="p0y11" fmla="*/ 2606 h 2794"/>
              <a:gd name="p0x12" fmla="*/ 0 w 9923"/>
              <a:gd name="p0y12" fmla="*/ 2374 h 2794"/>
              <a:gd name="p0x13" fmla="*/ 0 w 9923"/>
              <a:gd name="p0y13" fmla="*/ 420 h 2794"/>
              <a:gd name="p0x14" fmla="*/ 0 w 9923"/>
              <a:gd name="p0y14" fmla="*/ 188 h 2794"/>
              <a:gd name="p0x15" fmla="*/ 188 w 9923"/>
              <a:gd name="p0y15" fmla="*/ 0 h 2794"/>
              <a:gd name="p0x16" fmla="*/ 420 w 9923"/>
              <a:gd name="p0y16" fmla="*/ 0 h 279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4"/>
            </p:custDataLst>
          </p:nvPr>
        </p:nvSpPr>
        <p:spPr>
          <a:xfrm>
            <a:off x="6200140" y="3251835"/>
            <a:ext cx="273050" cy="29591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6280150" y="3305175"/>
            <a:ext cx="125095" cy="18478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6594475" y="3263265"/>
            <a:ext cx="1337945" cy="2686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RequestSpec</a:t>
            </a:r>
            <a:endParaRPr sz="15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6200140" y="3648075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6273800" y="3610610"/>
            <a:ext cx="241363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request_id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：请求唯一标识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6200140" y="3863340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2"/>
            </p:custDataLst>
          </p:nvPr>
        </p:nvSpPr>
        <p:spPr>
          <a:xfrm>
            <a:off x="6273800" y="3825875"/>
            <a:ext cx="2014855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workload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：工作负载类型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6200140" y="4077970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6273800" y="4041140"/>
            <a:ext cx="2233295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  <a:r>
              <a:rPr 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：关联</a:t>
            </a:r>
            <a:r>
              <a:rPr lang="en-US" alt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</a:t>
            </a:r>
            <a:endParaRPr lang="zh-CN" altLang="en-US"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5"/>
            </p:custDataLst>
          </p:nvPr>
        </p:nvSpPr>
        <p:spPr>
          <a:xfrm>
            <a:off x="6200140" y="4293235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6273800" y="4256405"/>
            <a:ext cx="264922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decode_tokens</a:t>
            </a:r>
            <a:r>
              <a:rPr 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：解码</a:t>
            </a:r>
            <a:r>
              <a:rPr lang="en-US" alt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endParaRPr lang="zh-CN" altLang="en-US"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7"/>
            </p:custDataLst>
          </p:nvPr>
        </p:nvSpPr>
        <p:spPr>
          <a:xfrm>
            <a:off x="424815" y="4808855"/>
            <a:ext cx="5019675" cy="1530350"/>
          </a:xfrm>
          <a:custGeom>
            <a:avLst/>
            <a:gdLst>
              <a:gd name="sw" fmla="*/ 1 w 9923"/>
              <a:gd name="sh" fmla="*/ 1 h 2795"/>
              <a:gd name="mins" fmla="min sw sh"/>
              <a:gd name="dsw" fmla="+- 0 sw mins"/>
              <a:gd name="dsh" fmla="+- 0 sh mins"/>
              <a:gd name="p0x0" fmla="*/ 420 w 9923"/>
              <a:gd name="p0y0" fmla="*/ 0 h 2795"/>
              <a:gd name="p0x1" fmla="*/ 9503 w 9923"/>
              <a:gd name="p0y1" fmla="*/ 0 h 2795"/>
              <a:gd name="p0x2" fmla="*/ 9735 w 9923"/>
              <a:gd name="p0y2" fmla="*/ 0 h 2795"/>
              <a:gd name="p0x3" fmla="*/ 9923 w 9923"/>
              <a:gd name="p0y3" fmla="*/ 188 h 2795"/>
              <a:gd name="p0x4" fmla="*/ 9923 w 9923"/>
              <a:gd name="p0y4" fmla="*/ 420 h 2795"/>
              <a:gd name="p0x5" fmla="*/ 9923 w 9923"/>
              <a:gd name="p0y5" fmla="*/ 2375 h 2795"/>
              <a:gd name="p0x6" fmla="*/ 9923 w 9923"/>
              <a:gd name="p0y6" fmla="*/ 2606 h 2795"/>
              <a:gd name="p0x7" fmla="*/ 9735 w 9923"/>
              <a:gd name="p0y7" fmla="*/ 2795 h 2795"/>
              <a:gd name="p0x8" fmla="*/ 9503 w 9923"/>
              <a:gd name="p0y8" fmla="*/ 2795 h 2795"/>
              <a:gd name="p0x9" fmla="*/ 420 w 9923"/>
              <a:gd name="p0y9" fmla="*/ 2795 h 2795"/>
              <a:gd name="p0x10" fmla="*/ 188 w 9923"/>
              <a:gd name="p0y10" fmla="*/ 2795 h 2795"/>
              <a:gd name="p0x11" fmla="*/ 0 w 9923"/>
              <a:gd name="p0y11" fmla="*/ 2606 h 2795"/>
              <a:gd name="p0x12" fmla="*/ 0 w 9923"/>
              <a:gd name="p0y12" fmla="*/ 2375 h 2795"/>
              <a:gd name="p0x13" fmla="*/ 0 w 9923"/>
              <a:gd name="p0y13" fmla="*/ 420 h 2795"/>
              <a:gd name="p0x14" fmla="*/ 0 w 9923"/>
              <a:gd name="p0y14" fmla="*/ 188 h 2795"/>
              <a:gd name="p0x15" fmla="*/ 188 w 9923"/>
              <a:gd name="p0y15" fmla="*/ 0 h 2795"/>
              <a:gd name="p0x16" fmla="*/ 420 w 9923"/>
              <a:gd name="p0y16" fmla="*/ 0 h 27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8"/>
            </p:custDataLst>
          </p:nvPr>
        </p:nvSpPr>
        <p:spPr>
          <a:xfrm>
            <a:off x="593725" y="4944110"/>
            <a:ext cx="273050" cy="29527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650875" y="4996815"/>
            <a:ext cx="167640" cy="18542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2"/>
            </p:custDataLst>
          </p:nvPr>
        </p:nvSpPr>
        <p:spPr>
          <a:xfrm>
            <a:off x="988060" y="4955540"/>
            <a:ext cx="977265" cy="2686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BlockLife</a:t>
            </a:r>
            <a:endParaRPr sz="15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3"/>
            </p:custDataLst>
          </p:nvPr>
        </p:nvSpPr>
        <p:spPr>
          <a:xfrm>
            <a:off x="593725" y="532955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44"/>
            </p:custDataLst>
          </p:nvPr>
        </p:nvSpPr>
        <p:spPr>
          <a:xfrm>
            <a:off x="659130" y="5295265"/>
            <a:ext cx="3230245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key/family/prefix_depth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：基础标识信息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5"/>
            </p:custDataLst>
          </p:nvPr>
        </p:nvSpPr>
        <p:spPr>
          <a:xfrm>
            <a:off x="593725" y="550608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6"/>
            </p:custDataLst>
          </p:nvPr>
        </p:nvSpPr>
        <p:spPr>
          <a:xfrm>
            <a:off x="659130" y="5471795"/>
            <a:ext cx="375348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first_seen_request/last_access_request</a:t>
            </a:r>
            <a:r>
              <a:rPr lang="zh-CN"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：首次</a:t>
            </a:r>
            <a:r>
              <a:rPr lang="en-US" altLang="zh-CN"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最后访问</a:t>
            </a:r>
            <a:endParaRPr lang="zh-CN" altLang="en-US"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7"/>
            </p:custDataLst>
          </p:nvPr>
        </p:nvSpPr>
        <p:spPr>
          <a:xfrm>
            <a:off x="593725" y="568261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8"/>
            </p:custDataLst>
          </p:nvPr>
        </p:nvSpPr>
        <p:spPr>
          <a:xfrm>
            <a:off x="659130" y="5648325"/>
            <a:ext cx="3229610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recompute_cost_tokens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：重计算代价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9"/>
            </p:custDataLst>
          </p:nvPr>
        </p:nvSpPr>
        <p:spPr>
          <a:xfrm>
            <a:off x="593725" y="585914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50"/>
            </p:custDataLst>
          </p:nvPr>
        </p:nvSpPr>
        <p:spPr>
          <a:xfrm>
            <a:off x="659130" y="5824855"/>
            <a:ext cx="352742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hit_count/miss_count/access_count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：访问统计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1"/>
            </p:custDataLst>
          </p:nvPr>
        </p:nvSpPr>
        <p:spPr>
          <a:xfrm>
            <a:off x="593725" y="6035040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52"/>
            </p:custDataLst>
          </p:nvPr>
        </p:nvSpPr>
        <p:spPr>
          <a:xfrm>
            <a:off x="659130" y="6001385"/>
            <a:ext cx="265366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request_ids/branch_tags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：关联请求与分支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53"/>
            </p:custDataLst>
          </p:nvPr>
        </p:nvSpPr>
        <p:spPr>
          <a:xfrm>
            <a:off x="5898515" y="4808855"/>
            <a:ext cx="5020310" cy="1530350"/>
          </a:xfrm>
          <a:custGeom>
            <a:avLst/>
            <a:gdLst>
              <a:gd name="sw" fmla="*/ 1 w 9923"/>
              <a:gd name="sh" fmla="*/ 1 h 2795"/>
              <a:gd name="mins" fmla="min sw sh"/>
              <a:gd name="dsw" fmla="+- 0 sw mins"/>
              <a:gd name="dsh" fmla="+- 0 sh mins"/>
              <a:gd name="p0x0" fmla="*/ 420 w 9923"/>
              <a:gd name="p0y0" fmla="*/ 0 h 2795"/>
              <a:gd name="p0x1" fmla="*/ 9503 w 9923"/>
              <a:gd name="p0y1" fmla="*/ 0 h 2795"/>
              <a:gd name="p0x2" fmla="*/ 9735 w 9923"/>
              <a:gd name="p0y2" fmla="*/ 0 h 2795"/>
              <a:gd name="p0x3" fmla="*/ 9923 w 9923"/>
              <a:gd name="p0y3" fmla="*/ 188 h 2795"/>
              <a:gd name="p0x4" fmla="*/ 9923 w 9923"/>
              <a:gd name="p0y4" fmla="*/ 420 h 2795"/>
              <a:gd name="p0x5" fmla="*/ 9923 w 9923"/>
              <a:gd name="p0y5" fmla="*/ 2375 h 2795"/>
              <a:gd name="p0x6" fmla="*/ 9923 w 9923"/>
              <a:gd name="p0y6" fmla="*/ 2606 h 2795"/>
              <a:gd name="p0x7" fmla="*/ 9735 w 9923"/>
              <a:gd name="p0y7" fmla="*/ 2795 h 2795"/>
              <a:gd name="p0x8" fmla="*/ 9503 w 9923"/>
              <a:gd name="p0y8" fmla="*/ 2795 h 2795"/>
              <a:gd name="p0x9" fmla="*/ 420 w 9923"/>
              <a:gd name="p0y9" fmla="*/ 2795 h 2795"/>
              <a:gd name="p0x10" fmla="*/ 188 w 9923"/>
              <a:gd name="p0y10" fmla="*/ 2795 h 2795"/>
              <a:gd name="p0x11" fmla="*/ 0 w 9923"/>
              <a:gd name="p0y11" fmla="*/ 2606 h 2795"/>
              <a:gd name="p0x12" fmla="*/ 0 w 9923"/>
              <a:gd name="p0y12" fmla="*/ 2375 h 2795"/>
              <a:gd name="p0x13" fmla="*/ 0 w 9923"/>
              <a:gd name="p0y13" fmla="*/ 420 h 2795"/>
              <a:gd name="p0x14" fmla="*/ 0 w 9923"/>
              <a:gd name="p0y14" fmla="*/ 188 h 2795"/>
              <a:gd name="p0x15" fmla="*/ 188 w 9923"/>
              <a:gd name="p0y15" fmla="*/ 0 h 2795"/>
              <a:gd name="p0x16" fmla="*/ 420 w 9923"/>
              <a:gd name="p0y16" fmla="*/ 0 h 27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54"/>
            </p:custDataLst>
          </p:nvPr>
        </p:nvSpPr>
        <p:spPr>
          <a:xfrm>
            <a:off x="6200140" y="4965700"/>
            <a:ext cx="273050" cy="29591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2083" t="-6333" r="-2083" b="-6333"/>
          <a:stretch>
            <a:fillRect/>
          </a:stretch>
        </p:blipFill>
        <p:spPr>
          <a:xfrm>
            <a:off x="6244590" y="5019040"/>
            <a:ext cx="190500" cy="184785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58"/>
            </p:custDataLst>
          </p:nvPr>
        </p:nvSpPr>
        <p:spPr>
          <a:xfrm>
            <a:off x="6594475" y="4977765"/>
            <a:ext cx="1356995" cy="2686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EvictionEvent</a:t>
            </a:r>
            <a:endParaRPr sz="15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59"/>
            </p:custDataLst>
          </p:nvPr>
        </p:nvSpPr>
        <p:spPr>
          <a:xfrm>
            <a:off x="6200140" y="5373370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60"/>
            </p:custDataLst>
          </p:nvPr>
        </p:nvSpPr>
        <p:spPr>
          <a:xfrm>
            <a:off x="6265545" y="5339080"/>
            <a:ext cx="2421890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被驱逐</a:t>
            </a:r>
            <a:r>
              <a:rPr lang="en-US" altLang="zh-CN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block/</a:t>
            </a:r>
            <a:r>
              <a:rPr lang="zh-CN" altLang="en-US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驱逐时刻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：事件主体与时间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61"/>
            </p:custDataLst>
          </p:nvPr>
        </p:nvSpPr>
        <p:spPr>
          <a:xfrm>
            <a:off x="6200140" y="5582920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62"/>
            </p:custDataLst>
          </p:nvPr>
        </p:nvSpPr>
        <p:spPr>
          <a:xfrm>
            <a:off x="6265545" y="5548630"/>
            <a:ext cx="3301365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depth/hit count/share degree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：状态特征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63"/>
            </p:custDataLst>
          </p:nvPr>
        </p:nvSpPr>
        <p:spPr>
          <a:xfrm>
            <a:off x="6200140" y="5792470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64"/>
            </p:custDataLst>
          </p:nvPr>
        </p:nvSpPr>
        <p:spPr>
          <a:xfrm>
            <a:off x="6265545" y="5758180"/>
            <a:ext cx="3068320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 factor/recompute cost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：分支与代价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65"/>
            </p:custDataLst>
          </p:nvPr>
        </p:nvSpPr>
        <p:spPr>
          <a:xfrm>
            <a:off x="6200140" y="600265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66"/>
            </p:custDataLst>
          </p:nvPr>
        </p:nvSpPr>
        <p:spPr>
          <a:xfrm>
            <a:off x="6265545" y="5968365"/>
            <a:ext cx="284924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后续是否</a:t>
            </a:r>
            <a:r>
              <a:rPr lang="en-US" altLang="zh-CN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regretted/</a:t>
            </a:r>
            <a:r>
              <a:rPr lang="zh-CN" altLang="en-US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</a:t>
            </a:r>
            <a:r>
              <a:rPr lang="en-US" altLang="zh-CN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rebuilt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：决策反馈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505"/>
            <a:ext cx="9625965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最小闭环的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731770" cy="1247775"/>
          </a:xfrm>
          <a:custGeom>
            <a:avLst/>
            <a:gdLst>
              <a:gd name="sw" fmla="*/ 1 w 4970"/>
              <a:gd name="sh" fmla="*/ 1 h 1965"/>
              <a:gd name="mins" fmla="min sw sh"/>
              <a:gd name="dsw" fmla="+- 0 sw mins"/>
              <a:gd name="dsh" fmla="+- 0 sh mins"/>
              <a:gd name="p0x0" fmla="*/ 420 w 4970"/>
              <a:gd name="p0y0" fmla="*/ 0 h 1965"/>
              <a:gd name="p0x1" fmla="*/ 4550 w 4970"/>
              <a:gd name="p0y1" fmla="*/ 0 h 1965"/>
              <a:gd name="p0x2" fmla="*/ 4782 w 4970"/>
              <a:gd name="p0y2" fmla="*/ 0 h 1965"/>
              <a:gd name="p0x3" fmla="*/ 4970 w 4970"/>
              <a:gd name="p0y3" fmla="*/ 188 h 1965"/>
              <a:gd name="p0x4" fmla="*/ 4970 w 4970"/>
              <a:gd name="p0y4" fmla="*/ 420 h 1965"/>
              <a:gd name="p0x5" fmla="*/ 4970 w 4970"/>
              <a:gd name="p0y5" fmla="*/ 1545 h 1965"/>
              <a:gd name="p0x6" fmla="*/ 4970 w 4970"/>
              <a:gd name="p0y6" fmla="*/ 1776 h 1965"/>
              <a:gd name="p0x7" fmla="*/ 4782 w 4970"/>
              <a:gd name="p0y7" fmla="*/ 1965 h 1965"/>
              <a:gd name="p0x8" fmla="*/ 4550 w 4970"/>
              <a:gd name="p0y8" fmla="*/ 1965 h 1965"/>
              <a:gd name="p0x9" fmla="*/ 420 w 4970"/>
              <a:gd name="p0y9" fmla="*/ 1965 h 1965"/>
              <a:gd name="p0x10" fmla="*/ 188 w 4970"/>
              <a:gd name="p0y10" fmla="*/ 1965 h 1965"/>
              <a:gd name="p0x11" fmla="*/ 0 w 4970"/>
              <a:gd name="p0y11" fmla="*/ 1776 h 1965"/>
              <a:gd name="p0x12" fmla="*/ 0 w 4970"/>
              <a:gd name="p0y12" fmla="*/ 1545 h 1965"/>
              <a:gd name="p0x13" fmla="*/ 0 w 4970"/>
              <a:gd name="p0y13" fmla="*/ 420 h 1965"/>
              <a:gd name="p0x14" fmla="*/ 0 w 4970"/>
              <a:gd name="p0y14" fmla="*/ 188 h 1965"/>
              <a:gd name="p0x15" fmla="*/ 188 w 4970"/>
              <a:gd name="p0y15" fmla="*/ 0 h 1965"/>
              <a:gd name="p0x16" fmla="*/ 420 w 4970"/>
              <a:gd name="p0y16" fmla="*/ 0 h 19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771525" y="128333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259" t="-90417" r="-4259" b="-90417"/>
          <a:stretch>
            <a:fillRect/>
          </a:stretch>
        </p:blipFill>
        <p:spPr>
          <a:xfrm>
            <a:off x="849630" y="1345565"/>
            <a:ext cx="161290" cy="2139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28725" y="1321435"/>
            <a:ext cx="203200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exact_shared_prefix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1666240"/>
            <a:ext cx="2393315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多个请求使用相同系统前缀，但用户后缀不同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2480945"/>
            <a:ext cx="2731770" cy="1247775"/>
          </a:xfrm>
          <a:custGeom>
            <a:avLst/>
            <a:gdLst>
              <a:gd name="sw" fmla="*/ 1 w 4970"/>
              <a:gd name="sh" fmla="*/ 1 h 1965"/>
              <a:gd name="mins" fmla="min sw sh"/>
              <a:gd name="dsw" fmla="+- 0 sw mins"/>
              <a:gd name="dsh" fmla="+- 0 sh mins"/>
              <a:gd name="p0x0" fmla="*/ 420 w 4970"/>
              <a:gd name="p0y0" fmla="*/ 0 h 1965"/>
              <a:gd name="p0x1" fmla="*/ 4550 w 4970"/>
              <a:gd name="p0y1" fmla="*/ 0 h 1965"/>
              <a:gd name="p0x2" fmla="*/ 4782 w 4970"/>
              <a:gd name="p0y2" fmla="*/ 0 h 1965"/>
              <a:gd name="p0x3" fmla="*/ 4970 w 4970"/>
              <a:gd name="p0y3" fmla="*/ 188 h 1965"/>
              <a:gd name="p0x4" fmla="*/ 4970 w 4970"/>
              <a:gd name="p0y4" fmla="*/ 420 h 1965"/>
              <a:gd name="p0x5" fmla="*/ 4970 w 4970"/>
              <a:gd name="p0y5" fmla="*/ 1545 h 1965"/>
              <a:gd name="p0x6" fmla="*/ 4970 w 4970"/>
              <a:gd name="p0y6" fmla="*/ 1776 h 1965"/>
              <a:gd name="p0x7" fmla="*/ 4782 w 4970"/>
              <a:gd name="p0y7" fmla="*/ 1965 h 1965"/>
              <a:gd name="p0x8" fmla="*/ 4550 w 4970"/>
              <a:gd name="p0y8" fmla="*/ 1965 h 1965"/>
              <a:gd name="p0x9" fmla="*/ 420 w 4970"/>
              <a:gd name="p0y9" fmla="*/ 1965 h 1965"/>
              <a:gd name="p0x10" fmla="*/ 188 w 4970"/>
              <a:gd name="p0y10" fmla="*/ 1965 h 1965"/>
              <a:gd name="p0x11" fmla="*/ 0 w 4970"/>
              <a:gd name="p0y11" fmla="*/ 1776 h 1965"/>
              <a:gd name="p0x12" fmla="*/ 0 w 4970"/>
              <a:gd name="p0y12" fmla="*/ 1545 h 1965"/>
              <a:gd name="p0x13" fmla="*/ 0 w 4970"/>
              <a:gd name="p0y13" fmla="*/ 420 h 1965"/>
              <a:gd name="p0x14" fmla="*/ 0 w 4970"/>
              <a:gd name="p0y14" fmla="*/ 188 h 1965"/>
              <a:gd name="p0x15" fmla="*/ 188 w 4970"/>
              <a:gd name="p0y15" fmla="*/ 0 h 1965"/>
              <a:gd name="p0x16" fmla="*/ 420 w 4970"/>
              <a:gd name="p0y16" fmla="*/ 0 h 19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2758440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849630" y="2820035"/>
            <a:ext cx="161290" cy="2146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228725" y="2796540"/>
            <a:ext cx="161734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template_fork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71525" y="3162300"/>
            <a:ext cx="239331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模板型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在公共前缀后分叉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3852545"/>
            <a:ext cx="2731770" cy="1247775"/>
          </a:xfrm>
          <a:custGeom>
            <a:avLst/>
            <a:gdLst>
              <a:gd name="sw" fmla="*/ 1 w 4970"/>
              <a:gd name="sh" fmla="*/ 1 h 1965"/>
              <a:gd name="mins" fmla="min sw sh"/>
              <a:gd name="dsw" fmla="+- 0 sw mins"/>
              <a:gd name="dsh" fmla="+- 0 sh mins"/>
              <a:gd name="p0x0" fmla="*/ 420 w 4970"/>
              <a:gd name="p0y0" fmla="*/ 0 h 1965"/>
              <a:gd name="p0x1" fmla="*/ 4550 w 4970"/>
              <a:gd name="p0y1" fmla="*/ 0 h 1965"/>
              <a:gd name="p0x2" fmla="*/ 4782 w 4970"/>
              <a:gd name="p0y2" fmla="*/ 0 h 1965"/>
              <a:gd name="p0x3" fmla="*/ 4970 w 4970"/>
              <a:gd name="p0y3" fmla="*/ 188 h 1965"/>
              <a:gd name="p0x4" fmla="*/ 4970 w 4970"/>
              <a:gd name="p0y4" fmla="*/ 420 h 1965"/>
              <a:gd name="p0x5" fmla="*/ 4970 w 4970"/>
              <a:gd name="p0y5" fmla="*/ 1545 h 1965"/>
              <a:gd name="p0x6" fmla="*/ 4970 w 4970"/>
              <a:gd name="p0y6" fmla="*/ 1776 h 1965"/>
              <a:gd name="p0x7" fmla="*/ 4782 w 4970"/>
              <a:gd name="p0y7" fmla="*/ 1965 h 1965"/>
              <a:gd name="p0x8" fmla="*/ 4550 w 4970"/>
              <a:gd name="p0y8" fmla="*/ 1965 h 1965"/>
              <a:gd name="p0x9" fmla="*/ 420 w 4970"/>
              <a:gd name="p0y9" fmla="*/ 1965 h 1965"/>
              <a:gd name="p0x10" fmla="*/ 188 w 4970"/>
              <a:gd name="p0y10" fmla="*/ 1965 h 1965"/>
              <a:gd name="p0x11" fmla="*/ 0 w 4970"/>
              <a:gd name="p0y11" fmla="*/ 1776 h 1965"/>
              <a:gd name="p0x12" fmla="*/ 0 w 4970"/>
              <a:gd name="p0y12" fmla="*/ 1545 h 1965"/>
              <a:gd name="p0x13" fmla="*/ 0 w 4970"/>
              <a:gd name="p0y13" fmla="*/ 420 h 1965"/>
              <a:gd name="p0x14" fmla="*/ 0 w 4970"/>
              <a:gd name="p0y14" fmla="*/ 188 h 1965"/>
              <a:gd name="p0x15" fmla="*/ 188 w 4970"/>
              <a:gd name="p0y15" fmla="*/ 0 h 1965"/>
              <a:gd name="p0x16" fmla="*/ 420 w 4970"/>
              <a:gd name="p0y16" fmla="*/ 0 h 19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402653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864235" y="4088765"/>
            <a:ext cx="135890" cy="2139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228725" y="4064635"/>
            <a:ext cx="193611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rag_long_context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771525" y="4409440"/>
            <a:ext cx="2393315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多个请求共享同一段长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文档，提出不同问题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75945" y="5224145"/>
            <a:ext cx="2731770" cy="1247775"/>
          </a:xfrm>
          <a:custGeom>
            <a:avLst/>
            <a:gdLst>
              <a:gd name="sw" fmla="*/ 1 w 4970"/>
              <a:gd name="sh" fmla="*/ 1 h 1965"/>
              <a:gd name="mins" fmla="min sw sh"/>
              <a:gd name="dsw" fmla="+- 0 sw mins"/>
              <a:gd name="dsh" fmla="+- 0 sh mins"/>
              <a:gd name="p0x0" fmla="*/ 420 w 4970"/>
              <a:gd name="p0y0" fmla="*/ 0 h 1965"/>
              <a:gd name="p0x1" fmla="*/ 4550 w 4970"/>
              <a:gd name="p0y1" fmla="*/ 0 h 1965"/>
              <a:gd name="p0x2" fmla="*/ 4782 w 4970"/>
              <a:gd name="p0y2" fmla="*/ 0 h 1965"/>
              <a:gd name="p0x3" fmla="*/ 4970 w 4970"/>
              <a:gd name="p0y3" fmla="*/ 188 h 1965"/>
              <a:gd name="p0x4" fmla="*/ 4970 w 4970"/>
              <a:gd name="p0y4" fmla="*/ 420 h 1965"/>
              <a:gd name="p0x5" fmla="*/ 4970 w 4970"/>
              <a:gd name="p0y5" fmla="*/ 1545 h 1965"/>
              <a:gd name="p0x6" fmla="*/ 4970 w 4970"/>
              <a:gd name="p0y6" fmla="*/ 1776 h 1965"/>
              <a:gd name="p0x7" fmla="*/ 4782 w 4970"/>
              <a:gd name="p0y7" fmla="*/ 1965 h 1965"/>
              <a:gd name="p0x8" fmla="*/ 4550 w 4970"/>
              <a:gd name="p0y8" fmla="*/ 1965 h 1965"/>
              <a:gd name="p0x9" fmla="*/ 420 w 4970"/>
              <a:gd name="p0y9" fmla="*/ 1965 h 1965"/>
              <a:gd name="p0x10" fmla="*/ 188 w 4970"/>
              <a:gd name="p0y10" fmla="*/ 1965 h 1965"/>
              <a:gd name="p0x11" fmla="*/ 0 w 4970"/>
              <a:gd name="p0y11" fmla="*/ 1776 h 1965"/>
              <a:gd name="p0x12" fmla="*/ 0 w 4970"/>
              <a:gd name="p0y12" fmla="*/ 1545 h 1965"/>
              <a:gd name="p0x13" fmla="*/ 0 w 4970"/>
              <a:gd name="p0y13" fmla="*/ 420 h 1965"/>
              <a:gd name="p0x14" fmla="*/ 0 w 4970"/>
              <a:gd name="p0y14" fmla="*/ 188 h 1965"/>
              <a:gd name="p0x15" fmla="*/ 188 w 4970"/>
              <a:gd name="p0y15" fmla="*/ 0 h 1965"/>
              <a:gd name="p0x16" fmla="*/ 420 w 4970"/>
              <a:gd name="p0y16" fmla="*/ 0 h 19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771525" y="539813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38200" y="5460365"/>
            <a:ext cx="181610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1228725" y="5436235"/>
            <a:ext cx="177228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cache_pressure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771525" y="5781040"/>
            <a:ext cx="2393315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热点共享请求与长尾冷请求混合，制造缓存压力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3989705" y="110934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4184650" y="1386840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t="-7143" b="-7143"/>
          <a:stretch>
            <a:fillRect/>
          </a:stretch>
        </p:blipFill>
        <p:spPr>
          <a:xfrm>
            <a:off x="4232275" y="1443990"/>
            <a:ext cx="148590" cy="1524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4566285" y="1387475"/>
            <a:ext cx="82423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共享前缀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6"/>
            </p:custDataLst>
          </p:nvPr>
        </p:nvSpPr>
        <p:spPr>
          <a:xfrm>
            <a:off x="3989705" y="201739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4184650" y="229552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t="-7143" b="-7143"/>
          <a:stretch>
            <a:fillRect/>
          </a:stretch>
        </p:blipFill>
        <p:spPr>
          <a:xfrm>
            <a:off x="4241800" y="2352675"/>
            <a:ext cx="13208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4566285" y="2295525"/>
            <a:ext cx="82423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模板分叉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2"/>
            </p:custDataLst>
          </p:nvPr>
        </p:nvSpPr>
        <p:spPr>
          <a:xfrm>
            <a:off x="3989705" y="292544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43"/>
            </p:custDataLst>
          </p:nvPr>
        </p:nvSpPr>
        <p:spPr>
          <a:xfrm>
            <a:off x="4184650" y="320357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t="-3333" b="-3333"/>
          <a:stretch>
            <a:fillRect/>
          </a:stretch>
        </p:blipFill>
        <p:spPr>
          <a:xfrm>
            <a:off x="4241800" y="3260725"/>
            <a:ext cx="132080" cy="1524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7"/>
            </p:custDataLst>
          </p:nvPr>
        </p:nvSpPr>
        <p:spPr>
          <a:xfrm>
            <a:off x="4566285" y="3203575"/>
            <a:ext cx="101663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长文档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8"/>
            </p:custDataLst>
          </p:nvPr>
        </p:nvSpPr>
        <p:spPr>
          <a:xfrm>
            <a:off x="3989705" y="383349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9"/>
            </p:custDataLst>
          </p:nvPr>
        </p:nvSpPr>
        <p:spPr>
          <a:xfrm>
            <a:off x="4184650" y="411162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6250" r="-6250"/>
          <a:stretch>
            <a:fillRect/>
          </a:stretch>
        </p:blipFill>
        <p:spPr>
          <a:xfrm>
            <a:off x="4232275" y="4168775"/>
            <a:ext cx="148590" cy="15240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3"/>
            </p:custDataLst>
          </p:nvPr>
        </p:nvSpPr>
        <p:spPr>
          <a:xfrm>
            <a:off x="4566285" y="4111625"/>
            <a:ext cx="98933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长对话多轮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54"/>
            </p:custDataLst>
          </p:nvPr>
        </p:nvSpPr>
        <p:spPr>
          <a:xfrm>
            <a:off x="3989705" y="474154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55"/>
            </p:custDataLst>
          </p:nvPr>
        </p:nvSpPr>
        <p:spPr>
          <a:xfrm>
            <a:off x="4184650" y="501967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5556" r="-5556"/>
          <a:stretch>
            <a:fillRect/>
          </a:stretch>
        </p:blipFill>
        <p:spPr>
          <a:xfrm>
            <a:off x="4270375" y="5076825"/>
            <a:ext cx="82550" cy="15240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9"/>
            </p:custDataLst>
          </p:nvPr>
        </p:nvSpPr>
        <p:spPr>
          <a:xfrm>
            <a:off x="4566285" y="5019675"/>
            <a:ext cx="115379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冷热混合压力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60"/>
            </p:custDataLst>
          </p:nvPr>
        </p:nvSpPr>
        <p:spPr>
          <a:xfrm>
            <a:off x="3989705" y="564959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61"/>
            </p:custDataLst>
          </p:nvPr>
        </p:nvSpPr>
        <p:spPr>
          <a:xfrm>
            <a:off x="4184650" y="592772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>
            <a:fillRect/>
          </a:stretch>
        </p:blipFill>
        <p:spPr>
          <a:xfrm>
            <a:off x="4241800" y="5984875"/>
            <a:ext cx="13208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5"/>
            </p:custDataLst>
          </p:nvPr>
        </p:nvSpPr>
        <p:spPr>
          <a:xfrm>
            <a:off x="4566285" y="5927725"/>
            <a:ext cx="82423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热点回访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6"/>
            </p:custDataLst>
          </p:nvPr>
        </p:nvSpPr>
        <p:spPr>
          <a:xfrm>
            <a:off x="7931150" y="1109345"/>
            <a:ext cx="3188335" cy="1838325"/>
          </a:xfrm>
          <a:custGeom>
            <a:avLst/>
            <a:gdLst>
              <a:gd name="sw" fmla="*/ 1 w 5801"/>
              <a:gd name="sh" fmla="*/ 1 h 2895"/>
              <a:gd name="mins" fmla="min sw sh"/>
              <a:gd name="dsw" fmla="+- 0 sw mins"/>
              <a:gd name="dsh" fmla="+- 0 sh mins"/>
              <a:gd name="p0x0" fmla="*/ 420 w 5801"/>
              <a:gd name="p0y0" fmla="*/ 0 h 2895"/>
              <a:gd name="p0x1" fmla="*/ 5381 w 5801"/>
              <a:gd name="p0y1" fmla="*/ 0 h 2895"/>
              <a:gd name="p0x2" fmla="*/ 5613 w 5801"/>
              <a:gd name="p0y2" fmla="*/ 0 h 2895"/>
              <a:gd name="p0x3" fmla="*/ 5801 w 5801"/>
              <a:gd name="p0y3" fmla="*/ 188 h 2895"/>
              <a:gd name="p0x4" fmla="*/ 5801 w 5801"/>
              <a:gd name="p0y4" fmla="*/ 420 h 2895"/>
              <a:gd name="p0x5" fmla="*/ 5801 w 5801"/>
              <a:gd name="p0y5" fmla="*/ 2475 h 2895"/>
              <a:gd name="p0x6" fmla="*/ 5801 w 5801"/>
              <a:gd name="p0y6" fmla="*/ 2706 h 2895"/>
              <a:gd name="p0x7" fmla="*/ 5613 w 5801"/>
              <a:gd name="p0y7" fmla="*/ 2895 h 2895"/>
              <a:gd name="p0x8" fmla="*/ 5381 w 5801"/>
              <a:gd name="p0y8" fmla="*/ 2895 h 2895"/>
              <a:gd name="p0x9" fmla="*/ 420 w 5801"/>
              <a:gd name="p0y9" fmla="*/ 2895 h 2895"/>
              <a:gd name="p0x10" fmla="*/ 188 w 5801"/>
              <a:gd name="p0y10" fmla="*/ 2895 h 2895"/>
              <a:gd name="p0x11" fmla="*/ 0 w 5801"/>
              <a:gd name="p0y11" fmla="*/ 2706 h 2895"/>
              <a:gd name="p0x12" fmla="*/ 0 w 5801"/>
              <a:gd name="p0y12" fmla="*/ 2475 h 2895"/>
              <a:gd name="p0x13" fmla="*/ 0 w 5801"/>
              <a:gd name="p0y13" fmla="*/ 420 h 2895"/>
              <a:gd name="p0x14" fmla="*/ 0 w 5801"/>
              <a:gd name="p0y14" fmla="*/ 188 h 2895"/>
              <a:gd name="p0x15" fmla="*/ 188 w 5801"/>
              <a:gd name="p0y15" fmla="*/ 0 h 2895"/>
              <a:gd name="p0x16" fmla="*/ 420 w 5801"/>
              <a:gd name="p0y16" fmla="*/ 0 h 28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67"/>
            </p:custDataLst>
          </p:nvPr>
        </p:nvSpPr>
        <p:spPr>
          <a:xfrm>
            <a:off x="8126095" y="168211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2381" t="-20417" r="-2381" b="-20417"/>
          <a:stretch>
            <a:fillRect/>
          </a:stretch>
        </p:blipFill>
        <p:spPr>
          <a:xfrm>
            <a:off x="8192770" y="1743710"/>
            <a:ext cx="181610" cy="21463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71"/>
            </p:custDataLst>
          </p:nvPr>
        </p:nvSpPr>
        <p:spPr>
          <a:xfrm>
            <a:off x="8583930" y="1720215"/>
            <a:ext cx="179451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 baseline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72"/>
            </p:custDataLst>
          </p:nvPr>
        </p:nvSpPr>
        <p:spPr>
          <a:xfrm>
            <a:off x="8126730" y="2085975"/>
            <a:ext cx="284988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只按最近使用顺序选择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</a:t>
            </a:r>
            <a:endParaRPr lang="en-US" altLang="zh-CN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73"/>
            </p:custDataLst>
          </p:nvPr>
        </p:nvSpPr>
        <p:spPr>
          <a:xfrm>
            <a:off x="7931150" y="3071495"/>
            <a:ext cx="3188335" cy="1838325"/>
          </a:xfrm>
          <a:custGeom>
            <a:avLst/>
            <a:gdLst>
              <a:gd name="sw" fmla="*/ 1 w 5801"/>
              <a:gd name="sh" fmla="*/ 1 h 2895"/>
              <a:gd name="mins" fmla="min sw sh"/>
              <a:gd name="dsw" fmla="+- 0 sw mins"/>
              <a:gd name="dsh" fmla="+- 0 sh mins"/>
              <a:gd name="p0x0" fmla="*/ 420 w 5801"/>
              <a:gd name="p0y0" fmla="*/ 0 h 2895"/>
              <a:gd name="p0x1" fmla="*/ 5381 w 5801"/>
              <a:gd name="p0y1" fmla="*/ 0 h 2895"/>
              <a:gd name="p0x2" fmla="*/ 5613 w 5801"/>
              <a:gd name="p0y2" fmla="*/ 0 h 2895"/>
              <a:gd name="p0x3" fmla="*/ 5801 w 5801"/>
              <a:gd name="p0y3" fmla="*/ 188 h 2895"/>
              <a:gd name="p0x4" fmla="*/ 5801 w 5801"/>
              <a:gd name="p0y4" fmla="*/ 420 h 2895"/>
              <a:gd name="p0x5" fmla="*/ 5801 w 5801"/>
              <a:gd name="p0y5" fmla="*/ 2475 h 2895"/>
              <a:gd name="p0x6" fmla="*/ 5801 w 5801"/>
              <a:gd name="p0y6" fmla="*/ 2706 h 2895"/>
              <a:gd name="p0x7" fmla="*/ 5613 w 5801"/>
              <a:gd name="p0y7" fmla="*/ 2895 h 2895"/>
              <a:gd name="p0x8" fmla="*/ 5381 w 5801"/>
              <a:gd name="p0y8" fmla="*/ 2895 h 2895"/>
              <a:gd name="p0x9" fmla="*/ 420 w 5801"/>
              <a:gd name="p0y9" fmla="*/ 2895 h 2895"/>
              <a:gd name="p0x10" fmla="*/ 188 w 5801"/>
              <a:gd name="p0y10" fmla="*/ 2895 h 2895"/>
              <a:gd name="p0x11" fmla="*/ 0 w 5801"/>
              <a:gd name="p0y11" fmla="*/ 2706 h 2895"/>
              <a:gd name="p0x12" fmla="*/ 0 w 5801"/>
              <a:gd name="p0y12" fmla="*/ 2475 h 2895"/>
              <a:gd name="p0x13" fmla="*/ 0 w 5801"/>
              <a:gd name="p0y13" fmla="*/ 420 h 2895"/>
              <a:gd name="p0x14" fmla="*/ 0 w 5801"/>
              <a:gd name="p0y14" fmla="*/ 188 h 2895"/>
              <a:gd name="p0x15" fmla="*/ 188 w 5801"/>
              <a:gd name="p0y15" fmla="*/ 0 h 2895"/>
              <a:gd name="p0x16" fmla="*/ 420 w 5801"/>
              <a:gd name="p0y16" fmla="*/ 0 h 28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>
            <p:custDataLst>
              <p:tags r:id="rId74"/>
            </p:custDataLst>
          </p:nvPr>
        </p:nvSpPr>
        <p:spPr>
          <a:xfrm>
            <a:off x="8126095" y="336994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 l="-5000" t="-3651" r="-5000" b="-3651"/>
          <a:stretch>
            <a:fillRect/>
          </a:stretch>
        </p:blipFill>
        <p:spPr>
          <a:xfrm>
            <a:off x="8192770" y="3431540"/>
            <a:ext cx="181610" cy="21463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78"/>
            </p:custDataLst>
          </p:nvPr>
        </p:nvSpPr>
        <p:spPr>
          <a:xfrm>
            <a:off x="8583930" y="3408045"/>
            <a:ext cx="234378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shared-aware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79"/>
            </p:custDataLst>
          </p:nvPr>
        </p:nvSpPr>
        <p:spPr>
          <a:xfrm>
            <a:off x="8126730" y="3773805"/>
            <a:ext cx="2849880" cy="8458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生命周期信息计算价值分数，优先保留命中次数多、共享度高、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位置关键、重算代价高的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endParaRPr lang="en-US" altLang="zh-CN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80"/>
            </p:custDataLst>
          </p:nvPr>
        </p:nvSpPr>
        <p:spPr>
          <a:xfrm>
            <a:off x="7931150" y="5033645"/>
            <a:ext cx="3188335" cy="422275"/>
          </a:xfrm>
          <a:custGeom>
            <a:avLst/>
            <a:gdLst>
              <a:gd name="sw" fmla="*/ 1 w 5801"/>
              <a:gd name="sh" fmla="*/ 1 h 665"/>
              <a:gd name="mins" fmla="min sw sh"/>
              <a:gd name="dsw" fmla="+- 0 sw mins"/>
              <a:gd name="dsh" fmla="+- 0 sh mins"/>
              <a:gd name="p0x0" fmla="*/ 332 w 5801"/>
              <a:gd name="p0y0" fmla="*/ 0 h 665"/>
              <a:gd name="p0x1" fmla="*/ 5469 w 5801"/>
              <a:gd name="p0y1" fmla="*/ 0 h 665"/>
              <a:gd name="p0x2" fmla="*/ 5653 w 5801"/>
              <a:gd name="p0y2" fmla="*/ 0 h 665"/>
              <a:gd name="p0x3" fmla="*/ 5801 w 5801"/>
              <a:gd name="p0y3" fmla="*/ 148 h 665"/>
              <a:gd name="p0x4" fmla="*/ 5801 w 5801"/>
              <a:gd name="p0y4" fmla="*/ 332 h 665"/>
              <a:gd name="p0x5" fmla="*/ 5801 w 5801"/>
              <a:gd name="p0y5" fmla="*/ 516 h 665"/>
              <a:gd name="p0x6" fmla="*/ 5653 w 5801"/>
              <a:gd name="p0y6" fmla="*/ 665 h 665"/>
              <a:gd name="p0x7" fmla="*/ 5469 w 5801"/>
              <a:gd name="p0y7" fmla="*/ 665 h 665"/>
              <a:gd name="p0x8" fmla="*/ 332 w 5801"/>
              <a:gd name="p0y8" fmla="*/ 665 h 665"/>
              <a:gd name="p0x9" fmla="*/ 148 w 5801"/>
              <a:gd name="p0y9" fmla="*/ 665 h 665"/>
              <a:gd name="p0x10" fmla="*/ 0 w 5801"/>
              <a:gd name="p0y10" fmla="*/ 516 h 665"/>
              <a:gd name="p0x11" fmla="*/ 0 w 5801"/>
              <a:gd name="p0y11" fmla="*/ 332 h 665"/>
              <a:gd name="p0x12" fmla="*/ 0 w 5801"/>
              <a:gd name="p0y12" fmla="*/ 148 h 665"/>
              <a:gd name="p0x13" fmla="*/ 148 w 5801"/>
              <a:gd name="p0y13" fmla="*/ 0 h 665"/>
              <a:gd name="p0x14" fmla="*/ 332 w 5801"/>
              <a:gd name="p0y14" fmla="*/ 0 h 6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81"/>
            </p:custDataLst>
          </p:nvPr>
        </p:nvSpPr>
        <p:spPr>
          <a:xfrm>
            <a:off x="8126095" y="5111750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>
            <a:fillRect/>
          </a:stretch>
        </p:blipFill>
        <p:spPr>
          <a:xfrm>
            <a:off x="8202295" y="5168900"/>
            <a:ext cx="99060" cy="15240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85"/>
            </p:custDataLst>
          </p:nvPr>
        </p:nvSpPr>
        <p:spPr>
          <a:xfrm>
            <a:off x="8507730" y="5111750"/>
            <a:ext cx="187071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metrics.json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86"/>
            </p:custDataLst>
          </p:nvPr>
        </p:nvSpPr>
        <p:spPr>
          <a:xfrm>
            <a:off x="7931150" y="5541645"/>
            <a:ext cx="3188335" cy="422275"/>
          </a:xfrm>
          <a:custGeom>
            <a:avLst/>
            <a:gdLst>
              <a:gd name="sw" fmla="*/ 1 w 5801"/>
              <a:gd name="sh" fmla="*/ 1 h 665"/>
              <a:gd name="mins" fmla="min sw sh"/>
              <a:gd name="dsw" fmla="+- 0 sw mins"/>
              <a:gd name="dsh" fmla="+- 0 sh mins"/>
              <a:gd name="p0x0" fmla="*/ 332 w 5801"/>
              <a:gd name="p0y0" fmla="*/ 0 h 665"/>
              <a:gd name="p0x1" fmla="*/ 5469 w 5801"/>
              <a:gd name="p0y1" fmla="*/ 0 h 665"/>
              <a:gd name="p0x2" fmla="*/ 5653 w 5801"/>
              <a:gd name="p0y2" fmla="*/ 0 h 665"/>
              <a:gd name="p0x3" fmla="*/ 5801 w 5801"/>
              <a:gd name="p0y3" fmla="*/ 148 h 665"/>
              <a:gd name="p0x4" fmla="*/ 5801 w 5801"/>
              <a:gd name="p0y4" fmla="*/ 332 h 665"/>
              <a:gd name="p0x5" fmla="*/ 5801 w 5801"/>
              <a:gd name="p0y5" fmla="*/ 516 h 665"/>
              <a:gd name="p0x6" fmla="*/ 5653 w 5801"/>
              <a:gd name="p0y6" fmla="*/ 665 h 665"/>
              <a:gd name="p0x7" fmla="*/ 5469 w 5801"/>
              <a:gd name="p0y7" fmla="*/ 665 h 665"/>
              <a:gd name="p0x8" fmla="*/ 332 w 5801"/>
              <a:gd name="p0y8" fmla="*/ 665 h 665"/>
              <a:gd name="p0x9" fmla="*/ 148 w 5801"/>
              <a:gd name="p0y9" fmla="*/ 665 h 665"/>
              <a:gd name="p0x10" fmla="*/ 0 w 5801"/>
              <a:gd name="p0y10" fmla="*/ 516 h 665"/>
              <a:gd name="p0x11" fmla="*/ 0 w 5801"/>
              <a:gd name="p0y11" fmla="*/ 332 h 665"/>
              <a:gd name="p0x12" fmla="*/ 0 w 5801"/>
              <a:gd name="p0y12" fmla="*/ 148 h 665"/>
              <a:gd name="p0x13" fmla="*/ 148 w 5801"/>
              <a:gd name="p0y13" fmla="*/ 0 h 665"/>
              <a:gd name="p0x14" fmla="*/ 332 w 5801"/>
              <a:gd name="p0y14" fmla="*/ 0 h 6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87"/>
            </p:custDataLst>
          </p:nvPr>
        </p:nvSpPr>
        <p:spPr>
          <a:xfrm>
            <a:off x="8126095" y="5619750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6250" r="-6250"/>
          <a:stretch>
            <a:fillRect/>
          </a:stretch>
        </p:blipFill>
        <p:spPr>
          <a:xfrm>
            <a:off x="8173720" y="5676900"/>
            <a:ext cx="148590" cy="15240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91"/>
            </p:custDataLst>
          </p:nvPr>
        </p:nvSpPr>
        <p:spPr>
          <a:xfrm>
            <a:off x="8507730" y="5619750"/>
            <a:ext cx="229362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eviction_events.json</a:t>
            </a:r>
            <a:r>
              <a:rPr 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92"/>
            </p:custDataLst>
          </p:nvPr>
        </p:nvSpPr>
        <p:spPr>
          <a:xfrm>
            <a:off x="7931150" y="6049645"/>
            <a:ext cx="3188335" cy="422275"/>
          </a:xfrm>
          <a:custGeom>
            <a:avLst/>
            <a:gdLst>
              <a:gd name="sw" fmla="*/ 1 w 5801"/>
              <a:gd name="sh" fmla="*/ 1 h 665"/>
              <a:gd name="mins" fmla="min sw sh"/>
              <a:gd name="dsw" fmla="+- 0 sw mins"/>
              <a:gd name="dsh" fmla="+- 0 sh mins"/>
              <a:gd name="p0x0" fmla="*/ 332 w 5801"/>
              <a:gd name="p0y0" fmla="*/ 0 h 665"/>
              <a:gd name="p0x1" fmla="*/ 5469 w 5801"/>
              <a:gd name="p0y1" fmla="*/ 0 h 665"/>
              <a:gd name="p0x2" fmla="*/ 5653 w 5801"/>
              <a:gd name="p0y2" fmla="*/ 0 h 665"/>
              <a:gd name="p0x3" fmla="*/ 5801 w 5801"/>
              <a:gd name="p0y3" fmla="*/ 148 h 665"/>
              <a:gd name="p0x4" fmla="*/ 5801 w 5801"/>
              <a:gd name="p0y4" fmla="*/ 332 h 665"/>
              <a:gd name="p0x5" fmla="*/ 5801 w 5801"/>
              <a:gd name="p0y5" fmla="*/ 516 h 665"/>
              <a:gd name="p0x6" fmla="*/ 5653 w 5801"/>
              <a:gd name="p0y6" fmla="*/ 665 h 665"/>
              <a:gd name="p0x7" fmla="*/ 5469 w 5801"/>
              <a:gd name="p0y7" fmla="*/ 665 h 665"/>
              <a:gd name="p0x8" fmla="*/ 332 w 5801"/>
              <a:gd name="p0y8" fmla="*/ 665 h 665"/>
              <a:gd name="p0x9" fmla="*/ 148 w 5801"/>
              <a:gd name="p0y9" fmla="*/ 665 h 665"/>
              <a:gd name="p0x10" fmla="*/ 0 w 5801"/>
              <a:gd name="p0y10" fmla="*/ 516 h 665"/>
              <a:gd name="p0x11" fmla="*/ 0 w 5801"/>
              <a:gd name="p0y11" fmla="*/ 332 h 665"/>
              <a:gd name="p0x12" fmla="*/ 0 w 5801"/>
              <a:gd name="p0y12" fmla="*/ 148 h 665"/>
              <a:gd name="p0x13" fmla="*/ 148 w 5801"/>
              <a:gd name="p0y13" fmla="*/ 0 h 665"/>
              <a:gd name="p0x14" fmla="*/ 332 w 5801"/>
              <a:gd name="p0y14" fmla="*/ 0 h 6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93"/>
            </p:custDataLst>
          </p:nvPr>
        </p:nvSpPr>
        <p:spPr>
          <a:xfrm>
            <a:off x="8126095" y="6127750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94"/>
            </p:custDataLst>
          </p:nvPr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>
            <a:fillRect/>
          </a:stretch>
        </p:blipFill>
        <p:spPr>
          <a:xfrm>
            <a:off x="8202295" y="6184900"/>
            <a:ext cx="99060" cy="152400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97"/>
            </p:custDataLst>
          </p:nvPr>
        </p:nvSpPr>
        <p:spPr>
          <a:xfrm>
            <a:off x="8507730" y="6127750"/>
            <a:ext cx="194691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summary.md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接入真实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控制面</a:t>
            </a:r>
            <a:endParaRPr lang="zh-CN" altLang="en-US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71500" y="11049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 </a:t>
            </a:r>
            <a:r>
              <a:rPr lang="zh-CN"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生命周期事件流</a:t>
            </a:r>
            <a:endParaRPr lang="zh-CN" sz="1350" spc="81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571500" y="1447800"/>
          <a:ext cx="11049000" cy="148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任意多边形 31"/>
          <p:cNvSpPr/>
          <p:nvPr>
            <p:custDataLst>
              <p:tags r:id="rId4"/>
            </p:custDataLst>
          </p:nvPr>
        </p:nvSpPr>
        <p:spPr>
          <a:xfrm>
            <a:off x="335280" y="3166745"/>
            <a:ext cx="5067300" cy="2626995"/>
          </a:xfrm>
          <a:custGeom>
            <a:avLst/>
            <a:gdLst>
              <a:gd name="sw" fmla="*/ 1 w 11021"/>
              <a:gd name="sh" fmla="*/ 1 h 4137"/>
              <a:gd name="mins" fmla="min sw sh"/>
              <a:gd name="dsw" fmla="+- 0 sw mins"/>
              <a:gd name="dsh" fmla="+- 0 sh mins"/>
              <a:gd name="p0x0" fmla="*/ 420 w 11021"/>
              <a:gd name="p0y0" fmla="*/ 0 h 4137"/>
              <a:gd name="p0x1" fmla="*/ 10601 w 11021"/>
              <a:gd name="p0y1" fmla="*/ 0 h 4137"/>
              <a:gd name="p0x2" fmla="*/ 10833 w 11021"/>
              <a:gd name="p0y2" fmla="*/ 0 h 4137"/>
              <a:gd name="p0x3" fmla="*/ 11021 w 11021"/>
              <a:gd name="p0y3" fmla="*/ 188 h 4137"/>
              <a:gd name="p0x4" fmla="*/ 11021 w 11021"/>
              <a:gd name="p0y4" fmla="*/ 420 h 4137"/>
              <a:gd name="p0x5" fmla="*/ 11021 w 11021"/>
              <a:gd name="p0y5" fmla="*/ 3717 h 4137"/>
              <a:gd name="p0x6" fmla="*/ 11021 w 11021"/>
              <a:gd name="p0y6" fmla="*/ 3949 h 4137"/>
              <a:gd name="p0x7" fmla="*/ 10833 w 11021"/>
              <a:gd name="p0y7" fmla="*/ 4137 h 4137"/>
              <a:gd name="p0x8" fmla="*/ 10601 w 11021"/>
              <a:gd name="p0y8" fmla="*/ 4137 h 4137"/>
              <a:gd name="p0x9" fmla="*/ 420 w 11021"/>
              <a:gd name="p0y9" fmla="*/ 4137 h 4137"/>
              <a:gd name="p0x10" fmla="*/ 188 w 11021"/>
              <a:gd name="p0y10" fmla="*/ 4137 h 4137"/>
              <a:gd name="p0x11" fmla="*/ 0 w 11021"/>
              <a:gd name="p0y11" fmla="*/ 3949 h 4137"/>
              <a:gd name="p0x12" fmla="*/ 0 w 11021"/>
              <a:gd name="p0y12" fmla="*/ 3717 h 4137"/>
              <a:gd name="p0x13" fmla="*/ 0 w 11021"/>
              <a:gd name="p0y13" fmla="*/ 420 h 4137"/>
              <a:gd name="p0x14" fmla="*/ 0 w 11021"/>
              <a:gd name="p0y14" fmla="*/ 188 h 4137"/>
              <a:gd name="p0x15" fmla="*/ 188 w 11021"/>
              <a:gd name="p0y15" fmla="*/ 0 h 4137"/>
              <a:gd name="p0x16" fmla="*/ 420 w 11021"/>
              <a:gd name="p0y16" fmla="*/ 0 h 41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530889" y="3349923"/>
            <a:ext cx="6608417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探针位置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6"/>
            </p:custDataLst>
          </p:nvPr>
        </p:nvSpPr>
        <p:spPr>
          <a:xfrm>
            <a:off x="530860" y="36760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578485" y="3733165"/>
            <a:ext cx="171450" cy="1524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10"/>
            </p:custDataLst>
          </p:nvPr>
        </p:nvSpPr>
        <p:spPr>
          <a:xfrm>
            <a:off x="873789" y="3663877"/>
            <a:ext cx="426191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KVCacheManager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1"/>
            </p:custDataLst>
          </p:nvPr>
        </p:nvSpPr>
        <p:spPr>
          <a:xfrm>
            <a:off x="873789" y="3833879"/>
            <a:ext cx="452861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lookup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computed blocks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 tokens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 tokens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12"/>
            </p:custDataLst>
          </p:nvPr>
        </p:nvSpPr>
        <p:spPr>
          <a:xfrm>
            <a:off x="530860" y="41757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597535" y="4232910"/>
            <a:ext cx="13335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873789" y="4163558"/>
            <a:ext cx="273308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BlockPool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7"/>
            </p:custDataLst>
          </p:nvPr>
        </p:nvSpPr>
        <p:spPr>
          <a:xfrm>
            <a:off x="873789" y="4333561"/>
            <a:ext cx="299978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分配、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sealed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touch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free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</a:t>
            </a:r>
            <a:endParaRPr lang="en-US" alt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18"/>
            </p:custDataLst>
          </p:nvPr>
        </p:nvSpPr>
        <p:spPr>
          <a:xfrm>
            <a:off x="530860" y="4675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607060" y="4732655"/>
            <a:ext cx="114300" cy="15240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22"/>
            </p:custDataLst>
          </p:nvPr>
        </p:nvSpPr>
        <p:spPr>
          <a:xfrm>
            <a:off x="873789" y="4663250"/>
            <a:ext cx="2709339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metrics / logger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23"/>
            </p:custDataLst>
          </p:nvPr>
        </p:nvSpPr>
        <p:spPr>
          <a:xfrm>
            <a:off x="873789" y="4833252"/>
            <a:ext cx="297603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cache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相关统计汇入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和日志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24"/>
            </p:custDataLst>
          </p:nvPr>
        </p:nvSpPr>
        <p:spPr>
          <a:xfrm>
            <a:off x="530860" y="51752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607060" y="5232400"/>
            <a:ext cx="11430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28"/>
            </p:custDataLst>
          </p:nvPr>
        </p:nvSpPr>
        <p:spPr>
          <a:xfrm>
            <a:off x="873789" y="5162941"/>
            <a:ext cx="151209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29"/>
            </p:custDataLst>
          </p:nvPr>
        </p:nvSpPr>
        <p:spPr>
          <a:xfrm>
            <a:off x="873789" y="5332943"/>
            <a:ext cx="164544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为后续调度策略预留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hook</a:t>
            </a:r>
            <a:endParaRPr lang="en-US" alt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30"/>
            </p:custDataLst>
          </p:nvPr>
        </p:nvSpPr>
        <p:spPr>
          <a:xfrm>
            <a:off x="5620385" y="2887980"/>
            <a:ext cx="265366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>
            <p:custDataLst>
              <p:tags r:id="rId31"/>
            </p:custDataLst>
          </p:nvPr>
        </p:nvSpPr>
        <p:spPr>
          <a:xfrm>
            <a:off x="5701665" y="311213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7895" t="-1212" r="-7895" b="-1212"/>
          <a:stretch>
            <a:fillRect/>
          </a:stretch>
        </p:blipFill>
        <p:spPr>
          <a:xfrm>
            <a:off x="5725160" y="3131185"/>
            <a:ext cx="209550" cy="21463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35"/>
            </p:custDataLst>
          </p:nvPr>
        </p:nvSpPr>
        <p:spPr>
          <a:xfrm>
            <a:off x="6035040" y="3152969"/>
            <a:ext cx="101218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block_pool.py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36"/>
            </p:custDataLst>
          </p:nvPr>
        </p:nvSpPr>
        <p:spPr>
          <a:xfrm>
            <a:off x="5620385" y="3679190"/>
            <a:ext cx="2653665" cy="706120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37"/>
            </p:custDataLst>
          </p:nvPr>
        </p:nvSpPr>
        <p:spPr>
          <a:xfrm>
            <a:off x="5701665" y="390334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5725160" y="3922395"/>
            <a:ext cx="209550" cy="21463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41"/>
            </p:custDataLst>
          </p:nvPr>
        </p:nvSpPr>
        <p:spPr>
          <a:xfrm>
            <a:off x="6035040" y="3944363"/>
            <a:ext cx="157609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kv_cache_manager.py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42"/>
            </p:custDataLst>
          </p:nvPr>
        </p:nvSpPr>
        <p:spPr>
          <a:xfrm>
            <a:off x="5620385" y="4471035"/>
            <a:ext cx="265366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43"/>
            </p:custDataLst>
          </p:nvPr>
        </p:nvSpPr>
        <p:spPr>
          <a:xfrm>
            <a:off x="5701665" y="469519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5725160" y="4714240"/>
            <a:ext cx="209550" cy="213995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47"/>
            </p:custDataLst>
          </p:nvPr>
        </p:nvSpPr>
        <p:spPr>
          <a:xfrm>
            <a:off x="6035040" y="4735757"/>
            <a:ext cx="147622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kv_cache_metrics.py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48"/>
            </p:custDataLst>
          </p:nvPr>
        </p:nvSpPr>
        <p:spPr>
          <a:xfrm>
            <a:off x="5620385" y="5262245"/>
            <a:ext cx="265366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49"/>
            </p:custDataLst>
          </p:nvPr>
        </p:nvSpPr>
        <p:spPr>
          <a:xfrm>
            <a:off x="5701665" y="548640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4074" t="-9123" r="-4074" b="-9123"/>
          <a:stretch>
            <a:fillRect/>
          </a:stretch>
        </p:blipFill>
        <p:spPr>
          <a:xfrm>
            <a:off x="5737225" y="5505450"/>
            <a:ext cx="185420" cy="213995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53"/>
            </p:custDataLst>
          </p:nvPr>
        </p:nvSpPr>
        <p:spPr>
          <a:xfrm>
            <a:off x="6035040" y="5527151"/>
            <a:ext cx="94200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54"/>
            </p:custDataLst>
          </p:nvPr>
        </p:nvSpPr>
        <p:spPr>
          <a:xfrm>
            <a:off x="8586470" y="3679825"/>
            <a:ext cx="275018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任意多边形 82"/>
          <p:cNvSpPr/>
          <p:nvPr>
            <p:custDataLst>
              <p:tags r:id="rId55"/>
            </p:custDataLst>
          </p:nvPr>
        </p:nvSpPr>
        <p:spPr>
          <a:xfrm>
            <a:off x="8667750" y="390398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4" name="图片 83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2381" t="-20417" r="-2381" b="-20417"/>
          <a:stretch>
            <a:fillRect/>
          </a:stretch>
        </p:blipFill>
        <p:spPr>
          <a:xfrm>
            <a:off x="8691245" y="3923030"/>
            <a:ext cx="209550" cy="214630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59"/>
            </p:custDataLst>
          </p:nvPr>
        </p:nvSpPr>
        <p:spPr>
          <a:xfrm>
            <a:off x="9001125" y="3944915"/>
            <a:ext cx="250716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single_type_kv_cache_manager.py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60"/>
            </p:custDataLst>
          </p:nvPr>
        </p:nvSpPr>
        <p:spPr>
          <a:xfrm>
            <a:off x="8586470" y="4471035"/>
            <a:ext cx="2750185" cy="706120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任意多边形 86"/>
          <p:cNvSpPr/>
          <p:nvPr>
            <p:custDataLst>
              <p:tags r:id="rId61"/>
            </p:custDataLst>
          </p:nvPr>
        </p:nvSpPr>
        <p:spPr>
          <a:xfrm>
            <a:off x="8667750" y="469582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8" name="图片 87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8677275" y="4714875"/>
            <a:ext cx="238125" cy="213995"/>
          </a:xfrm>
          <a:prstGeom prst="rect">
            <a:avLst/>
          </a:prstGeom>
        </p:spPr>
      </p:pic>
      <p:sp>
        <p:nvSpPr>
          <p:cNvPr id="89" name="文本框 88"/>
          <p:cNvSpPr txBox="1"/>
          <p:nvPr>
            <p:custDataLst>
              <p:tags r:id="rId65"/>
            </p:custDataLst>
          </p:nvPr>
        </p:nvSpPr>
        <p:spPr>
          <a:xfrm>
            <a:off x="9001125" y="4736309"/>
            <a:ext cx="62560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stats.py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任意多边形 89"/>
          <p:cNvSpPr/>
          <p:nvPr>
            <p:custDataLst>
              <p:tags r:id="rId66"/>
            </p:custDataLst>
          </p:nvPr>
        </p:nvSpPr>
        <p:spPr>
          <a:xfrm>
            <a:off x="8586470" y="5262880"/>
            <a:ext cx="275018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 90"/>
          <p:cNvSpPr/>
          <p:nvPr>
            <p:custDataLst>
              <p:tags r:id="rId67"/>
            </p:custDataLst>
          </p:nvPr>
        </p:nvSpPr>
        <p:spPr>
          <a:xfrm>
            <a:off x="8667750" y="548703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2" name="图片 91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691245" y="5506085"/>
            <a:ext cx="209550" cy="213995"/>
          </a:xfrm>
          <a:prstGeom prst="rect">
            <a:avLst/>
          </a:prstGeom>
        </p:spPr>
      </p:pic>
      <p:sp>
        <p:nvSpPr>
          <p:cNvPr id="93" name="文本框 92"/>
          <p:cNvSpPr txBox="1"/>
          <p:nvPr>
            <p:custDataLst>
              <p:tags r:id="rId71"/>
            </p:custDataLst>
          </p:nvPr>
        </p:nvSpPr>
        <p:spPr>
          <a:xfrm>
            <a:off x="9001125" y="5527704"/>
            <a:ext cx="79250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loggers.py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/>
          <p:cNvSpPr txBox="1"/>
          <p:nvPr>
            <p:custDataLst>
              <p:tags r:id="rId72"/>
            </p:custDataLst>
          </p:nvPr>
        </p:nvSpPr>
        <p:spPr>
          <a:xfrm>
            <a:off x="8691245" y="3131185"/>
            <a:ext cx="2301875" cy="3600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关键改动文件</a:t>
            </a:r>
            <a:r>
              <a:rPr lang="zh-CN"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以及新增文件</a:t>
            </a:r>
            <a:endParaRPr lang="zh-CN" sz="1350" spc="81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为什么要强调</a:t>
            </a:r>
            <a:r>
              <a:rPr lang="en-US" alt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资源封装</a:t>
            </a:r>
            <a:r>
              <a:rPr lang="en-US" alt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US" altLang="zh-CN" sz="30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122045"/>
          </a:xfrm>
          <a:custGeom>
            <a:avLst/>
            <a:gdLst>
              <a:gd name="sw" fmla="*/ 1 w 17385"/>
              <a:gd name="sh" fmla="*/ 1 h 1766"/>
              <a:gd name="mins" fmla="min sw sh"/>
              <a:gd name="dsw" fmla="+- 0 sw mins"/>
              <a:gd name="dsh" fmla="+- 0 sh mins"/>
              <a:gd name="p0x0" fmla="*/ 60 w 17385"/>
              <a:gd name="p0y0" fmla="*/ 0 h 1766"/>
              <a:gd name="p0x1" fmla="*/ 17325 w 17385"/>
              <a:gd name="p0y1" fmla="*/ 0 h 1766"/>
              <a:gd name="p0x2" fmla="*/ 17358 w 17385"/>
              <a:gd name="p0y2" fmla="*/ 0 h 1766"/>
              <a:gd name="p0x3" fmla="*/ 17385 w 17385"/>
              <a:gd name="p0y3" fmla="*/ 26 h 1766"/>
              <a:gd name="p0x4" fmla="*/ 17385 w 17385"/>
              <a:gd name="p0y4" fmla="*/ 60 h 1766"/>
              <a:gd name="p0x5" fmla="*/ 17385 w 17385"/>
              <a:gd name="p0y5" fmla="*/ 1706 h 1766"/>
              <a:gd name="p0x6" fmla="*/ 17385 w 17385"/>
              <a:gd name="p0y6" fmla="*/ 1740 h 1766"/>
              <a:gd name="p0x7" fmla="*/ 17358 w 17385"/>
              <a:gd name="p0y7" fmla="*/ 1766 h 1766"/>
              <a:gd name="p0x8" fmla="*/ 17325 w 17385"/>
              <a:gd name="p0y8" fmla="*/ 1766 h 1766"/>
              <a:gd name="p0x9" fmla="*/ 60 w 17385"/>
              <a:gd name="p0y9" fmla="*/ 1766 h 1766"/>
              <a:gd name="p0x10" fmla="*/ 26 w 17385"/>
              <a:gd name="p0y10" fmla="*/ 1766 h 1766"/>
              <a:gd name="p0x11" fmla="*/ 0 w 17385"/>
              <a:gd name="p0y11" fmla="*/ 1740 h 1766"/>
              <a:gd name="p0x12" fmla="*/ 0 w 17385"/>
              <a:gd name="p0y12" fmla="*/ 1706 h 1766"/>
              <a:gd name="p0x13" fmla="*/ 0 w 17385"/>
              <a:gd name="p0y13" fmla="*/ 60 h 1766"/>
              <a:gd name="p0x14" fmla="*/ 0 w 17385"/>
              <a:gd name="p0y14" fmla="*/ 26 h 1766"/>
              <a:gd name="p0x15" fmla="*/ 26 w 17385"/>
              <a:gd name="p0y15" fmla="*/ 0 h 1766"/>
              <a:gd name="p0x16" fmla="*/ 60 w 17385"/>
              <a:gd name="p0y16" fmla="*/ 0 h 176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E62D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088898" y="1267758"/>
            <a:ext cx="10014204" cy="801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内部的普通缓存条目，提升为一个</a:t>
            </a: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可以观察、计分、保护、驱逐和复盘的资源对象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575945" y="2469515"/>
            <a:ext cx="5476875" cy="935990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95325" y="28041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752475" y="286131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076325" y="2541765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是什么时候分配的？</a:t>
            </a:r>
            <a:endParaRPr lang="zh-CN" altLang="en-US"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1076325" y="2820848"/>
            <a:ext cx="4857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缺乏分配时间戳记录，无法追溯生命周期起点，难以分析内存使用模式与优化时机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38545" y="2469515"/>
            <a:ext cx="5476875" cy="935990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>
            <a:off x="6257925" y="28041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-3333" b="-3333"/>
          <a:stretch>
            <a:fillRect/>
          </a:stretch>
        </p:blipFill>
        <p:spPr>
          <a:xfrm>
            <a:off x="6315075" y="2861310"/>
            <a:ext cx="15240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6638925" y="2541765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它属于哪个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6638925" y="2820848"/>
            <a:ext cx="4857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归属关系模糊，无法建立请求到内存块的映射，导致调试困难与资源归属混乱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575945" y="3491230"/>
            <a:ext cx="5476875" cy="936625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695325" y="38265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3333" r="-3333"/>
          <a:stretch>
            <a:fillRect/>
          </a:stretch>
        </p:blipFill>
        <p:spPr>
          <a:xfrm>
            <a:off x="752475" y="3883660"/>
            <a:ext cx="152400" cy="1524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1076325" y="3563769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它有没有被多个请求共享？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1076325" y="3842852"/>
            <a:ext cx="4857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共享状态不可见，无法识别复用机会，也难以检测共享冲突导致的性能瓶颈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6138545" y="3491230"/>
            <a:ext cx="5476875" cy="936625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6257925" y="38265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7143" b="-7143"/>
          <a:stretch>
            <a:fillRect/>
          </a:stretch>
        </p:blipFill>
        <p:spPr>
          <a:xfrm>
            <a:off x="6305550" y="3883660"/>
            <a:ext cx="17145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6638925" y="3685661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它被驱逐前被访问过几次？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6638925" y="3964743"/>
            <a:ext cx="48768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访问计数缺失，无法评估驱逐决策的合理性，难以优化缓存替换策略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2"/>
            </p:custDataLst>
          </p:nvPr>
        </p:nvSpPr>
        <p:spPr>
          <a:xfrm>
            <a:off x="575945" y="4513580"/>
            <a:ext cx="5476875" cy="935990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33"/>
            </p:custDataLst>
          </p:nvPr>
        </p:nvSpPr>
        <p:spPr>
          <a:xfrm>
            <a:off x="695325" y="4848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752475" y="4905375"/>
            <a:ext cx="152400" cy="1524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37"/>
            </p:custDataLst>
          </p:nvPr>
        </p:nvSpPr>
        <p:spPr>
          <a:xfrm>
            <a:off x="1076325" y="4707665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它被驱逐后有没有很快又被重算回来？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38"/>
            </p:custDataLst>
          </p:nvPr>
        </p:nvSpPr>
        <p:spPr>
          <a:xfrm>
            <a:off x="1076325" y="4986747"/>
            <a:ext cx="48577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无法识别误驱逐导致的重复计算开销，浪费宝贵的</a:t>
            </a:r>
            <a:r>
              <a:rPr lang="en-US" altLang="zh-CN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算力资源</a:t>
            </a:r>
            <a:endParaRPr lang="zh-CN" altLang="en-US"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39"/>
            </p:custDataLst>
          </p:nvPr>
        </p:nvSpPr>
        <p:spPr>
          <a:xfrm>
            <a:off x="6138545" y="4513580"/>
            <a:ext cx="5476875" cy="935990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 70"/>
          <p:cNvSpPr/>
          <p:nvPr>
            <p:custDataLst>
              <p:tags r:id="rId40"/>
            </p:custDataLst>
          </p:nvPr>
        </p:nvSpPr>
        <p:spPr>
          <a:xfrm>
            <a:off x="6257925" y="4848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10000" r="-10000"/>
          <a:stretch>
            <a:fillRect/>
          </a:stretch>
        </p:blipFill>
        <p:spPr>
          <a:xfrm>
            <a:off x="6315075" y="4905375"/>
            <a:ext cx="152400" cy="152400"/>
          </a:xfrm>
          <a:prstGeom prst="rect">
            <a:avLst/>
          </a:prstGeom>
        </p:spPr>
      </p:pic>
      <p:sp>
        <p:nvSpPr>
          <p:cNvPr id="73" name="文本框 72"/>
          <p:cNvSpPr txBox="1"/>
          <p:nvPr>
            <p:custDataLst>
              <p:tags r:id="rId44"/>
            </p:custDataLst>
          </p:nvPr>
        </p:nvSpPr>
        <p:spPr>
          <a:xfrm>
            <a:off x="6638925" y="4585773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一个冷长尾请求是否污染了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cache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45"/>
            </p:custDataLst>
          </p:nvPr>
        </p:nvSpPr>
        <p:spPr>
          <a:xfrm>
            <a:off x="6638925" y="4864856"/>
            <a:ext cx="4857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长尾请求影响不可追踪，</a:t>
            </a:r>
            <a:r>
              <a:rPr lang="en-US" altLang="zh-CN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cache</a:t>
            </a:r>
            <a:r>
              <a:rPr lang="zh-CN" altLang="en-US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污染风险无法量化，影响缓存命中率</a:t>
            </a:r>
            <a:endParaRPr lang="zh-CN" altLang="en-US"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46"/>
            </p:custDataLst>
          </p:nvPr>
        </p:nvSpPr>
        <p:spPr>
          <a:xfrm>
            <a:off x="575945" y="5535295"/>
            <a:ext cx="5476875" cy="936625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>
            <p:custDataLst>
              <p:tags r:id="rId47"/>
            </p:custDataLst>
          </p:nvPr>
        </p:nvSpPr>
        <p:spPr>
          <a:xfrm>
            <a:off x="695325" y="58705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7" name="图片 76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752475" y="5927725"/>
            <a:ext cx="152400" cy="152400"/>
          </a:xfrm>
          <a:prstGeom prst="rect">
            <a:avLst/>
          </a:prstGeom>
        </p:spPr>
      </p:pic>
      <p:sp>
        <p:nvSpPr>
          <p:cNvPr id="78" name="文本框 77"/>
          <p:cNvSpPr txBox="1"/>
          <p:nvPr>
            <p:custDataLst>
              <p:tags r:id="rId51"/>
            </p:custDataLst>
          </p:nvPr>
        </p:nvSpPr>
        <p:spPr>
          <a:xfrm>
            <a:off x="1076325" y="5729668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某个策略到底保护了哪些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2"/>
            </p:custDataLst>
          </p:nvPr>
        </p:nvSpPr>
        <p:spPr>
          <a:xfrm>
            <a:off x="1076325" y="6008751"/>
            <a:ext cx="48577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策略效果黑盒化，无法验证保护机制的实际覆盖范围与执行效果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资源封装：</a:t>
            </a:r>
            <a:r>
              <a:rPr lang="en-US" alt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OS</a:t>
            </a: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内存管理类比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5945" y="856933"/>
            <a:ext cx="1064039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核心理解：</a:t>
            </a:r>
            <a:r>
              <a:rPr lang="zh-CN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不能把策略判断散落在</a:t>
            </a:r>
            <a:r>
              <a:rPr lang="en-US" altLang="zh-CN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的各个函数里，要把</a:t>
            </a:r>
            <a:r>
              <a:rPr lang="en-US" altLang="zh-CN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封装成</a:t>
            </a:r>
            <a:r>
              <a:rPr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有状态、有生命周期、有价值、有代价</a:t>
            </a:r>
            <a:r>
              <a:rPr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的资源对象</a:t>
            </a:r>
            <a:endParaRPr sz="1500">
              <a:solidFill>
                <a:srgbClr val="7A7A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575945" y="6172200"/>
            <a:ext cx="11039475" cy="476250"/>
          </a:xfrm>
          <a:custGeom>
            <a:avLst/>
            <a:gdLst>
              <a:gd name="sw" fmla="*/ 1 w 17385"/>
              <a:gd name="sh" fmla="*/ 1 h 750"/>
              <a:gd name="mins" fmla="min sw sh"/>
              <a:gd name="dsw" fmla="+- 0 sw mins"/>
              <a:gd name="dsh" fmla="+- 0 sh mins"/>
              <a:gd name="p0x0" fmla="*/ 375 w 17385"/>
              <a:gd name="p0y0" fmla="*/ 0 h 750"/>
              <a:gd name="p0x1" fmla="*/ 17010 w 17385"/>
              <a:gd name="p0y1" fmla="*/ 0 h 750"/>
              <a:gd name="p0x2" fmla="*/ 17217 w 17385"/>
              <a:gd name="p0y2" fmla="*/ 0 h 750"/>
              <a:gd name="p0x3" fmla="*/ 17385 w 17385"/>
              <a:gd name="p0y3" fmla="*/ 167 h 750"/>
              <a:gd name="p0x4" fmla="*/ 17385 w 17385"/>
              <a:gd name="p0y4" fmla="*/ 375 h 750"/>
              <a:gd name="p0x5" fmla="*/ 17385 w 17385"/>
              <a:gd name="p0y5" fmla="*/ 582 h 750"/>
              <a:gd name="p0x6" fmla="*/ 17217 w 17385"/>
              <a:gd name="p0y6" fmla="*/ 750 h 750"/>
              <a:gd name="p0x7" fmla="*/ 17010 w 17385"/>
              <a:gd name="p0y7" fmla="*/ 750 h 750"/>
              <a:gd name="p0x8" fmla="*/ 375 w 17385"/>
              <a:gd name="p0y8" fmla="*/ 750 h 750"/>
              <a:gd name="p0x9" fmla="*/ 167 w 17385"/>
              <a:gd name="p0y9" fmla="*/ 750 h 750"/>
              <a:gd name="p0x10" fmla="*/ 0 w 17385"/>
              <a:gd name="p0y10" fmla="*/ 582 h 750"/>
              <a:gd name="p0x11" fmla="*/ 0 w 17385"/>
              <a:gd name="p0y11" fmla="*/ 375 h 750"/>
              <a:gd name="p0x12" fmla="*/ 0 w 17385"/>
              <a:gd name="p0y12" fmla="*/ 167 h 750"/>
              <a:gd name="p0x13" fmla="*/ 167 w 17385"/>
              <a:gd name="p0y13" fmla="*/ 0 h 750"/>
              <a:gd name="p0x14" fmla="*/ 375 w 17385"/>
              <a:gd name="p0y14" fmla="*/ 0 h 75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21418" y="6278563"/>
            <a:ext cx="514014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r>
              <a:rPr 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不再只是模拟器，而是进入了真实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控制面</a:t>
            </a:r>
            <a:endParaRPr lang="zh-CN" altLang="en-US"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581025" y="1214755"/>
          <a:ext cx="10981055" cy="4750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935"/>
                <a:gridCol w="604012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OS</a:t>
                      </a:r>
                      <a:r>
                        <a:rPr lang="zh-CN"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内存管理</a:t>
                      </a:r>
                      <a:endParaRPr lang="zh-CN"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4E62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KVFabric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4E62DF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physical page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block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table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 block table / block table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sharing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cache sharing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fault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miss / recompute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450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replacement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block eviction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working set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active prompt / hot prefix / family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450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reclaim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cache pressure</a:t>
                      </a:r>
                      <a:r>
                        <a:rPr lang="zh-CN" altLang="en-US"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下的</a:t>
                      </a:r>
                      <a:r>
                        <a:rPr lang="en-US" altLang="zh-CN"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</a:t>
                      </a:r>
                      <a:r>
                        <a:rPr lang="zh-CN" altLang="en-US"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选择</a:t>
                      </a:r>
                      <a:endParaRPr lang="zh-CN" altLang="en-US"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admission control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是否允许冷长尾完整进入</a:t>
                      </a:r>
                      <a:r>
                        <a:rPr lang="en-US" altLang="zh-CN"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prefix cache</a:t>
                      </a:r>
                      <a:endParaRPr lang="en-US" altLang="zh-CN"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fault cost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prefill recompute cost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33107" y="2042965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Arial" panose="020B0604020202020204" pitchFamily="34" charset="0"/>
              </a:rPr>
              <a:t>资源封装的基本目标</a:t>
            </a:r>
            <a:endParaRPr sz="3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4733290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60 w 4065"/>
              <a:gd name="p0y0" fmla="*/ 0 h 8445"/>
              <a:gd name="p0x1" fmla="*/ 4005 w 4065"/>
              <a:gd name="p0y1" fmla="*/ 0 h 8445"/>
              <a:gd name="p0x2" fmla="*/ 4038 w 4065"/>
              <a:gd name="p0y2" fmla="*/ 0 h 8445"/>
              <a:gd name="p0x3" fmla="*/ 4065 w 4065"/>
              <a:gd name="p0y3" fmla="*/ 26 h 8445"/>
              <a:gd name="p0x4" fmla="*/ 4065 w 4065"/>
              <a:gd name="p0y4" fmla="*/ 60 h 8445"/>
              <a:gd name="p0x5" fmla="*/ 4065 w 4065"/>
              <a:gd name="p0y5" fmla="*/ 8385 h 8445"/>
              <a:gd name="p0x6" fmla="*/ 4065 w 4065"/>
              <a:gd name="p0y6" fmla="*/ 8418 h 8445"/>
              <a:gd name="p0x7" fmla="*/ 4038 w 4065"/>
              <a:gd name="p0y7" fmla="*/ 8445 h 8445"/>
              <a:gd name="p0x8" fmla="*/ 4005 w 4065"/>
              <a:gd name="p0y8" fmla="*/ 8445 h 8445"/>
              <a:gd name="p0x9" fmla="*/ 60 w 4065"/>
              <a:gd name="p0y9" fmla="*/ 8445 h 8445"/>
              <a:gd name="p0x10" fmla="*/ 26 w 4065"/>
              <a:gd name="p0y10" fmla="*/ 8445 h 8445"/>
              <a:gd name="p0x11" fmla="*/ 0 w 4065"/>
              <a:gd name="p0y11" fmla="*/ 8418 h 8445"/>
              <a:gd name="p0x12" fmla="*/ 0 w 4065"/>
              <a:gd name="p0y12" fmla="*/ 8385 h 8445"/>
              <a:gd name="p0x13" fmla="*/ 0 w 4065"/>
              <a:gd name="p0y13" fmla="*/ 60 h 8445"/>
              <a:gd name="p0x14" fmla="*/ 0 w 4065"/>
              <a:gd name="p0y14" fmla="*/ 26 h 8445"/>
              <a:gd name="p0x15" fmla="*/ 26 w 4065"/>
              <a:gd name="p0y15" fmla="*/ 0 h 8445"/>
              <a:gd name="p0x16" fmla="*/ 60 w 4065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16192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7143" b="-7143"/>
          <a:stretch>
            <a:fillRect/>
          </a:stretch>
        </p:blipFill>
        <p:spPr>
          <a:xfrm>
            <a:off x="1695450" y="1400175"/>
            <a:ext cx="342900" cy="3048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466850" y="18983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可观察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8"/>
            </p:custDataLst>
          </p:nvPr>
        </p:nvSpPr>
        <p:spPr>
          <a:xfrm>
            <a:off x="771525" y="38430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28675" y="3900170"/>
            <a:ext cx="152400" cy="1524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1152525" y="35052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从出现到消失的完整生命周期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3"/>
            </p:custDataLst>
          </p:nvPr>
        </p:nvSpPr>
        <p:spPr>
          <a:xfrm>
            <a:off x="771525" y="4719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828675" y="4776470"/>
            <a:ext cx="152400" cy="1524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152525" y="4533900"/>
            <a:ext cx="18097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追踪状态变化的完整过程</a:t>
            </a:r>
            <a:endParaRPr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3395345" y="1109345"/>
            <a:ext cx="2581275" cy="4733290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60 w 4065"/>
              <a:gd name="p0y0" fmla="*/ 0 h 8445"/>
              <a:gd name="p0x1" fmla="*/ 4005 w 4065"/>
              <a:gd name="p0y1" fmla="*/ 0 h 8445"/>
              <a:gd name="p0x2" fmla="*/ 4038 w 4065"/>
              <a:gd name="p0y2" fmla="*/ 0 h 8445"/>
              <a:gd name="p0x3" fmla="*/ 4065 w 4065"/>
              <a:gd name="p0y3" fmla="*/ 26 h 8445"/>
              <a:gd name="p0x4" fmla="*/ 4065 w 4065"/>
              <a:gd name="p0y4" fmla="*/ 60 h 8445"/>
              <a:gd name="p0x5" fmla="*/ 4065 w 4065"/>
              <a:gd name="p0y5" fmla="*/ 8385 h 8445"/>
              <a:gd name="p0x6" fmla="*/ 4065 w 4065"/>
              <a:gd name="p0y6" fmla="*/ 8418 h 8445"/>
              <a:gd name="p0x7" fmla="*/ 4038 w 4065"/>
              <a:gd name="p0y7" fmla="*/ 8445 h 8445"/>
              <a:gd name="p0x8" fmla="*/ 4005 w 4065"/>
              <a:gd name="p0y8" fmla="*/ 8445 h 8445"/>
              <a:gd name="p0x9" fmla="*/ 60 w 4065"/>
              <a:gd name="p0y9" fmla="*/ 8445 h 8445"/>
              <a:gd name="p0x10" fmla="*/ 26 w 4065"/>
              <a:gd name="p0y10" fmla="*/ 8445 h 8445"/>
              <a:gd name="p0x11" fmla="*/ 0 w 4065"/>
              <a:gd name="p0y11" fmla="*/ 8418 h 8445"/>
              <a:gd name="p0x12" fmla="*/ 0 w 4065"/>
              <a:gd name="p0y12" fmla="*/ 8385 h 8445"/>
              <a:gd name="p0x13" fmla="*/ 0 w 4065"/>
              <a:gd name="p0y13" fmla="*/ 60 h 8445"/>
              <a:gd name="p0x14" fmla="*/ 0 w 4065"/>
              <a:gd name="p0y14" fmla="*/ 26 h 8445"/>
              <a:gd name="p0x15" fmla="*/ 26 w 4065"/>
              <a:gd name="p0y15" fmla="*/ 0 h 8445"/>
              <a:gd name="p0x16" fmla="*/ 60 w 4065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44386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7143" b="-7143"/>
          <a:stretch>
            <a:fillRect/>
          </a:stretch>
        </p:blipFill>
        <p:spPr>
          <a:xfrm>
            <a:off x="4533900" y="1400175"/>
            <a:ext cx="304800" cy="3048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4286250" y="18983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可计分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3590925" y="35382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3648075" y="3595370"/>
            <a:ext cx="152400" cy="1524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3971925" y="32004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depth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 count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 degree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9"/>
            </p:custDataLst>
          </p:nvPr>
        </p:nvSpPr>
        <p:spPr>
          <a:xfrm>
            <a:off x="3590925" y="4719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3657600" y="4776470"/>
            <a:ext cx="13335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3"/>
            </p:custDataLst>
          </p:nvPr>
        </p:nvSpPr>
        <p:spPr>
          <a:xfrm>
            <a:off x="3971925" y="4229100"/>
            <a:ext cx="1809750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branch factor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recompute cost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等多维度评估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价值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4"/>
            </p:custDataLst>
          </p:nvPr>
        </p:nvSpPr>
        <p:spPr>
          <a:xfrm>
            <a:off x="6214745" y="1109345"/>
            <a:ext cx="2581275" cy="4733290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60 w 4065"/>
              <a:gd name="p0y0" fmla="*/ 0 h 8445"/>
              <a:gd name="p0x1" fmla="*/ 4005 w 4065"/>
              <a:gd name="p0y1" fmla="*/ 0 h 8445"/>
              <a:gd name="p0x2" fmla="*/ 4038 w 4065"/>
              <a:gd name="p0y2" fmla="*/ 0 h 8445"/>
              <a:gd name="p0x3" fmla="*/ 4065 w 4065"/>
              <a:gd name="p0y3" fmla="*/ 26 h 8445"/>
              <a:gd name="p0x4" fmla="*/ 4065 w 4065"/>
              <a:gd name="p0y4" fmla="*/ 60 h 8445"/>
              <a:gd name="p0x5" fmla="*/ 4065 w 4065"/>
              <a:gd name="p0y5" fmla="*/ 8385 h 8445"/>
              <a:gd name="p0x6" fmla="*/ 4065 w 4065"/>
              <a:gd name="p0y6" fmla="*/ 8418 h 8445"/>
              <a:gd name="p0x7" fmla="*/ 4038 w 4065"/>
              <a:gd name="p0y7" fmla="*/ 8445 h 8445"/>
              <a:gd name="p0x8" fmla="*/ 4005 w 4065"/>
              <a:gd name="p0y8" fmla="*/ 8445 h 8445"/>
              <a:gd name="p0x9" fmla="*/ 60 w 4065"/>
              <a:gd name="p0y9" fmla="*/ 8445 h 8445"/>
              <a:gd name="p0x10" fmla="*/ 26 w 4065"/>
              <a:gd name="p0y10" fmla="*/ 8445 h 8445"/>
              <a:gd name="p0x11" fmla="*/ 0 w 4065"/>
              <a:gd name="p0y11" fmla="*/ 8418 h 8445"/>
              <a:gd name="p0x12" fmla="*/ 0 w 4065"/>
              <a:gd name="p0y12" fmla="*/ 8385 h 8445"/>
              <a:gd name="p0x13" fmla="*/ 0 w 4065"/>
              <a:gd name="p0y13" fmla="*/ 60 h 8445"/>
              <a:gd name="p0x14" fmla="*/ 0 w 4065"/>
              <a:gd name="p0y14" fmla="*/ 26 h 8445"/>
              <a:gd name="p0x15" fmla="*/ 26 w 4065"/>
              <a:gd name="p0y15" fmla="*/ 0 h 8445"/>
              <a:gd name="p0x16" fmla="*/ 60 w 4065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5"/>
            </p:custDataLst>
          </p:nvPr>
        </p:nvSpPr>
        <p:spPr>
          <a:xfrm>
            <a:off x="72580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3333" b="-3333"/>
          <a:stretch>
            <a:fillRect/>
          </a:stretch>
        </p:blipFill>
        <p:spPr>
          <a:xfrm>
            <a:off x="7353300" y="1400175"/>
            <a:ext cx="304800" cy="3048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39"/>
            </p:custDataLst>
          </p:nvPr>
        </p:nvSpPr>
        <p:spPr>
          <a:xfrm>
            <a:off x="7105650" y="18983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可控制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0"/>
            </p:custDataLst>
          </p:nvPr>
        </p:nvSpPr>
        <p:spPr>
          <a:xfrm>
            <a:off x="6410325" y="36906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6477000" y="3747770"/>
            <a:ext cx="13335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4"/>
            </p:custDataLst>
          </p:nvPr>
        </p:nvSpPr>
        <p:spPr>
          <a:xfrm>
            <a:off x="6791325" y="33528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admission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准入、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eviction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淘汰策略控制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5"/>
            </p:custDataLst>
          </p:nvPr>
        </p:nvSpPr>
        <p:spPr>
          <a:xfrm>
            <a:off x="6410325" y="4719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>
          <a:xfrm>
            <a:off x="6467475" y="4776470"/>
            <a:ext cx="15240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49"/>
            </p:custDataLst>
          </p:nvPr>
        </p:nvSpPr>
        <p:spPr>
          <a:xfrm>
            <a:off x="6791325" y="43815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scheduler hook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metrics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指标四个关键位置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0"/>
            </p:custDataLst>
          </p:nvPr>
        </p:nvSpPr>
        <p:spPr>
          <a:xfrm>
            <a:off x="9034145" y="1109345"/>
            <a:ext cx="2581275" cy="473265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60 w 4065"/>
              <a:gd name="p0y0" fmla="*/ 0 h 8445"/>
              <a:gd name="p0x1" fmla="*/ 4005 w 4065"/>
              <a:gd name="p0y1" fmla="*/ 0 h 8445"/>
              <a:gd name="p0x2" fmla="*/ 4038 w 4065"/>
              <a:gd name="p0y2" fmla="*/ 0 h 8445"/>
              <a:gd name="p0x3" fmla="*/ 4065 w 4065"/>
              <a:gd name="p0y3" fmla="*/ 26 h 8445"/>
              <a:gd name="p0x4" fmla="*/ 4065 w 4065"/>
              <a:gd name="p0y4" fmla="*/ 60 h 8445"/>
              <a:gd name="p0x5" fmla="*/ 4065 w 4065"/>
              <a:gd name="p0y5" fmla="*/ 8385 h 8445"/>
              <a:gd name="p0x6" fmla="*/ 4065 w 4065"/>
              <a:gd name="p0y6" fmla="*/ 8418 h 8445"/>
              <a:gd name="p0x7" fmla="*/ 4038 w 4065"/>
              <a:gd name="p0y7" fmla="*/ 8445 h 8445"/>
              <a:gd name="p0x8" fmla="*/ 4005 w 4065"/>
              <a:gd name="p0y8" fmla="*/ 8445 h 8445"/>
              <a:gd name="p0x9" fmla="*/ 60 w 4065"/>
              <a:gd name="p0y9" fmla="*/ 8445 h 8445"/>
              <a:gd name="p0x10" fmla="*/ 26 w 4065"/>
              <a:gd name="p0y10" fmla="*/ 8445 h 8445"/>
              <a:gd name="p0x11" fmla="*/ 0 w 4065"/>
              <a:gd name="p0y11" fmla="*/ 8418 h 8445"/>
              <a:gd name="p0x12" fmla="*/ 0 w 4065"/>
              <a:gd name="p0y12" fmla="*/ 8385 h 8445"/>
              <a:gd name="p0x13" fmla="*/ 0 w 4065"/>
              <a:gd name="p0y13" fmla="*/ 60 h 8445"/>
              <a:gd name="p0x14" fmla="*/ 0 w 4065"/>
              <a:gd name="p0y14" fmla="*/ 26 h 8445"/>
              <a:gd name="p0x15" fmla="*/ 26 w 4065"/>
              <a:gd name="p0y15" fmla="*/ 0 h 8445"/>
              <a:gd name="p0x16" fmla="*/ 60 w 4065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1"/>
            </p:custDataLst>
          </p:nvPr>
        </p:nvSpPr>
        <p:spPr>
          <a:xfrm>
            <a:off x="100774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10172700" y="1400175"/>
            <a:ext cx="304800" cy="30480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5"/>
            </p:custDataLst>
          </p:nvPr>
        </p:nvSpPr>
        <p:spPr>
          <a:xfrm>
            <a:off x="9925050" y="18983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可复盘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6"/>
            </p:custDataLst>
          </p:nvPr>
        </p:nvSpPr>
        <p:spPr>
          <a:xfrm>
            <a:off x="9229725" y="36906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>
            <a:fillRect/>
          </a:stretch>
        </p:blipFill>
        <p:spPr>
          <a:xfrm>
            <a:off x="9305925" y="3747770"/>
            <a:ext cx="11430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0"/>
            </p:custDataLst>
          </p:nvPr>
        </p:nvSpPr>
        <p:spPr>
          <a:xfrm>
            <a:off x="9610725" y="33528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JSONL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summary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回看策略效果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1"/>
            </p:custDataLst>
          </p:nvPr>
        </p:nvSpPr>
        <p:spPr>
          <a:xfrm>
            <a:off x="9229725" y="4719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>
            <a:fillRect/>
          </a:stretch>
        </p:blipFill>
        <p:spPr>
          <a:xfrm>
            <a:off x="9286875" y="4776470"/>
            <a:ext cx="152400" cy="15240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65"/>
            </p:custDataLst>
          </p:nvPr>
        </p:nvSpPr>
        <p:spPr>
          <a:xfrm>
            <a:off x="9610725" y="43815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metadata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开销、普通场景是否退化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33107" y="2042965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资源封装：从模拟闭环到真实</a:t>
            </a:r>
            <a:r>
              <a:rPr lang="en-US" alt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vLLM</a:t>
            </a: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落地</a:t>
            </a:r>
            <a:endParaRPr lang="zh-CN" altLang="en-US" sz="30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487035" y="1104900"/>
            <a:ext cx="19050" cy="2343150"/>
          </a:xfrm>
          <a:prstGeom prst="rect">
            <a:avLst/>
          </a:prstGeom>
          <a:gradFill>
            <a:gsLst>
              <a:gs pos="0">
                <a:srgbClr val="4E62DF">
                  <a:alpha val="0"/>
                </a:srgbClr>
              </a:gs>
              <a:gs pos="50000">
                <a:srgbClr val="4E62DF"/>
              </a:gs>
              <a:gs pos="100000">
                <a:srgbClr val="4E62D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5229860" y="352425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  <a:effectLst>
            <a:outerShdw blurRad="457200" algn="ctr" rotWithShape="0">
              <a:srgbClr val="4E62DF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6667" b="-16667"/>
          <a:stretch>
            <a:fillRect/>
          </a:stretch>
        </p:blipFill>
        <p:spPr>
          <a:xfrm>
            <a:off x="5420360" y="3714750"/>
            <a:ext cx="152400" cy="1524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5487035" y="4133850"/>
            <a:ext cx="19050" cy="2343150"/>
          </a:xfrm>
          <a:prstGeom prst="rect">
            <a:avLst/>
          </a:prstGeom>
          <a:gradFill>
            <a:gsLst>
              <a:gs pos="0">
                <a:srgbClr val="4E62DF">
                  <a:alpha val="0"/>
                </a:srgbClr>
              </a:gs>
              <a:gs pos="50000">
                <a:srgbClr val="4E62DF"/>
              </a:gs>
              <a:gs pos="100000">
                <a:srgbClr val="4E62D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>
            <p:custDataLst>
              <p:tags r:id="rId8"/>
            </p:custDataLst>
          </p:nvPr>
        </p:nvSpPr>
        <p:spPr>
          <a:xfrm>
            <a:off x="575945" y="1109345"/>
            <a:ext cx="4382770" cy="5362575"/>
          </a:xfrm>
          <a:custGeom>
            <a:avLst/>
            <a:gdLst>
              <a:gd name="sw" fmla="*/ 1 w 6901"/>
              <a:gd name="sh" fmla="*/ 1 h 8445"/>
              <a:gd name="mins" fmla="min sw sh"/>
              <a:gd name="dsw" fmla="+- 0 sw mins"/>
              <a:gd name="dsh" fmla="+- 0 sh mins"/>
              <a:gd name="p0x0" fmla="*/ 60 w 6901"/>
              <a:gd name="p0y0" fmla="*/ 0 h 8445"/>
              <a:gd name="p0x1" fmla="*/ 6841 w 6901"/>
              <a:gd name="p0y1" fmla="*/ 0 h 8445"/>
              <a:gd name="p0x2" fmla="*/ 6875 w 6901"/>
              <a:gd name="p0y2" fmla="*/ 0 h 8445"/>
              <a:gd name="p0x3" fmla="*/ 6901 w 6901"/>
              <a:gd name="p0y3" fmla="*/ 26 h 8445"/>
              <a:gd name="p0x4" fmla="*/ 6901 w 6901"/>
              <a:gd name="p0y4" fmla="*/ 60 h 8445"/>
              <a:gd name="p0x5" fmla="*/ 6901 w 6901"/>
              <a:gd name="p0y5" fmla="*/ 8385 h 8445"/>
              <a:gd name="p0x6" fmla="*/ 6901 w 6901"/>
              <a:gd name="p0y6" fmla="*/ 8418 h 8445"/>
              <a:gd name="p0x7" fmla="*/ 6875 w 6901"/>
              <a:gd name="p0y7" fmla="*/ 8445 h 8445"/>
              <a:gd name="p0x8" fmla="*/ 6841 w 6901"/>
              <a:gd name="p0y8" fmla="*/ 8445 h 8445"/>
              <a:gd name="p0x9" fmla="*/ 60 w 6901"/>
              <a:gd name="p0y9" fmla="*/ 8445 h 8445"/>
              <a:gd name="p0x10" fmla="*/ 26 w 6901"/>
              <a:gd name="p0y10" fmla="*/ 8445 h 8445"/>
              <a:gd name="p0x11" fmla="*/ 0 w 6901"/>
              <a:gd name="p0y11" fmla="*/ 8418 h 8445"/>
              <a:gd name="p0x12" fmla="*/ 0 w 6901"/>
              <a:gd name="p0y12" fmla="*/ 8385 h 8445"/>
              <a:gd name="p0x13" fmla="*/ 0 w 6901"/>
              <a:gd name="p0y13" fmla="*/ 60 h 8445"/>
              <a:gd name="p0x14" fmla="*/ 0 w 6901"/>
              <a:gd name="p0y14" fmla="*/ 26 h 8445"/>
              <a:gd name="p0x15" fmla="*/ 26 w 6901"/>
              <a:gd name="p0y15" fmla="*/ 0 h 8445"/>
              <a:gd name="p0x16" fmla="*/ 60 w 6901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 w="9525" cmpd="sng">
            <a:solidFill>
              <a:srgbClr val="9AAEF5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9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71220" y="1385570"/>
            <a:ext cx="219075" cy="25273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13"/>
            </p:custDataLst>
          </p:nvPr>
        </p:nvSpPr>
        <p:spPr>
          <a:xfrm>
            <a:off x="1304925" y="133159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模拟阶段预验证</a:t>
            </a:r>
            <a:endParaRPr sz="210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14"/>
            </p:custDataLst>
          </p:nvPr>
        </p:nvSpPr>
        <p:spPr>
          <a:xfrm>
            <a:off x="771525" y="2232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819150" y="2289175"/>
            <a:ext cx="171450" cy="15240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18"/>
            </p:custDataLst>
          </p:nvPr>
        </p:nvSpPr>
        <p:spPr>
          <a:xfrm>
            <a:off x="1152525" y="2217915"/>
            <a:ext cx="361124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资源抽象定义</a:t>
            </a:r>
            <a:endParaRPr sz="150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9"/>
            </p:custDataLst>
          </p:nvPr>
        </p:nvSpPr>
        <p:spPr>
          <a:xfrm>
            <a:off x="1152525" y="2493188"/>
            <a:ext cx="3611242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BlockRef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RequestSpec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BlockLife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EvictionEvent</a:t>
            </a:r>
            <a:endParaRPr lang="en-US" altLang="zh-CN" sz="13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20"/>
            </p:custDataLst>
          </p:nvPr>
        </p:nvSpPr>
        <p:spPr>
          <a:xfrm>
            <a:off x="771525" y="352679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38200" y="3583940"/>
            <a:ext cx="133350" cy="15240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24"/>
            </p:custDataLst>
          </p:nvPr>
        </p:nvSpPr>
        <p:spPr>
          <a:xfrm>
            <a:off x="1152525" y="3512791"/>
            <a:ext cx="361124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BlockLife</a:t>
            </a:r>
            <a:r>
              <a:rPr lang="zh-CN" sz="15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核心字段</a:t>
            </a:r>
            <a:endParaRPr lang="zh-CN" sz="150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25"/>
            </p:custDataLst>
          </p:nvPr>
        </p:nvSpPr>
        <p:spPr>
          <a:xfrm>
            <a:off x="1152525" y="3788064"/>
            <a:ext cx="3583781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prefix_depth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recompute_cost_tokens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hit_count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zh-CN" sz="135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</a:t>
            </a:r>
            <a:r>
              <a:rPr lang="en-US" altLang="zh-CN" sz="135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35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元数据设计的直接来源</a:t>
            </a:r>
            <a:endParaRPr lang="zh-CN" altLang="en-US" sz="135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26"/>
            </p:custDataLst>
          </p:nvPr>
        </p:nvSpPr>
        <p:spPr>
          <a:xfrm>
            <a:off x="771525" y="5095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828675" y="5153025"/>
            <a:ext cx="152400" cy="15240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30"/>
            </p:custDataLst>
          </p:nvPr>
        </p:nvSpPr>
        <p:spPr>
          <a:xfrm>
            <a:off x="1152525" y="5081959"/>
            <a:ext cx="361124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验证价值</a:t>
            </a:r>
            <a:endParaRPr sz="150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1"/>
            </p:custDataLst>
          </p:nvPr>
        </p:nvSpPr>
        <p:spPr>
          <a:xfrm>
            <a:off x="1152525" y="5357232"/>
            <a:ext cx="355959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先证明资源对象建模、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A/B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对比可行性，</a:t>
            </a:r>
            <a:r>
              <a:rPr sz="135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避免直接在复杂运行时中盲改</a:t>
            </a:r>
            <a:endParaRPr sz="135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32"/>
            </p:custDataLst>
          </p:nvPr>
        </p:nvSpPr>
        <p:spPr>
          <a:xfrm>
            <a:off x="6035040" y="1109345"/>
            <a:ext cx="5580380" cy="5362575"/>
          </a:xfrm>
          <a:custGeom>
            <a:avLst/>
            <a:gdLst>
              <a:gd name="sw" fmla="*/ 1 w 8788"/>
              <a:gd name="sh" fmla="*/ 1 h 8445"/>
              <a:gd name="mins" fmla="min sw sh"/>
              <a:gd name="dsw" fmla="+- 0 sw mins"/>
              <a:gd name="dsh" fmla="+- 0 sh mins"/>
              <a:gd name="p0x0" fmla="*/ 60 w 8788"/>
              <a:gd name="p0y0" fmla="*/ 0 h 8445"/>
              <a:gd name="p0x1" fmla="*/ 8728 w 8788"/>
              <a:gd name="p0y1" fmla="*/ 0 h 8445"/>
              <a:gd name="p0x2" fmla="*/ 8761 w 8788"/>
              <a:gd name="p0y2" fmla="*/ 0 h 8445"/>
              <a:gd name="p0x3" fmla="*/ 8788 w 8788"/>
              <a:gd name="p0y3" fmla="*/ 26 h 8445"/>
              <a:gd name="p0x4" fmla="*/ 8788 w 8788"/>
              <a:gd name="p0y4" fmla="*/ 60 h 8445"/>
              <a:gd name="p0x5" fmla="*/ 8788 w 8788"/>
              <a:gd name="p0y5" fmla="*/ 8385 h 8445"/>
              <a:gd name="p0x6" fmla="*/ 8788 w 8788"/>
              <a:gd name="p0y6" fmla="*/ 8418 h 8445"/>
              <a:gd name="p0x7" fmla="*/ 8761 w 8788"/>
              <a:gd name="p0y7" fmla="*/ 8445 h 8445"/>
              <a:gd name="p0x8" fmla="*/ 8728 w 8788"/>
              <a:gd name="p0y8" fmla="*/ 8445 h 8445"/>
              <a:gd name="p0x9" fmla="*/ 60 w 8788"/>
              <a:gd name="p0y9" fmla="*/ 8445 h 8445"/>
              <a:gd name="p0x10" fmla="*/ 26 w 8788"/>
              <a:gd name="p0y10" fmla="*/ 8445 h 8445"/>
              <a:gd name="p0x11" fmla="*/ 0 w 8788"/>
              <a:gd name="p0y11" fmla="*/ 8418 h 8445"/>
              <a:gd name="p0x12" fmla="*/ 0 w 8788"/>
              <a:gd name="p0y12" fmla="*/ 8385 h 8445"/>
              <a:gd name="p0x13" fmla="*/ 0 w 8788"/>
              <a:gd name="p0y13" fmla="*/ 60 h 8445"/>
              <a:gd name="p0x14" fmla="*/ 0 w 8788"/>
              <a:gd name="p0y14" fmla="*/ 26 h 8445"/>
              <a:gd name="p0x15" fmla="*/ 26 w 8788"/>
              <a:gd name="p0y15" fmla="*/ 0 h 8445"/>
              <a:gd name="p0x16" fmla="*/ 60 w 8788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E62D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 67"/>
          <p:cNvSpPr/>
          <p:nvPr>
            <p:custDataLst>
              <p:tags r:id="rId33"/>
            </p:custDataLst>
          </p:nvPr>
        </p:nvSpPr>
        <p:spPr>
          <a:xfrm>
            <a:off x="622998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t="-7143" b="-7143"/>
          <a:stretch>
            <a:fillRect/>
          </a:stretch>
        </p:blipFill>
        <p:spPr>
          <a:xfrm>
            <a:off x="6344285" y="1400175"/>
            <a:ext cx="266700" cy="304800"/>
          </a:xfrm>
          <a:prstGeom prst="rect">
            <a:avLst/>
          </a:prstGeom>
        </p:spPr>
      </p:pic>
      <p:sp>
        <p:nvSpPr>
          <p:cNvPr id="70" name="文本框 69"/>
          <p:cNvSpPr txBox="1"/>
          <p:nvPr>
            <p:custDataLst>
              <p:tags r:id="rId37"/>
            </p:custDataLst>
          </p:nvPr>
        </p:nvSpPr>
        <p:spPr>
          <a:xfrm>
            <a:off x="6840217" y="1369695"/>
            <a:ext cx="283852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</a:t>
            </a:r>
            <a:r>
              <a:rPr lang="en-US" altLang="zh-CN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核心封装层</a:t>
            </a:r>
            <a:endParaRPr lang="zh-CN" altLang="en-US"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38"/>
            </p:custDataLst>
          </p:nvPr>
        </p:nvSpPr>
        <p:spPr>
          <a:xfrm>
            <a:off x="6229985" y="25209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t="-7143" b="-7143"/>
          <a:stretch>
            <a:fillRect/>
          </a:stretch>
        </p:blipFill>
        <p:spPr>
          <a:xfrm>
            <a:off x="6296660" y="2578100"/>
            <a:ext cx="133350" cy="152400"/>
          </a:xfrm>
          <a:prstGeom prst="rect">
            <a:avLst/>
          </a:prstGeom>
        </p:spPr>
      </p:pic>
      <p:sp>
        <p:nvSpPr>
          <p:cNvPr id="73" name="文本框 72"/>
          <p:cNvSpPr txBox="1"/>
          <p:nvPr>
            <p:custDataLst>
              <p:tags r:id="rId42"/>
            </p:custDataLst>
          </p:nvPr>
        </p:nvSpPr>
        <p:spPr>
          <a:xfrm>
            <a:off x="6611617" y="2521372"/>
            <a:ext cx="193283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block side table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43"/>
            </p:custDataLst>
          </p:nvPr>
        </p:nvSpPr>
        <p:spPr>
          <a:xfrm>
            <a:off x="6229985" y="31661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6250" r="-6250"/>
          <a:stretch>
            <a:fillRect/>
          </a:stretch>
        </p:blipFill>
        <p:spPr>
          <a:xfrm>
            <a:off x="6277610" y="3223260"/>
            <a:ext cx="171450" cy="152400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47"/>
            </p:custDataLst>
          </p:nvPr>
        </p:nvSpPr>
        <p:spPr>
          <a:xfrm>
            <a:off x="6611617" y="3166320"/>
            <a:ext cx="251444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lifecycle event recorder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48"/>
            </p:custDataLst>
          </p:nvPr>
        </p:nvSpPr>
        <p:spPr>
          <a:xfrm>
            <a:off x="6229985" y="38106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8" name="图片 77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>
          <a:xfrm>
            <a:off x="6306185" y="3867785"/>
            <a:ext cx="114300" cy="152400"/>
          </a:xfrm>
          <a:prstGeom prst="rect">
            <a:avLst/>
          </a:prstGeom>
        </p:spPr>
      </p:pic>
      <p:sp>
        <p:nvSpPr>
          <p:cNvPr id="79" name="文本框 78"/>
          <p:cNvSpPr txBox="1"/>
          <p:nvPr>
            <p:custDataLst>
              <p:tags r:id="rId52"/>
            </p:custDataLst>
          </p:nvPr>
        </p:nvSpPr>
        <p:spPr>
          <a:xfrm>
            <a:off x="6611617" y="3811267"/>
            <a:ext cx="240186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retain score calculator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53"/>
            </p:custDataLst>
          </p:nvPr>
        </p:nvSpPr>
        <p:spPr>
          <a:xfrm>
            <a:off x="6229985" y="44557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" name="图片 80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6287135" y="4512945"/>
            <a:ext cx="152400" cy="152400"/>
          </a:xfrm>
          <a:prstGeom prst="rect">
            <a:avLst/>
          </a:prstGeom>
        </p:spPr>
      </p:pic>
      <p:sp>
        <p:nvSpPr>
          <p:cNvPr id="82" name="文本框 81"/>
          <p:cNvSpPr txBox="1"/>
          <p:nvPr>
            <p:custDataLst>
              <p:tags r:id="rId57"/>
            </p:custDataLst>
          </p:nvPr>
        </p:nvSpPr>
        <p:spPr>
          <a:xfrm>
            <a:off x="6611617" y="4456214"/>
            <a:ext cx="266097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protected block classifier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58"/>
            </p:custDataLst>
          </p:nvPr>
        </p:nvSpPr>
        <p:spPr>
          <a:xfrm>
            <a:off x="6229985" y="51009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4" name="图片 83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t="-7143" b="-7143"/>
          <a:stretch>
            <a:fillRect/>
          </a:stretch>
        </p:blipFill>
        <p:spPr>
          <a:xfrm>
            <a:off x="6287135" y="5158105"/>
            <a:ext cx="152400" cy="152400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62"/>
            </p:custDataLst>
          </p:nvPr>
        </p:nvSpPr>
        <p:spPr>
          <a:xfrm>
            <a:off x="6611617" y="5101161"/>
            <a:ext cx="15716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admission gate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63"/>
            </p:custDataLst>
          </p:nvPr>
        </p:nvSpPr>
        <p:spPr>
          <a:xfrm>
            <a:off x="6229985" y="57454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7" name="图片 86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t="-7143" b="-7143"/>
          <a:stretch>
            <a:fillRect/>
          </a:stretch>
        </p:blipFill>
        <p:spPr>
          <a:xfrm>
            <a:off x="6287135" y="5802630"/>
            <a:ext cx="152400" cy="152400"/>
          </a:xfrm>
          <a:prstGeom prst="rect">
            <a:avLst/>
          </a:prstGeom>
        </p:spPr>
      </p:pic>
      <p:sp>
        <p:nvSpPr>
          <p:cNvPr id="88" name="文本框 87"/>
          <p:cNvSpPr txBox="1"/>
          <p:nvPr>
            <p:custDataLst>
              <p:tags r:id="rId67"/>
            </p:custDataLst>
          </p:nvPr>
        </p:nvSpPr>
        <p:spPr>
          <a:xfrm>
            <a:off x="6611617" y="5746109"/>
            <a:ext cx="192315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metrics aggregator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68"/>
            </p:custDataLst>
          </p:nvPr>
        </p:nvSpPr>
        <p:spPr>
          <a:xfrm>
            <a:off x="6230617" y="1876425"/>
            <a:ext cx="518985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kvfabric_lifecycle.py</a:t>
            </a:r>
            <a:endParaRPr sz="13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33107" y="2042965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Lifecycle Side Table</a:t>
            </a:r>
            <a:r>
              <a:rPr lang="zh-CN" alt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与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Evicted Shadow</a:t>
            </a:r>
            <a:endParaRPr lang="en-US" altLang="zh-CN" sz="2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575945" y="1017905"/>
            <a:ext cx="5920740" cy="947420"/>
          </a:xfrm>
          <a:custGeom>
            <a:avLst/>
            <a:gdLst>
              <a:gd name="sw" fmla="*/ 1 w 9324"/>
              <a:gd name="sh" fmla="*/ 1 h 1492"/>
              <a:gd name="mins" fmla="min sw sh"/>
              <a:gd name="dsw" fmla="+- 0 sw mins"/>
              <a:gd name="dsh" fmla="+- 0 sh mins"/>
              <a:gd name="p0x0" fmla="*/ 60 w 9324"/>
              <a:gd name="p0y0" fmla="*/ 0 h 1492"/>
              <a:gd name="p0x1" fmla="*/ 9264 w 9324"/>
              <a:gd name="p0y1" fmla="*/ 0 h 1492"/>
              <a:gd name="p0x2" fmla="*/ 9297 w 9324"/>
              <a:gd name="p0y2" fmla="*/ 0 h 1492"/>
              <a:gd name="p0x3" fmla="*/ 9324 w 9324"/>
              <a:gd name="p0y3" fmla="*/ 26 h 1492"/>
              <a:gd name="p0x4" fmla="*/ 9324 w 9324"/>
              <a:gd name="p0y4" fmla="*/ 60 h 1492"/>
              <a:gd name="p0x5" fmla="*/ 9324 w 9324"/>
              <a:gd name="p0y5" fmla="*/ 1432 h 1492"/>
              <a:gd name="p0x6" fmla="*/ 9324 w 9324"/>
              <a:gd name="p0y6" fmla="*/ 1465 h 1492"/>
              <a:gd name="p0x7" fmla="*/ 9297 w 9324"/>
              <a:gd name="p0y7" fmla="*/ 1492 h 1492"/>
              <a:gd name="p0x8" fmla="*/ 9264 w 9324"/>
              <a:gd name="p0y8" fmla="*/ 1492 h 1492"/>
              <a:gd name="p0x9" fmla="*/ 60 w 9324"/>
              <a:gd name="p0y9" fmla="*/ 1492 h 1492"/>
              <a:gd name="p0x10" fmla="*/ 26 w 9324"/>
              <a:gd name="p0y10" fmla="*/ 1492 h 1492"/>
              <a:gd name="p0x11" fmla="*/ 0 w 9324"/>
              <a:gd name="p0y11" fmla="*/ 1465 h 1492"/>
              <a:gd name="p0x12" fmla="*/ 0 w 9324"/>
              <a:gd name="p0y12" fmla="*/ 1432 h 1492"/>
              <a:gd name="p0x13" fmla="*/ 0 w 9324"/>
              <a:gd name="p0y13" fmla="*/ 60 h 1492"/>
              <a:gd name="p0x14" fmla="*/ 0 w 9324"/>
              <a:gd name="p0y14" fmla="*/ 26 h 1492"/>
              <a:gd name="p0x15" fmla="*/ 26 w 9324"/>
              <a:gd name="p0y15" fmla="*/ 0 h 1492"/>
              <a:gd name="p0x16" fmla="*/ 60 w 9324"/>
              <a:gd name="p0y16" fmla="*/ 0 h 149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E62D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771525" y="121285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20 w 495"/>
              <a:gd name="p0y0" fmla="*/ 0 h 495"/>
              <a:gd name="p0x1" fmla="*/ 375 w 495"/>
              <a:gd name="p0y1" fmla="*/ 0 h 495"/>
              <a:gd name="p0x2" fmla="*/ 441 w 495"/>
              <a:gd name="p0y2" fmla="*/ 0 h 495"/>
              <a:gd name="p0x3" fmla="*/ 495 w 495"/>
              <a:gd name="p0y3" fmla="*/ 53 h 495"/>
              <a:gd name="p0x4" fmla="*/ 495 w 495"/>
              <a:gd name="p0y4" fmla="*/ 120 h 495"/>
              <a:gd name="p0x5" fmla="*/ 495 w 495"/>
              <a:gd name="p0y5" fmla="*/ 375 h 495"/>
              <a:gd name="p0x6" fmla="*/ 495 w 495"/>
              <a:gd name="p0y6" fmla="*/ 441 h 495"/>
              <a:gd name="p0x7" fmla="*/ 441 w 495"/>
              <a:gd name="p0y7" fmla="*/ 495 h 495"/>
              <a:gd name="p0x8" fmla="*/ 375 w 495"/>
              <a:gd name="p0y8" fmla="*/ 495 h 495"/>
              <a:gd name="p0x9" fmla="*/ 120 w 495"/>
              <a:gd name="p0y9" fmla="*/ 495 h 495"/>
              <a:gd name="p0x10" fmla="*/ 53 w 495"/>
              <a:gd name="p0y10" fmla="*/ 495 h 495"/>
              <a:gd name="p0x11" fmla="*/ 0 w 495"/>
              <a:gd name="p0y11" fmla="*/ 441 h 495"/>
              <a:gd name="p0x12" fmla="*/ 0 w 495"/>
              <a:gd name="p0y12" fmla="*/ 375 h 495"/>
              <a:gd name="p0x13" fmla="*/ 0 w 495"/>
              <a:gd name="p0y13" fmla="*/ 120 h 495"/>
              <a:gd name="p0x14" fmla="*/ 0 w 495"/>
              <a:gd name="p0y14" fmla="*/ 53 h 495"/>
              <a:gd name="p0x15" fmla="*/ 53 w 495"/>
              <a:gd name="p0y15" fmla="*/ 0 h 495"/>
              <a:gd name="p0x16" fmla="*/ 120 w 495"/>
              <a:gd name="p0y16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819150" y="1241425"/>
            <a:ext cx="219075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62050" y="1256300"/>
            <a:ext cx="1912439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4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Lifecycle Side Table</a:t>
            </a:r>
            <a:endParaRPr sz="1425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771525" y="1595895"/>
            <a:ext cx="553023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维护可解释的元数据</a:t>
            </a:r>
            <a:endParaRPr lang="zh-CN" altLang="en-US" sz="10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9"/>
            </p:custDataLst>
          </p:nvPr>
        </p:nvSpPr>
        <p:spPr>
          <a:xfrm>
            <a:off x="575945" y="2165350"/>
            <a:ext cx="5920740" cy="927100"/>
          </a:xfrm>
          <a:custGeom>
            <a:avLst/>
            <a:gdLst>
              <a:gd name="sw" fmla="*/ 1 w 9324"/>
              <a:gd name="sh" fmla="*/ 1 h 1459"/>
              <a:gd name="mins" fmla="min sw sh"/>
              <a:gd name="dsw" fmla="+- 0 sw mins"/>
              <a:gd name="dsh" fmla="+- 0 sh mins"/>
              <a:gd name="p0x0" fmla="*/ 60 w 9324"/>
              <a:gd name="p0y0" fmla="*/ 0 h 1459"/>
              <a:gd name="p0x1" fmla="*/ 9264 w 9324"/>
              <a:gd name="p0y1" fmla="*/ 0 h 1459"/>
              <a:gd name="p0x2" fmla="*/ 9297 w 9324"/>
              <a:gd name="p0y2" fmla="*/ 0 h 1459"/>
              <a:gd name="p0x3" fmla="*/ 9324 w 9324"/>
              <a:gd name="p0y3" fmla="*/ 26 h 1459"/>
              <a:gd name="p0x4" fmla="*/ 9324 w 9324"/>
              <a:gd name="p0y4" fmla="*/ 60 h 1459"/>
              <a:gd name="p0x5" fmla="*/ 9324 w 9324"/>
              <a:gd name="p0y5" fmla="*/ 1399 h 1459"/>
              <a:gd name="p0x6" fmla="*/ 9324 w 9324"/>
              <a:gd name="p0y6" fmla="*/ 1432 h 1459"/>
              <a:gd name="p0x7" fmla="*/ 9297 w 9324"/>
              <a:gd name="p0y7" fmla="*/ 1459 h 1459"/>
              <a:gd name="p0x8" fmla="*/ 9264 w 9324"/>
              <a:gd name="p0y8" fmla="*/ 1459 h 1459"/>
              <a:gd name="p0x9" fmla="*/ 60 w 9324"/>
              <a:gd name="p0y9" fmla="*/ 1459 h 1459"/>
              <a:gd name="p0x10" fmla="*/ 26 w 9324"/>
              <a:gd name="p0y10" fmla="*/ 1459 h 1459"/>
              <a:gd name="p0x11" fmla="*/ 0 w 9324"/>
              <a:gd name="p0y11" fmla="*/ 1432 h 1459"/>
              <a:gd name="p0x12" fmla="*/ 0 w 9324"/>
              <a:gd name="p0y12" fmla="*/ 1399 h 1459"/>
              <a:gd name="p0x13" fmla="*/ 0 w 9324"/>
              <a:gd name="p0y13" fmla="*/ 60 h 1459"/>
              <a:gd name="p0x14" fmla="*/ 0 w 9324"/>
              <a:gd name="p0y14" fmla="*/ 26 h 1459"/>
              <a:gd name="p0x15" fmla="*/ 26 w 9324"/>
              <a:gd name="p0y15" fmla="*/ 0 h 1459"/>
              <a:gd name="p0x16" fmla="*/ 60 w 9324"/>
              <a:gd name="p0y16" fmla="*/ 0 h 145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0"/>
            </p:custDataLst>
          </p:nvPr>
        </p:nvSpPr>
        <p:spPr>
          <a:xfrm>
            <a:off x="771525" y="235775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381" t="-6167" r="-2381" b="-6167"/>
          <a:stretch>
            <a:fillRect/>
          </a:stretch>
        </p:blipFill>
        <p:spPr>
          <a:xfrm>
            <a:off x="795020" y="2376805"/>
            <a:ext cx="209550" cy="2139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1066800" y="2400862"/>
            <a:ext cx="6668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基础标识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5"/>
            </p:custDataLst>
          </p:nvPr>
        </p:nvSpPr>
        <p:spPr>
          <a:xfrm>
            <a:off x="771525" y="2687955"/>
            <a:ext cx="571500" cy="213995"/>
          </a:xfrm>
          <a:custGeom>
            <a:avLst/>
            <a:gdLst>
              <a:gd name="sw" fmla="*/ 1 w 900"/>
              <a:gd name="sh" fmla="*/ 1 h 337"/>
              <a:gd name="mins" fmla="min sw sh"/>
              <a:gd name="dsw" fmla="+- 0 sw mins"/>
              <a:gd name="dsh" fmla="+- 0 sh mins"/>
              <a:gd name="p0x0" fmla="*/ 60 w 900"/>
              <a:gd name="p0y0" fmla="*/ 0 h 337"/>
              <a:gd name="p0x1" fmla="*/ 840 w 900"/>
              <a:gd name="p0y1" fmla="*/ 0 h 337"/>
              <a:gd name="p0x2" fmla="*/ 873 w 900"/>
              <a:gd name="p0y2" fmla="*/ 0 h 337"/>
              <a:gd name="p0x3" fmla="*/ 900 w 900"/>
              <a:gd name="p0y3" fmla="*/ 26 h 337"/>
              <a:gd name="p0x4" fmla="*/ 900 w 900"/>
              <a:gd name="p0y4" fmla="*/ 60 h 337"/>
              <a:gd name="p0x5" fmla="*/ 900 w 900"/>
              <a:gd name="p0y5" fmla="*/ 277 h 337"/>
              <a:gd name="p0x6" fmla="*/ 900 w 900"/>
              <a:gd name="p0y6" fmla="*/ 310 h 337"/>
              <a:gd name="p0x7" fmla="*/ 873 w 900"/>
              <a:gd name="p0y7" fmla="*/ 337 h 337"/>
              <a:gd name="p0x8" fmla="*/ 840 w 900"/>
              <a:gd name="p0y8" fmla="*/ 337 h 337"/>
              <a:gd name="p0x9" fmla="*/ 60 w 900"/>
              <a:gd name="p0y9" fmla="*/ 337 h 337"/>
              <a:gd name="p0x10" fmla="*/ 26 w 900"/>
              <a:gd name="p0y10" fmla="*/ 337 h 337"/>
              <a:gd name="p0x11" fmla="*/ 0 w 900"/>
              <a:gd name="p0y11" fmla="*/ 310 h 337"/>
              <a:gd name="p0x12" fmla="*/ 0 w 900"/>
              <a:gd name="p0y12" fmla="*/ 277 h 337"/>
              <a:gd name="p0x13" fmla="*/ 0 w 900"/>
              <a:gd name="p0y13" fmla="*/ 60 h 337"/>
              <a:gd name="p0x14" fmla="*/ 0 w 900"/>
              <a:gd name="p0y14" fmla="*/ 26 h 337"/>
              <a:gd name="p0x15" fmla="*/ 26 w 900"/>
              <a:gd name="p0y15" fmla="*/ 0 h 337"/>
              <a:gd name="p0x16" fmla="*/ 60 w 900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809625" y="2707253"/>
            <a:ext cx="6289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 id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7"/>
            </p:custDataLst>
          </p:nvPr>
        </p:nvSpPr>
        <p:spPr>
          <a:xfrm>
            <a:off x="1362075" y="2687955"/>
            <a:ext cx="766445" cy="213995"/>
          </a:xfrm>
          <a:custGeom>
            <a:avLst/>
            <a:gdLst>
              <a:gd name="sw" fmla="*/ 1 w 1207"/>
              <a:gd name="sh" fmla="*/ 1 h 337"/>
              <a:gd name="mins" fmla="min sw sh"/>
              <a:gd name="dsw" fmla="+- 0 sw mins"/>
              <a:gd name="dsh" fmla="+- 0 sh mins"/>
              <a:gd name="p0x0" fmla="*/ 60 w 1207"/>
              <a:gd name="p0y0" fmla="*/ 0 h 337"/>
              <a:gd name="p0x1" fmla="*/ 1147 w 1207"/>
              <a:gd name="p0y1" fmla="*/ 0 h 337"/>
              <a:gd name="p0x2" fmla="*/ 1180 w 1207"/>
              <a:gd name="p0y2" fmla="*/ 0 h 337"/>
              <a:gd name="p0x3" fmla="*/ 1207 w 1207"/>
              <a:gd name="p0y3" fmla="*/ 26 h 337"/>
              <a:gd name="p0x4" fmla="*/ 1207 w 1207"/>
              <a:gd name="p0y4" fmla="*/ 60 h 337"/>
              <a:gd name="p0x5" fmla="*/ 1207 w 1207"/>
              <a:gd name="p0y5" fmla="*/ 277 h 337"/>
              <a:gd name="p0x6" fmla="*/ 1207 w 1207"/>
              <a:gd name="p0y6" fmla="*/ 310 h 337"/>
              <a:gd name="p0x7" fmla="*/ 1180 w 1207"/>
              <a:gd name="p0y7" fmla="*/ 337 h 337"/>
              <a:gd name="p0x8" fmla="*/ 1147 w 1207"/>
              <a:gd name="p0y8" fmla="*/ 337 h 337"/>
              <a:gd name="p0x9" fmla="*/ 60 w 1207"/>
              <a:gd name="p0y9" fmla="*/ 337 h 337"/>
              <a:gd name="p0x10" fmla="*/ 26 w 1207"/>
              <a:gd name="p0y10" fmla="*/ 337 h 337"/>
              <a:gd name="p0x11" fmla="*/ 0 w 1207"/>
              <a:gd name="p0y11" fmla="*/ 310 h 337"/>
              <a:gd name="p0x12" fmla="*/ 0 w 1207"/>
              <a:gd name="p0y12" fmla="*/ 277 h 337"/>
              <a:gd name="p0x13" fmla="*/ 0 w 1207"/>
              <a:gd name="p0y13" fmla="*/ 60 h 337"/>
              <a:gd name="p0x14" fmla="*/ 0 w 1207"/>
              <a:gd name="p0y14" fmla="*/ 26 h 337"/>
              <a:gd name="p0x15" fmla="*/ 26 w 1207"/>
              <a:gd name="p0y15" fmla="*/ 0 h 337"/>
              <a:gd name="p0x16" fmla="*/ 60 w 1207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1400470" y="2707253"/>
            <a:ext cx="82361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 hash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19"/>
            </p:custDataLst>
          </p:nvPr>
        </p:nvSpPr>
        <p:spPr>
          <a:xfrm>
            <a:off x="2147570" y="2687955"/>
            <a:ext cx="838200" cy="213995"/>
          </a:xfrm>
          <a:custGeom>
            <a:avLst/>
            <a:gdLst>
              <a:gd name="sw" fmla="*/ 1 w 1320"/>
              <a:gd name="sh" fmla="*/ 1 h 337"/>
              <a:gd name="mins" fmla="min sw sh"/>
              <a:gd name="dsw" fmla="+- 0 sw mins"/>
              <a:gd name="dsh" fmla="+- 0 sh mins"/>
              <a:gd name="p0x0" fmla="*/ 60 w 1320"/>
              <a:gd name="p0y0" fmla="*/ 0 h 337"/>
              <a:gd name="p0x1" fmla="*/ 1260 w 1320"/>
              <a:gd name="p0y1" fmla="*/ 0 h 337"/>
              <a:gd name="p0x2" fmla="*/ 1293 w 1320"/>
              <a:gd name="p0y2" fmla="*/ 0 h 337"/>
              <a:gd name="p0x3" fmla="*/ 1320 w 1320"/>
              <a:gd name="p0y3" fmla="*/ 26 h 337"/>
              <a:gd name="p0x4" fmla="*/ 1320 w 1320"/>
              <a:gd name="p0y4" fmla="*/ 60 h 337"/>
              <a:gd name="p0x5" fmla="*/ 1320 w 1320"/>
              <a:gd name="p0y5" fmla="*/ 277 h 337"/>
              <a:gd name="p0x6" fmla="*/ 1320 w 1320"/>
              <a:gd name="p0y6" fmla="*/ 310 h 337"/>
              <a:gd name="p0x7" fmla="*/ 1293 w 1320"/>
              <a:gd name="p0y7" fmla="*/ 337 h 337"/>
              <a:gd name="p0x8" fmla="*/ 1260 w 1320"/>
              <a:gd name="p0y8" fmla="*/ 337 h 337"/>
              <a:gd name="p0x9" fmla="*/ 60 w 1320"/>
              <a:gd name="p0y9" fmla="*/ 337 h 337"/>
              <a:gd name="p0x10" fmla="*/ 26 w 1320"/>
              <a:gd name="p0y10" fmla="*/ 337 h 337"/>
              <a:gd name="p0x11" fmla="*/ 0 w 1320"/>
              <a:gd name="p0y11" fmla="*/ 310 h 337"/>
              <a:gd name="p0x12" fmla="*/ 0 w 1320"/>
              <a:gd name="p0y12" fmla="*/ 277 h 337"/>
              <a:gd name="p0x13" fmla="*/ 0 w 1320"/>
              <a:gd name="p0y13" fmla="*/ 60 h 337"/>
              <a:gd name="p0x14" fmla="*/ 0 w 1320"/>
              <a:gd name="p0y14" fmla="*/ 26 h 337"/>
              <a:gd name="p0x15" fmla="*/ 26 w 1320"/>
              <a:gd name="p0y15" fmla="*/ 0 h 337"/>
              <a:gd name="p0x16" fmla="*/ 60 w 1320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2185988" y="2707253"/>
            <a:ext cx="8956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depth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1"/>
            </p:custDataLst>
          </p:nvPr>
        </p:nvSpPr>
        <p:spPr>
          <a:xfrm>
            <a:off x="3004820" y="2687955"/>
            <a:ext cx="709930" cy="213995"/>
          </a:xfrm>
          <a:custGeom>
            <a:avLst/>
            <a:gdLst>
              <a:gd name="sw" fmla="*/ 1 w 1117"/>
              <a:gd name="sh" fmla="*/ 1 h 337"/>
              <a:gd name="mins" fmla="min sw sh"/>
              <a:gd name="dsw" fmla="+- 0 sw mins"/>
              <a:gd name="dsh" fmla="+- 0 sh mins"/>
              <a:gd name="p0x0" fmla="*/ 60 w 1117"/>
              <a:gd name="p0y0" fmla="*/ 0 h 337"/>
              <a:gd name="p0x1" fmla="*/ 1057 w 1117"/>
              <a:gd name="p0y1" fmla="*/ 0 h 337"/>
              <a:gd name="p0x2" fmla="*/ 1090 w 1117"/>
              <a:gd name="p0y2" fmla="*/ 0 h 337"/>
              <a:gd name="p0x3" fmla="*/ 1117 w 1117"/>
              <a:gd name="p0y3" fmla="*/ 26 h 337"/>
              <a:gd name="p0x4" fmla="*/ 1117 w 1117"/>
              <a:gd name="p0y4" fmla="*/ 60 h 337"/>
              <a:gd name="p0x5" fmla="*/ 1117 w 1117"/>
              <a:gd name="p0y5" fmla="*/ 277 h 337"/>
              <a:gd name="p0x6" fmla="*/ 1117 w 1117"/>
              <a:gd name="p0y6" fmla="*/ 310 h 337"/>
              <a:gd name="p0x7" fmla="*/ 1090 w 1117"/>
              <a:gd name="p0y7" fmla="*/ 337 h 337"/>
              <a:gd name="p0x8" fmla="*/ 1057 w 1117"/>
              <a:gd name="p0y8" fmla="*/ 337 h 337"/>
              <a:gd name="p0x9" fmla="*/ 60 w 1117"/>
              <a:gd name="p0y9" fmla="*/ 337 h 337"/>
              <a:gd name="p0x10" fmla="*/ 26 w 1117"/>
              <a:gd name="p0y10" fmla="*/ 337 h 337"/>
              <a:gd name="p0x11" fmla="*/ 0 w 1117"/>
              <a:gd name="p0y11" fmla="*/ 310 h 337"/>
              <a:gd name="p0x12" fmla="*/ 0 w 1117"/>
              <a:gd name="p0y12" fmla="*/ 277 h 337"/>
              <a:gd name="p0x13" fmla="*/ 0 w 1117"/>
              <a:gd name="p0y13" fmla="*/ 60 h 337"/>
              <a:gd name="p0x14" fmla="*/ 0 w 1117"/>
              <a:gd name="p0y14" fmla="*/ 26 h 337"/>
              <a:gd name="p0x15" fmla="*/ 26 w 1117"/>
              <a:gd name="p0y15" fmla="*/ 0 h 337"/>
              <a:gd name="p0x16" fmla="*/ 60 w 1117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3043533" y="2707253"/>
            <a:ext cx="76668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 id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3"/>
            </p:custDataLst>
          </p:nvPr>
        </p:nvSpPr>
        <p:spPr>
          <a:xfrm>
            <a:off x="575945" y="3292475"/>
            <a:ext cx="5920740" cy="926465"/>
          </a:xfrm>
          <a:custGeom>
            <a:avLst/>
            <a:gdLst>
              <a:gd name="sw" fmla="*/ 1 w 9324"/>
              <a:gd name="sh" fmla="*/ 1 h 1459"/>
              <a:gd name="mins" fmla="min sw sh"/>
              <a:gd name="dsw" fmla="+- 0 sw mins"/>
              <a:gd name="dsh" fmla="+- 0 sh mins"/>
              <a:gd name="p0x0" fmla="*/ 60 w 9324"/>
              <a:gd name="p0y0" fmla="*/ 0 h 1459"/>
              <a:gd name="p0x1" fmla="*/ 9264 w 9324"/>
              <a:gd name="p0y1" fmla="*/ 0 h 1459"/>
              <a:gd name="p0x2" fmla="*/ 9297 w 9324"/>
              <a:gd name="p0y2" fmla="*/ 0 h 1459"/>
              <a:gd name="p0x3" fmla="*/ 9324 w 9324"/>
              <a:gd name="p0y3" fmla="*/ 26 h 1459"/>
              <a:gd name="p0x4" fmla="*/ 9324 w 9324"/>
              <a:gd name="p0y4" fmla="*/ 60 h 1459"/>
              <a:gd name="p0x5" fmla="*/ 9324 w 9324"/>
              <a:gd name="p0y5" fmla="*/ 1399 h 1459"/>
              <a:gd name="p0x6" fmla="*/ 9324 w 9324"/>
              <a:gd name="p0y6" fmla="*/ 1432 h 1459"/>
              <a:gd name="p0x7" fmla="*/ 9297 w 9324"/>
              <a:gd name="p0y7" fmla="*/ 1459 h 1459"/>
              <a:gd name="p0x8" fmla="*/ 9264 w 9324"/>
              <a:gd name="p0y8" fmla="*/ 1459 h 1459"/>
              <a:gd name="p0x9" fmla="*/ 60 w 9324"/>
              <a:gd name="p0y9" fmla="*/ 1459 h 1459"/>
              <a:gd name="p0x10" fmla="*/ 26 w 9324"/>
              <a:gd name="p0y10" fmla="*/ 1459 h 1459"/>
              <a:gd name="p0x11" fmla="*/ 0 w 9324"/>
              <a:gd name="p0y11" fmla="*/ 1432 h 1459"/>
              <a:gd name="p0x12" fmla="*/ 0 w 9324"/>
              <a:gd name="p0y12" fmla="*/ 1399 h 1459"/>
              <a:gd name="p0x13" fmla="*/ 0 w 9324"/>
              <a:gd name="p0y13" fmla="*/ 60 h 1459"/>
              <a:gd name="p0x14" fmla="*/ 0 w 9324"/>
              <a:gd name="p0y14" fmla="*/ 26 h 1459"/>
              <a:gd name="p0x15" fmla="*/ 26 w 9324"/>
              <a:gd name="p0y15" fmla="*/ 0 h 1459"/>
              <a:gd name="p0x16" fmla="*/ 60 w 9324"/>
              <a:gd name="p0y16" fmla="*/ 0 h 145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4"/>
            </p:custDataLst>
          </p:nvPr>
        </p:nvSpPr>
        <p:spPr>
          <a:xfrm>
            <a:off x="771525" y="348424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795020" y="3503295"/>
            <a:ext cx="209550" cy="2146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1066800" y="3527412"/>
            <a:ext cx="6668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访问统计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771525" y="3814445"/>
            <a:ext cx="650875" cy="213995"/>
          </a:xfrm>
          <a:custGeom>
            <a:avLst/>
            <a:gdLst>
              <a:gd name="sw" fmla="*/ 1 w 1025"/>
              <a:gd name="sh" fmla="*/ 1 h 337"/>
              <a:gd name="mins" fmla="min sw sh"/>
              <a:gd name="dsw" fmla="+- 0 sw mins"/>
              <a:gd name="dsh" fmla="+- 0 sh mins"/>
              <a:gd name="p0x0" fmla="*/ 60 w 1025"/>
              <a:gd name="p0y0" fmla="*/ 0 h 337"/>
              <a:gd name="p0x1" fmla="*/ 965 w 1025"/>
              <a:gd name="p0y1" fmla="*/ 0 h 337"/>
              <a:gd name="p0x2" fmla="*/ 998 w 1025"/>
              <a:gd name="p0y2" fmla="*/ 0 h 337"/>
              <a:gd name="p0x3" fmla="*/ 1025 w 1025"/>
              <a:gd name="p0y3" fmla="*/ 26 h 337"/>
              <a:gd name="p0x4" fmla="*/ 1025 w 1025"/>
              <a:gd name="p0y4" fmla="*/ 60 h 337"/>
              <a:gd name="p0x5" fmla="*/ 1025 w 1025"/>
              <a:gd name="p0y5" fmla="*/ 277 h 337"/>
              <a:gd name="p0x6" fmla="*/ 1025 w 1025"/>
              <a:gd name="p0y6" fmla="*/ 310 h 337"/>
              <a:gd name="p0x7" fmla="*/ 998 w 1025"/>
              <a:gd name="p0y7" fmla="*/ 337 h 337"/>
              <a:gd name="p0x8" fmla="*/ 965 w 1025"/>
              <a:gd name="p0y8" fmla="*/ 337 h 337"/>
              <a:gd name="p0x9" fmla="*/ 60 w 1025"/>
              <a:gd name="p0y9" fmla="*/ 337 h 337"/>
              <a:gd name="p0x10" fmla="*/ 26 w 1025"/>
              <a:gd name="p0y10" fmla="*/ 337 h 337"/>
              <a:gd name="p0x11" fmla="*/ 0 w 1025"/>
              <a:gd name="p0y11" fmla="*/ 310 h 337"/>
              <a:gd name="p0x12" fmla="*/ 0 w 1025"/>
              <a:gd name="p0y12" fmla="*/ 277 h 337"/>
              <a:gd name="p0x13" fmla="*/ 0 w 1025"/>
              <a:gd name="p0y13" fmla="*/ 60 h 337"/>
              <a:gd name="p0x14" fmla="*/ 0 w 1025"/>
              <a:gd name="p0y14" fmla="*/ 26 h 337"/>
              <a:gd name="p0x15" fmla="*/ 26 w 1025"/>
              <a:gd name="p0y15" fmla="*/ 0 h 337"/>
              <a:gd name="p0x16" fmla="*/ 60 w 1025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809625" y="3833803"/>
            <a:ext cx="7082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 count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1441450" y="3814445"/>
            <a:ext cx="628650" cy="213995"/>
          </a:xfrm>
          <a:custGeom>
            <a:avLst/>
            <a:gdLst>
              <a:gd name="sw" fmla="*/ 1 w 989"/>
              <a:gd name="sh" fmla="*/ 1 h 337"/>
              <a:gd name="mins" fmla="min sw sh"/>
              <a:gd name="dsw" fmla="+- 0 sw mins"/>
              <a:gd name="dsh" fmla="+- 0 sh mins"/>
              <a:gd name="p0x0" fmla="*/ 60 w 989"/>
              <a:gd name="p0y0" fmla="*/ 0 h 337"/>
              <a:gd name="p0x1" fmla="*/ 929 w 989"/>
              <a:gd name="p0y1" fmla="*/ 0 h 337"/>
              <a:gd name="p0x2" fmla="*/ 963 w 989"/>
              <a:gd name="p0y2" fmla="*/ 0 h 337"/>
              <a:gd name="p0x3" fmla="*/ 989 w 989"/>
              <a:gd name="p0y3" fmla="*/ 26 h 337"/>
              <a:gd name="p0x4" fmla="*/ 989 w 989"/>
              <a:gd name="p0y4" fmla="*/ 60 h 337"/>
              <a:gd name="p0x5" fmla="*/ 989 w 989"/>
              <a:gd name="p0y5" fmla="*/ 277 h 337"/>
              <a:gd name="p0x6" fmla="*/ 989 w 989"/>
              <a:gd name="p0y6" fmla="*/ 310 h 337"/>
              <a:gd name="p0x7" fmla="*/ 963 w 989"/>
              <a:gd name="p0y7" fmla="*/ 337 h 337"/>
              <a:gd name="p0x8" fmla="*/ 929 w 989"/>
              <a:gd name="p0y8" fmla="*/ 337 h 337"/>
              <a:gd name="p0x9" fmla="*/ 60 w 989"/>
              <a:gd name="p0y9" fmla="*/ 337 h 337"/>
              <a:gd name="p0x10" fmla="*/ 26 w 989"/>
              <a:gd name="p0y10" fmla="*/ 337 h 337"/>
              <a:gd name="p0x11" fmla="*/ 0 w 989"/>
              <a:gd name="p0y11" fmla="*/ 310 h 337"/>
              <a:gd name="p0x12" fmla="*/ 0 w 989"/>
              <a:gd name="p0y12" fmla="*/ 277 h 337"/>
              <a:gd name="p0x13" fmla="*/ 0 w 989"/>
              <a:gd name="p0y13" fmla="*/ 60 h 337"/>
              <a:gd name="p0x14" fmla="*/ 0 w 989"/>
              <a:gd name="p0y14" fmla="*/ 26 h 337"/>
              <a:gd name="p0x15" fmla="*/ 26 w 989"/>
              <a:gd name="p0y15" fmla="*/ 0 h 337"/>
              <a:gd name="p0x16" fmla="*/ 60 w 989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1479794" y="3833803"/>
            <a:ext cx="68572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 count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3"/>
            </p:custDataLst>
          </p:nvPr>
        </p:nvSpPr>
        <p:spPr>
          <a:xfrm>
            <a:off x="2089150" y="3814445"/>
            <a:ext cx="834390" cy="213995"/>
          </a:xfrm>
          <a:custGeom>
            <a:avLst/>
            <a:gdLst>
              <a:gd name="sw" fmla="*/ 1 w 1314"/>
              <a:gd name="sh" fmla="*/ 1 h 337"/>
              <a:gd name="mins" fmla="min sw sh"/>
              <a:gd name="dsw" fmla="+- 0 sw mins"/>
              <a:gd name="dsh" fmla="+- 0 sh mins"/>
              <a:gd name="p0x0" fmla="*/ 60 w 1314"/>
              <a:gd name="p0y0" fmla="*/ 0 h 337"/>
              <a:gd name="p0x1" fmla="*/ 1254 w 1314"/>
              <a:gd name="p0y1" fmla="*/ 0 h 337"/>
              <a:gd name="p0x2" fmla="*/ 1287 w 1314"/>
              <a:gd name="p0y2" fmla="*/ 0 h 337"/>
              <a:gd name="p0x3" fmla="*/ 1314 w 1314"/>
              <a:gd name="p0y3" fmla="*/ 26 h 337"/>
              <a:gd name="p0x4" fmla="*/ 1314 w 1314"/>
              <a:gd name="p0y4" fmla="*/ 60 h 337"/>
              <a:gd name="p0x5" fmla="*/ 1314 w 1314"/>
              <a:gd name="p0y5" fmla="*/ 277 h 337"/>
              <a:gd name="p0x6" fmla="*/ 1314 w 1314"/>
              <a:gd name="p0y6" fmla="*/ 310 h 337"/>
              <a:gd name="p0x7" fmla="*/ 1287 w 1314"/>
              <a:gd name="p0y7" fmla="*/ 337 h 337"/>
              <a:gd name="p0x8" fmla="*/ 1254 w 1314"/>
              <a:gd name="p0y8" fmla="*/ 337 h 337"/>
              <a:gd name="p0x9" fmla="*/ 60 w 1314"/>
              <a:gd name="p0y9" fmla="*/ 337 h 337"/>
              <a:gd name="p0x10" fmla="*/ 26 w 1314"/>
              <a:gd name="p0y10" fmla="*/ 337 h 337"/>
              <a:gd name="p0x11" fmla="*/ 0 w 1314"/>
              <a:gd name="p0y11" fmla="*/ 310 h 337"/>
              <a:gd name="p0x12" fmla="*/ 0 w 1314"/>
              <a:gd name="p0y12" fmla="*/ 277 h 337"/>
              <a:gd name="p0x13" fmla="*/ 0 w 1314"/>
              <a:gd name="p0y13" fmla="*/ 60 h 337"/>
              <a:gd name="p0x14" fmla="*/ 0 w 1314"/>
              <a:gd name="p0y14" fmla="*/ 26 h 337"/>
              <a:gd name="p0x15" fmla="*/ 26 w 1314"/>
              <a:gd name="p0y15" fmla="*/ 0 h 337"/>
              <a:gd name="p0x16" fmla="*/ 60 w 1314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2127428" y="3833803"/>
            <a:ext cx="89177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touch count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5"/>
            </p:custDataLst>
          </p:nvPr>
        </p:nvSpPr>
        <p:spPr>
          <a:xfrm>
            <a:off x="2942590" y="3814445"/>
            <a:ext cx="920750" cy="213995"/>
          </a:xfrm>
          <a:custGeom>
            <a:avLst/>
            <a:gdLst>
              <a:gd name="sw" fmla="*/ 1 w 1449"/>
              <a:gd name="sh" fmla="*/ 1 h 337"/>
              <a:gd name="mins" fmla="min sw sh"/>
              <a:gd name="dsw" fmla="+- 0 sw mins"/>
              <a:gd name="dsh" fmla="+- 0 sh mins"/>
              <a:gd name="p0x0" fmla="*/ 60 w 1449"/>
              <a:gd name="p0y0" fmla="*/ 0 h 337"/>
              <a:gd name="p0x1" fmla="*/ 1389 w 1449"/>
              <a:gd name="p0y1" fmla="*/ 0 h 337"/>
              <a:gd name="p0x2" fmla="*/ 1422 w 1449"/>
              <a:gd name="p0y2" fmla="*/ 0 h 337"/>
              <a:gd name="p0x3" fmla="*/ 1449 w 1449"/>
              <a:gd name="p0y3" fmla="*/ 26 h 337"/>
              <a:gd name="p0x4" fmla="*/ 1449 w 1449"/>
              <a:gd name="p0y4" fmla="*/ 60 h 337"/>
              <a:gd name="p0x5" fmla="*/ 1449 w 1449"/>
              <a:gd name="p0y5" fmla="*/ 277 h 337"/>
              <a:gd name="p0x6" fmla="*/ 1449 w 1449"/>
              <a:gd name="p0y6" fmla="*/ 310 h 337"/>
              <a:gd name="p0x7" fmla="*/ 1422 w 1449"/>
              <a:gd name="p0y7" fmla="*/ 337 h 337"/>
              <a:gd name="p0x8" fmla="*/ 1389 w 1449"/>
              <a:gd name="p0y8" fmla="*/ 337 h 337"/>
              <a:gd name="p0x9" fmla="*/ 60 w 1449"/>
              <a:gd name="p0y9" fmla="*/ 337 h 337"/>
              <a:gd name="p0x10" fmla="*/ 26 w 1449"/>
              <a:gd name="p0y10" fmla="*/ 337 h 337"/>
              <a:gd name="p0x11" fmla="*/ 0 w 1449"/>
              <a:gd name="p0y11" fmla="*/ 310 h 337"/>
              <a:gd name="p0x12" fmla="*/ 0 w 1449"/>
              <a:gd name="p0y12" fmla="*/ 277 h 337"/>
              <a:gd name="p0x13" fmla="*/ 0 w 1449"/>
              <a:gd name="p0y13" fmla="*/ 60 h 337"/>
              <a:gd name="p0x14" fmla="*/ 0 w 1449"/>
              <a:gd name="p0y14" fmla="*/ 26 h 337"/>
              <a:gd name="p0x15" fmla="*/ 26 w 1449"/>
              <a:gd name="p0y15" fmla="*/ 0 h 337"/>
              <a:gd name="p0x16" fmla="*/ 60 w 1449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6"/>
            </p:custDataLst>
          </p:nvPr>
        </p:nvSpPr>
        <p:spPr>
          <a:xfrm>
            <a:off x="2981106" y="3833803"/>
            <a:ext cx="97765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 degree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7"/>
            </p:custDataLst>
          </p:nvPr>
        </p:nvSpPr>
        <p:spPr>
          <a:xfrm>
            <a:off x="3882390" y="3814445"/>
            <a:ext cx="935990" cy="213995"/>
          </a:xfrm>
          <a:custGeom>
            <a:avLst/>
            <a:gdLst>
              <a:gd name="sw" fmla="*/ 1 w 1473"/>
              <a:gd name="sh" fmla="*/ 1 h 337"/>
              <a:gd name="mins" fmla="min sw sh"/>
              <a:gd name="dsw" fmla="+- 0 sw mins"/>
              <a:gd name="dsh" fmla="+- 0 sh mins"/>
              <a:gd name="p0x0" fmla="*/ 60 w 1473"/>
              <a:gd name="p0y0" fmla="*/ 0 h 337"/>
              <a:gd name="p0x1" fmla="*/ 1413 w 1473"/>
              <a:gd name="p0y1" fmla="*/ 0 h 337"/>
              <a:gd name="p0x2" fmla="*/ 1447 w 1473"/>
              <a:gd name="p0y2" fmla="*/ 0 h 337"/>
              <a:gd name="p0x3" fmla="*/ 1473 w 1473"/>
              <a:gd name="p0y3" fmla="*/ 26 h 337"/>
              <a:gd name="p0x4" fmla="*/ 1473 w 1473"/>
              <a:gd name="p0y4" fmla="*/ 60 h 337"/>
              <a:gd name="p0x5" fmla="*/ 1473 w 1473"/>
              <a:gd name="p0y5" fmla="*/ 277 h 337"/>
              <a:gd name="p0x6" fmla="*/ 1473 w 1473"/>
              <a:gd name="p0y6" fmla="*/ 310 h 337"/>
              <a:gd name="p0x7" fmla="*/ 1447 w 1473"/>
              <a:gd name="p0y7" fmla="*/ 337 h 337"/>
              <a:gd name="p0x8" fmla="*/ 1413 w 1473"/>
              <a:gd name="p0y8" fmla="*/ 337 h 337"/>
              <a:gd name="p0x9" fmla="*/ 60 w 1473"/>
              <a:gd name="p0y9" fmla="*/ 337 h 337"/>
              <a:gd name="p0x10" fmla="*/ 26 w 1473"/>
              <a:gd name="p0y10" fmla="*/ 337 h 337"/>
              <a:gd name="p0x11" fmla="*/ 0 w 1473"/>
              <a:gd name="p0y11" fmla="*/ 310 h 337"/>
              <a:gd name="p0x12" fmla="*/ 0 w 1473"/>
              <a:gd name="p0y12" fmla="*/ 277 h 337"/>
              <a:gd name="p0x13" fmla="*/ 0 w 1473"/>
              <a:gd name="p0y13" fmla="*/ 60 h 337"/>
              <a:gd name="p0x14" fmla="*/ 0 w 1473"/>
              <a:gd name="p0y14" fmla="*/ 26 h 337"/>
              <a:gd name="p0x15" fmla="*/ 26 w 1473"/>
              <a:gd name="p0y15" fmla="*/ 0 h 337"/>
              <a:gd name="p0x16" fmla="*/ 60 w 1473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8"/>
            </p:custDataLst>
          </p:nvPr>
        </p:nvSpPr>
        <p:spPr>
          <a:xfrm>
            <a:off x="3920652" y="3833803"/>
            <a:ext cx="99313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 factor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39"/>
            </p:custDataLst>
          </p:nvPr>
        </p:nvSpPr>
        <p:spPr>
          <a:xfrm>
            <a:off x="575945" y="4418965"/>
            <a:ext cx="5920740" cy="926465"/>
          </a:xfrm>
          <a:custGeom>
            <a:avLst/>
            <a:gdLst>
              <a:gd name="sw" fmla="*/ 1 w 9324"/>
              <a:gd name="sh" fmla="*/ 1 h 1459"/>
              <a:gd name="mins" fmla="min sw sh"/>
              <a:gd name="dsw" fmla="+- 0 sw mins"/>
              <a:gd name="dsh" fmla="+- 0 sh mins"/>
              <a:gd name="p0x0" fmla="*/ 60 w 9324"/>
              <a:gd name="p0y0" fmla="*/ 0 h 1459"/>
              <a:gd name="p0x1" fmla="*/ 9264 w 9324"/>
              <a:gd name="p0y1" fmla="*/ 0 h 1459"/>
              <a:gd name="p0x2" fmla="*/ 9297 w 9324"/>
              <a:gd name="p0y2" fmla="*/ 0 h 1459"/>
              <a:gd name="p0x3" fmla="*/ 9324 w 9324"/>
              <a:gd name="p0y3" fmla="*/ 26 h 1459"/>
              <a:gd name="p0x4" fmla="*/ 9324 w 9324"/>
              <a:gd name="p0y4" fmla="*/ 60 h 1459"/>
              <a:gd name="p0x5" fmla="*/ 9324 w 9324"/>
              <a:gd name="p0y5" fmla="*/ 1399 h 1459"/>
              <a:gd name="p0x6" fmla="*/ 9324 w 9324"/>
              <a:gd name="p0y6" fmla="*/ 1432 h 1459"/>
              <a:gd name="p0x7" fmla="*/ 9297 w 9324"/>
              <a:gd name="p0y7" fmla="*/ 1459 h 1459"/>
              <a:gd name="p0x8" fmla="*/ 9264 w 9324"/>
              <a:gd name="p0y8" fmla="*/ 1459 h 1459"/>
              <a:gd name="p0x9" fmla="*/ 60 w 9324"/>
              <a:gd name="p0y9" fmla="*/ 1459 h 1459"/>
              <a:gd name="p0x10" fmla="*/ 26 w 9324"/>
              <a:gd name="p0y10" fmla="*/ 1459 h 1459"/>
              <a:gd name="p0x11" fmla="*/ 0 w 9324"/>
              <a:gd name="p0y11" fmla="*/ 1432 h 1459"/>
              <a:gd name="p0x12" fmla="*/ 0 w 9324"/>
              <a:gd name="p0y12" fmla="*/ 1399 h 1459"/>
              <a:gd name="p0x13" fmla="*/ 0 w 9324"/>
              <a:gd name="p0y13" fmla="*/ 60 h 1459"/>
              <a:gd name="p0x14" fmla="*/ 0 w 9324"/>
              <a:gd name="p0y14" fmla="*/ 26 h 1459"/>
              <a:gd name="p0x15" fmla="*/ 26 w 9324"/>
              <a:gd name="p0y15" fmla="*/ 0 h 1459"/>
              <a:gd name="p0x16" fmla="*/ 60 w 9324"/>
              <a:gd name="p0y16" fmla="*/ 0 h 145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40"/>
            </p:custDataLst>
          </p:nvPr>
        </p:nvSpPr>
        <p:spPr>
          <a:xfrm>
            <a:off x="771525" y="461073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795020" y="4629785"/>
            <a:ext cx="209550" cy="21463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44"/>
            </p:custDataLst>
          </p:nvPr>
        </p:nvSpPr>
        <p:spPr>
          <a:xfrm>
            <a:off x="1066800" y="4653972"/>
            <a:ext cx="6668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时间成本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5"/>
            </p:custDataLst>
          </p:nvPr>
        </p:nvSpPr>
        <p:spPr>
          <a:xfrm>
            <a:off x="771525" y="4940935"/>
            <a:ext cx="1076960" cy="214630"/>
          </a:xfrm>
          <a:custGeom>
            <a:avLst/>
            <a:gdLst>
              <a:gd name="sw" fmla="*/ 1 w 1696"/>
              <a:gd name="sh" fmla="*/ 1 h 337"/>
              <a:gd name="mins" fmla="min sw sh"/>
              <a:gd name="dsw" fmla="+- 0 sw mins"/>
              <a:gd name="dsh" fmla="+- 0 sh mins"/>
              <a:gd name="p0x0" fmla="*/ 60 w 1696"/>
              <a:gd name="p0y0" fmla="*/ 0 h 337"/>
              <a:gd name="p0x1" fmla="*/ 1636 w 1696"/>
              <a:gd name="p0y1" fmla="*/ 0 h 337"/>
              <a:gd name="p0x2" fmla="*/ 1670 w 1696"/>
              <a:gd name="p0y2" fmla="*/ 0 h 337"/>
              <a:gd name="p0x3" fmla="*/ 1696 w 1696"/>
              <a:gd name="p0y3" fmla="*/ 26 h 337"/>
              <a:gd name="p0x4" fmla="*/ 1696 w 1696"/>
              <a:gd name="p0y4" fmla="*/ 60 h 337"/>
              <a:gd name="p0x5" fmla="*/ 1696 w 1696"/>
              <a:gd name="p0y5" fmla="*/ 277 h 337"/>
              <a:gd name="p0x6" fmla="*/ 1696 w 1696"/>
              <a:gd name="p0y6" fmla="*/ 310 h 337"/>
              <a:gd name="p0x7" fmla="*/ 1670 w 1696"/>
              <a:gd name="p0y7" fmla="*/ 337 h 337"/>
              <a:gd name="p0x8" fmla="*/ 1636 w 1696"/>
              <a:gd name="p0y8" fmla="*/ 337 h 337"/>
              <a:gd name="p0x9" fmla="*/ 60 w 1696"/>
              <a:gd name="p0y9" fmla="*/ 337 h 337"/>
              <a:gd name="p0x10" fmla="*/ 26 w 1696"/>
              <a:gd name="p0y10" fmla="*/ 337 h 337"/>
              <a:gd name="p0x11" fmla="*/ 0 w 1696"/>
              <a:gd name="p0y11" fmla="*/ 310 h 337"/>
              <a:gd name="p0x12" fmla="*/ 0 w 1696"/>
              <a:gd name="p0y12" fmla="*/ 277 h 337"/>
              <a:gd name="p0x13" fmla="*/ 0 w 1696"/>
              <a:gd name="p0y13" fmla="*/ 60 h 337"/>
              <a:gd name="p0x14" fmla="*/ 0 w 1696"/>
              <a:gd name="p0y14" fmla="*/ 26 h 337"/>
              <a:gd name="p0x15" fmla="*/ 26 w 1696"/>
              <a:gd name="p0y15" fmla="*/ 0 h 337"/>
              <a:gd name="p0x16" fmla="*/ 60 w 1696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6"/>
            </p:custDataLst>
          </p:nvPr>
        </p:nvSpPr>
        <p:spPr>
          <a:xfrm>
            <a:off x="809625" y="4960363"/>
            <a:ext cx="113474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7256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recompute cost</a:t>
            </a:r>
            <a:endParaRPr sz="1050">
              <a:solidFill>
                <a:srgbClr val="7256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47"/>
            </p:custDataLst>
          </p:nvPr>
        </p:nvSpPr>
        <p:spPr>
          <a:xfrm>
            <a:off x="1867535" y="4940935"/>
            <a:ext cx="980440" cy="214630"/>
          </a:xfrm>
          <a:custGeom>
            <a:avLst/>
            <a:gdLst>
              <a:gd name="sw" fmla="*/ 1 w 1543"/>
              <a:gd name="sh" fmla="*/ 1 h 337"/>
              <a:gd name="mins" fmla="min sw sh"/>
              <a:gd name="dsw" fmla="+- 0 sw mins"/>
              <a:gd name="dsh" fmla="+- 0 sh mins"/>
              <a:gd name="p0x0" fmla="*/ 60 w 1543"/>
              <a:gd name="p0y0" fmla="*/ 0 h 337"/>
              <a:gd name="p0x1" fmla="*/ 1483 w 1543"/>
              <a:gd name="p0y1" fmla="*/ 0 h 337"/>
              <a:gd name="p0x2" fmla="*/ 1516 w 1543"/>
              <a:gd name="p0y2" fmla="*/ 0 h 337"/>
              <a:gd name="p0x3" fmla="*/ 1543 w 1543"/>
              <a:gd name="p0y3" fmla="*/ 26 h 337"/>
              <a:gd name="p0x4" fmla="*/ 1543 w 1543"/>
              <a:gd name="p0y4" fmla="*/ 60 h 337"/>
              <a:gd name="p0x5" fmla="*/ 1543 w 1543"/>
              <a:gd name="p0y5" fmla="*/ 277 h 337"/>
              <a:gd name="p0x6" fmla="*/ 1543 w 1543"/>
              <a:gd name="p0y6" fmla="*/ 310 h 337"/>
              <a:gd name="p0x7" fmla="*/ 1516 w 1543"/>
              <a:gd name="p0y7" fmla="*/ 337 h 337"/>
              <a:gd name="p0x8" fmla="*/ 1483 w 1543"/>
              <a:gd name="p0y8" fmla="*/ 337 h 337"/>
              <a:gd name="p0x9" fmla="*/ 60 w 1543"/>
              <a:gd name="p0y9" fmla="*/ 337 h 337"/>
              <a:gd name="p0x10" fmla="*/ 26 w 1543"/>
              <a:gd name="p0y10" fmla="*/ 337 h 337"/>
              <a:gd name="p0x11" fmla="*/ 0 w 1543"/>
              <a:gd name="p0y11" fmla="*/ 310 h 337"/>
              <a:gd name="p0x12" fmla="*/ 0 w 1543"/>
              <a:gd name="p0y12" fmla="*/ 277 h 337"/>
              <a:gd name="p0x13" fmla="*/ 0 w 1543"/>
              <a:gd name="p0y13" fmla="*/ 60 h 337"/>
              <a:gd name="p0x14" fmla="*/ 0 w 1543"/>
              <a:gd name="p0y14" fmla="*/ 26 h 337"/>
              <a:gd name="p0x15" fmla="*/ 26 w 1543"/>
              <a:gd name="p0y15" fmla="*/ 0 h 337"/>
              <a:gd name="p0x16" fmla="*/ 60 w 1543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8"/>
            </p:custDataLst>
          </p:nvPr>
        </p:nvSpPr>
        <p:spPr>
          <a:xfrm>
            <a:off x="1906267" y="4960363"/>
            <a:ext cx="10374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7256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 seen time</a:t>
            </a:r>
            <a:endParaRPr sz="1050">
              <a:solidFill>
                <a:srgbClr val="7256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49"/>
            </p:custDataLst>
          </p:nvPr>
        </p:nvSpPr>
        <p:spPr>
          <a:xfrm>
            <a:off x="2867025" y="4940935"/>
            <a:ext cx="1176020" cy="214630"/>
          </a:xfrm>
          <a:custGeom>
            <a:avLst/>
            <a:gdLst>
              <a:gd name="sw" fmla="*/ 1 w 1851"/>
              <a:gd name="sh" fmla="*/ 1 h 337"/>
              <a:gd name="mins" fmla="min sw sh"/>
              <a:gd name="dsw" fmla="+- 0 sw mins"/>
              <a:gd name="dsh" fmla="+- 0 sh mins"/>
              <a:gd name="p0x0" fmla="*/ 60 w 1851"/>
              <a:gd name="p0y0" fmla="*/ 0 h 337"/>
              <a:gd name="p0x1" fmla="*/ 1791 w 1851"/>
              <a:gd name="p0y1" fmla="*/ 0 h 337"/>
              <a:gd name="p0x2" fmla="*/ 1824 w 1851"/>
              <a:gd name="p0y2" fmla="*/ 0 h 337"/>
              <a:gd name="p0x3" fmla="*/ 1851 w 1851"/>
              <a:gd name="p0y3" fmla="*/ 26 h 337"/>
              <a:gd name="p0x4" fmla="*/ 1851 w 1851"/>
              <a:gd name="p0y4" fmla="*/ 60 h 337"/>
              <a:gd name="p0x5" fmla="*/ 1851 w 1851"/>
              <a:gd name="p0y5" fmla="*/ 277 h 337"/>
              <a:gd name="p0x6" fmla="*/ 1851 w 1851"/>
              <a:gd name="p0y6" fmla="*/ 310 h 337"/>
              <a:gd name="p0x7" fmla="*/ 1824 w 1851"/>
              <a:gd name="p0y7" fmla="*/ 337 h 337"/>
              <a:gd name="p0x8" fmla="*/ 1791 w 1851"/>
              <a:gd name="p0y8" fmla="*/ 337 h 337"/>
              <a:gd name="p0x9" fmla="*/ 60 w 1851"/>
              <a:gd name="p0y9" fmla="*/ 337 h 337"/>
              <a:gd name="p0x10" fmla="*/ 26 w 1851"/>
              <a:gd name="p0y10" fmla="*/ 337 h 337"/>
              <a:gd name="p0x11" fmla="*/ 0 w 1851"/>
              <a:gd name="p0y11" fmla="*/ 310 h 337"/>
              <a:gd name="p0x12" fmla="*/ 0 w 1851"/>
              <a:gd name="p0y12" fmla="*/ 277 h 337"/>
              <a:gd name="p0x13" fmla="*/ 0 w 1851"/>
              <a:gd name="p0y13" fmla="*/ 60 h 337"/>
              <a:gd name="p0x14" fmla="*/ 0 w 1851"/>
              <a:gd name="p0y14" fmla="*/ 26 h 337"/>
              <a:gd name="p0x15" fmla="*/ 26 w 1851"/>
              <a:gd name="p0y15" fmla="*/ 0 h 337"/>
              <a:gd name="p0x16" fmla="*/ 60 w 1851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>
            <p:custDataLst>
              <p:tags r:id="rId50"/>
            </p:custDataLst>
          </p:nvPr>
        </p:nvSpPr>
        <p:spPr>
          <a:xfrm>
            <a:off x="2905649" y="4960363"/>
            <a:ext cx="12327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7256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last touched time</a:t>
            </a:r>
            <a:endParaRPr sz="1050">
              <a:solidFill>
                <a:srgbClr val="7256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任意多边形 90"/>
          <p:cNvSpPr/>
          <p:nvPr>
            <p:custDataLst>
              <p:tags r:id="rId51"/>
            </p:custDataLst>
          </p:nvPr>
        </p:nvSpPr>
        <p:spPr>
          <a:xfrm>
            <a:off x="4062095" y="4940935"/>
            <a:ext cx="852805" cy="214630"/>
          </a:xfrm>
          <a:custGeom>
            <a:avLst/>
            <a:gdLst>
              <a:gd name="sw" fmla="*/ 1 w 1342"/>
              <a:gd name="sh" fmla="*/ 1 h 337"/>
              <a:gd name="mins" fmla="min sw sh"/>
              <a:gd name="dsw" fmla="+- 0 sw mins"/>
              <a:gd name="dsh" fmla="+- 0 sh mins"/>
              <a:gd name="p0x0" fmla="*/ 60 w 1342"/>
              <a:gd name="p0y0" fmla="*/ 0 h 337"/>
              <a:gd name="p0x1" fmla="*/ 1282 w 1342"/>
              <a:gd name="p0y1" fmla="*/ 0 h 337"/>
              <a:gd name="p0x2" fmla="*/ 1315 w 1342"/>
              <a:gd name="p0y2" fmla="*/ 0 h 337"/>
              <a:gd name="p0x3" fmla="*/ 1342 w 1342"/>
              <a:gd name="p0y3" fmla="*/ 26 h 337"/>
              <a:gd name="p0x4" fmla="*/ 1342 w 1342"/>
              <a:gd name="p0y4" fmla="*/ 60 h 337"/>
              <a:gd name="p0x5" fmla="*/ 1342 w 1342"/>
              <a:gd name="p0y5" fmla="*/ 277 h 337"/>
              <a:gd name="p0x6" fmla="*/ 1342 w 1342"/>
              <a:gd name="p0y6" fmla="*/ 310 h 337"/>
              <a:gd name="p0x7" fmla="*/ 1315 w 1342"/>
              <a:gd name="p0y7" fmla="*/ 337 h 337"/>
              <a:gd name="p0x8" fmla="*/ 1282 w 1342"/>
              <a:gd name="p0y8" fmla="*/ 337 h 337"/>
              <a:gd name="p0x9" fmla="*/ 60 w 1342"/>
              <a:gd name="p0y9" fmla="*/ 337 h 337"/>
              <a:gd name="p0x10" fmla="*/ 26 w 1342"/>
              <a:gd name="p0y10" fmla="*/ 337 h 337"/>
              <a:gd name="p0x11" fmla="*/ 0 w 1342"/>
              <a:gd name="p0y11" fmla="*/ 310 h 337"/>
              <a:gd name="p0x12" fmla="*/ 0 w 1342"/>
              <a:gd name="p0y12" fmla="*/ 277 h 337"/>
              <a:gd name="p0x13" fmla="*/ 0 w 1342"/>
              <a:gd name="p0y13" fmla="*/ 60 h 337"/>
              <a:gd name="p0x14" fmla="*/ 0 w 1342"/>
              <a:gd name="p0y14" fmla="*/ 26 h 337"/>
              <a:gd name="p0x15" fmla="*/ 26 w 1342"/>
              <a:gd name="p0y15" fmla="*/ 0 h 337"/>
              <a:gd name="p0x16" fmla="*/ 60 w 1342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>
            <p:custDataLst>
              <p:tags r:id="rId52"/>
            </p:custDataLst>
          </p:nvPr>
        </p:nvSpPr>
        <p:spPr>
          <a:xfrm>
            <a:off x="4100294" y="4960363"/>
            <a:ext cx="90985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7256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evicted time</a:t>
            </a:r>
            <a:endParaRPr sz="1050">
              <a:solidFill>
                <a:srgbClr val="7256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任意多边形 92"/>
          <p:cNvSpPr/>
          <p:nvPr>
            <p:custDataLst>
              <p:tags r:id="rId53"/>
            </p:custDataLst>
          </p:nvPr>
        </p:nvSpPr>
        <p:spPr>
          <a:xfrm>
            <a:off x="575945" y="5545455"/>
            <a:ext cx="5920740" cy="926465"/>
          </a:xfrm>
          <a:custGeom>
            <a:avLst/>
            <a:gdLst>
              <a:gd name="sw" fmla="*/ 1 w 9324"/>
              <a:gd name="sh" fmla="*/ 1 h 1459"/>
              <a:gd name="mins" fmla="min sw sh"/>
              <a:gd name="dsw" fmla="+- 0 sw mins"/>
              <a:gd name="dsh" fmla="+- 0 sh mins"/>
              <a:gd name="p0x0" fmla="*/ 60 w 9324"/>
              <a:gd name="p0y0" fmla="*/ 0 h 1459"/>
              <a:gd name="p0x1" fmla="*/ 9264 w 9324"/>
              <a:gd name="p0y1" fmla="*/ 0 h 1459"/>
              <a:gd name="p0x2" fmla="*/ 9297 w 9324"/>
              <a:gd name="p0y2" fmla="*/ 0 h 1459"/>
              <a:gd name="p0x3" fmla="*/ 9324 w 9324"/>
              <a:gd name="p0y3" fmla="*/ 26 h 1459"/>
              <a:gd name="p0x4" fmla="*/ 9324 w 9324"/>
              <a:gd name="p0y4" fmla="*/ 60 h 1459"/>
              <a:gd name="p0x5" fmla="*/ 9324 w 9324"/>
              <a:gd name="p0y5" fmla="*/ 1399 h 1459"/>
              <a:gd name="p0x6" fmla="*/ 9324 w 9324"/>
              <a:gd name="p0y6" fmla="*/ 1432 h 1459"/>
              <a:gd name="p0x7" fmla="*/ 9297 w 9324"/>
              <a:gd name="p0y7" fmla="*/ 1459 h 1459"/>
              <a:gd name="p0x8" fmla="*/ 9264 w 9324"/>
              <a:gd name="p0y8" fmla="*/ 1459 h 1459"/>
              <a:gd name="p0x9" fmla="*/ 60 w 9324"/>
              <a:gd name="p0y9" fmla="*/ 1459 h 1459"/>
              <a:gd name="p0x10" fmla="*/ 26 w 9324"/>
              <a:gd name="p0y10" fmla="*/ 1459 h 1459"/>
              <a:gd name="p0x11" fmla="*/ 0 w 9324"/>
              <a:gd name="p0y11" fmla="*/ 1432 h 1459"/>
              <a:gd name="p0x12" fmla="*/ 0 w 9324"/>
              <a:gd name="p0y12" fmla="*/ 1399 h 1459"/>
              <a:gd name="p0x13" fmla="*/ 0 w 9324"/>
              <a:gd name="p0y13" fmla="*/ 60 h 1459"/>
              <a:gd name="p0x14" fmla="*/ 0 w 9324"/>
              <a:gd name="p0y14" fmla="*/ 26 h 1459"/>
              <a:gd name="p0x15" fmla="*/ 26 w 9324"/>
              <a:gd name="p0y15" fmla="*/ 0 h 1459"/>
              <a:gd name="p0x16" fmla="*/ 60 w 9324"/>
              <a:gd name="p0y16" fmla="*/ 0 h 145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>
            <p:custDataLst>
              <p:tags r:id="rId54"/>
            </p:custDataLst>
          </p:nvPr>
        </p:nvSpPr>
        <p:spPr>
          <a:xfrm>
            <a:off x="771525" y="573722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5" name="图片 94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7895" t="-3651" r="-7895" b="-3651"/>
          <a:stretch>
            <a:fillRect/>
          </a:stretch>
        </p:blipFill>
        <p:spPr>
          <a:xfrm>
            <a:off x="795020" y="5756275"/>
            <a:ext cx="209550" cy="214630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58"/>
            </p:custDataLst>
          </p:nvPr>
        </p:nvSpPr>
        <p:spPr>
          <a:xfrm>
            <a:off x="1066800" y="5780522"/>
            <a:ext cx="6668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状态标记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任意多边形 96"/>
          <p:cNvSpPr/>
          <p:nvPr>
            <p:custDataLst>
              <p:tags r:id="rId59"/>
            </p:custDataLst>
          </p:nvPr>
        </p:nvSpPr>
        <p:spPr>
          <a:xfrm>
            <a:off x="771525" y="6067425"/>
            <a:ext cx="1247140" cy="214630"/>
          </a:xfrm>
          <a:custGeom>
            <a:avLst/>
            <a:gdLst>
              <a:gd name="sw" fmla="*/ 1 w 1964"/>
              <a:gd name="sh" fmla="*/ 1 h 337"/>
              <a:gd name="mins" fmla="min sw sh"/>
              <a:gd name="dsw" fmla="+- 0 sw mins"/>
              <a:gd name="dsh" fmla="+- 0 sh mins"/>
              <a:gd name="p0x0" fmla="*/ 60 w 1964"/>
              <a:gd name="p0y0" fmla="*/ 0 h 337"/>
              <a:gd name="p0x1" fmla="*/ 1904 w 1964"/>
              <a:gd name="p0y1" fmla="*/ 0 h 337"/>
              <a:gd name="p0x2" fmla="*/ 1937 w 1964"/>
              <a:gd name="p0y2" fmla="*/ 0 h 337"/>
              <a:gd name="p0x3" fmla="*/ 1964 w 1964"/>
              <a:gd name="p0y3" fmla="*/ 26 h 337"/>
              <a:gd name="p0x4" fmla="*/ 1964 w 1964"/>
              <a:gd name="p0y4" fmla="*/ 60 h 337"/>
              <a:gd name="p0x5" fmla="*/ 1964 w 1964"/>
              <a:gd name="p0y5" fmla="*/ 277 h 337"/>
              <a:gd name="p0x6" fmla="*/ 1964 w 1964"/>
              <a:gd name="p0y6" fmla="*/ 310 h 337"/>
              <a:gd name="p0x7" fmla="*/ 1937 w 1964"/>
              <a:gd name="p0y7" fmla="*/ 337 h 337"/>
              <a:gd name="p0x8" fmla="*/ 1904 w 1964"/>
              <a:gd name="p0y8" fmla="*/ 337 h 337"/>
              <a:gd name="p0x9" fmla="*/ 60 w 1964"/>
              <a:gd name="p0y9" fmla="*/ 337 h 337"/>
              <a:gd name="p0x10" fmla="*/ 26 w 1964"/>
              <a:gd name="p0y10" fmla="*/ 337 h 337"/>
              <a:gd name="p0x11" fmla="*/ 0 w 1964"/>
              <a:gd name="p0y11" fmla="*/ 310 h 337"/>
              <a:gd name="p0x12" fmla="*/ 0 w 1964"/>
              <a:gd name="p0y12" fmla="*/ 277 h 337"/>
              <a:gd name="p0x13" fmla="*/ 0 w 1964"/>
              <a:gd name="p0y13" fmla="*/ 60 h 337"/>
              <a:gd name="p0x14" fmla="*/ 0 w 1964"/>
              <a:gd name="p0y14" fmla="*/ 26 h 337"/>
              <a:gd name="p0x15" fmla="*/ 26 w 1964"/>
              <a:gd name="p0y15" fmla="*/ 0 h 337"/>
              <a:gd name="p0x16" fmla="*/ 60 w 1964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>
            <p:custDataLst>
              <p:tags r:id="rId60"/>
            </p:custDataLst>
          </p:nvPr>
        </p:nvSpPr>
        <p:spPr>
          <a:xfrm>
            <a:off x="809625" y="6086913"/>
            <a:ext cx="130433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whether protected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61"/>
            </p:custDataLst>
          </p:nvPr>
        </p:nvSpPr>
        <p:spPr>
          <a:xfrm>
            <a:off x="2037715" y="6067425"/>
            <a:ext cx="2479675" cy="214630"/>
          </a:xfrm>
          <a:custGeom>
            <a:avLst/>
            <a:gdLst>
              <a:gd name="sw" fmla="*/ 1 w 3905"/>
              <a:gd name="sh" fmla="*/ 1 h 337"/>
              <a:gd name="mins" fmla="min sw sh"/>
              <a:gd name="dsw" fmla="+- 0 sw mins"/>
              <a:gd name="dsh" fmla="+- 0 sh mins"/>
              <a:gd name="p0x0" fmla="*/ 60 w 3905"/>
              <a:gd name="p0y0" fmla="*/ 0 h 337"/>
              <a:gd name="p0x1" fmla="*/ 3845 w 3905"/>
              <a:gd name="p0y1" fmla="*/ 0 h 337"/>
              <a:gd name="p0x2" fmla="*/ 3878 w 3905"/>
              <a:gd name="p0y2" fmla="*/ 0 h 337"/>
              <a:gd name="p0x3" fmla="*/ 3905 w 3905"/>
              <a:gd name="p0y3" fmla="*/ 26 h 337"/>
              <a:gd name="p0x4" fmla="*/ 3905 w 3905"/>
              <a:gd name="p0y4" fmla="*/ 60 h 337"/>
              <a:gd name="p0x5" fmla="*/ 3905 w 3905"/>
              <a:gd name="p0y5" fmla="*/ 277 h 337"/>
              <a:gd name="p0x6" fmla="*/ 3905 w 3905"/>
              <a:gd name="p0y6" fmla="*/ 310 h 337"/>
              <a:gd name="p0x7" fmla="*/ 3878 w 3905"/>
              <a:gd name="p0y7" fmla="*/ 337 h 337"/>
              <a:gd name="p0x8" fmla="*/ 3845 w 3905"/>
              <a:gd name="p0y8" fmla="*/ 337 h 337"/>
              <a:gd name="p0x9" fmla="*/ 60 w 3905"/>
              <a:gd name="p0y9" fmla="*/ 337 h 337"/>
              <a:gd name="p0x10" fmla="*/ 26 w 3905"/>
              <a:gd name="p0y10" fmla="*/ 337 h 337"/>
              <a:gd name="p0x11" fmla="*/ 0 w 3905"/>
              <a:gd name="p0y11" fmla="*/ 310 h 337"/>
              <a:gd name="p0x12" fmla="*/ 0 w 3905"/>
              <a:gd name="p0y12" fmla="*/ 277 h 337"/>
              <a:gd name="p0x13" fmla="*/ 0 w 3905"/>
              <a:gd name="p0y13" fmla="*/ 60 h 337"/>
              <a:gd name="p0x14" fmla="*/ 0 w 3905"/>
              <a:gd name="p0y14" fmla="*/ 26 h 337"/>
              <a:gd name="p0x15" fmla="*/ 26 w 3905"/>
              <a:gd name="p0y15" fmla="*/ 0 h 337"/>
              <a:gd name="p0x16" fmla="*/ 60 w 3905"/>
              <a:gd name="p0y16" fmla="*/ 0 h 3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>
            <p:custDataLst>
              <p:tags r:id="rId62"/>
            </p:custDataLst>
          </p:nvPr>
        </p:nvSpPr>
        <p:spPr>
          <a:xfrm>
            <a:off x="2075860" y="6086913"/>
            <a:ext cx="267035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whether rebuilt from previous eviction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任意多边形 100"/>
          <p:cNvSpPr/>
          <p:nvPr>
            <p:custDataLst>
              <p:tags r:id="rId63"/>
            </p:custDataLst>
          </p:nvPr>
        </p:nvSpPr>
        <p:spPr>
          <a:xfrm>
            <a:off x="6772910" y="1017905"/>
            <a:ext cx="4842510" cy="947420"/>
          </a:xfrm>
          <a:custGeom>
            <a:avLst/>
            <a:gdLst>
              <a:gd name="sw" fmla="*/ 1 w 7625"/>
              <a:gd name="sh" fmla="*/ 1 h 1492"/>
              <a:gd name="mins" fmla="min sw sh"/>
              <a:gd name="dsw" fmla="+- 0 sw mins"/>
              <a:gd name="dsh" fmla="+- 0 sh mins"/>
              <a:gd name="p0x0" fmla="*/ 60 w 7625"/>
              <a:gd name="p0y0" fmla="*/ 0 h 1492"/>
              <a:gd name="p0x1" fmla="*/ 7565 w 7625"/>
              <a:gd name="p0y1" fmla="*/ 0 h 1492"/>
              <a:gd name="p0x2" fmla="*/ 7599 w 7625"/>
              <a:gd name="p0y2" fmla="*/ 0 h 1492"/>
              <a:gd name="p0x3" fmla="*/ 7625 w 7625"/>
              <a:gd name="p0y3" fmla="*/ 26 h 1492"/>
              <a:gd name="p0x4" fmla="*/ 7625 w 7625"/>
              <a:gd name="p0y4" fmla="*/ 60 h 1492"/>
              <a:gd name="p0x5" fmla="*/ 7625 w 7625"/>
              <a:gd name="p0y5" fmla="*/ 1432 h 1492"/>
              <a:gd name="p0x6" fmla="*/ 7625 w 7625"/>
              <a:gd name="p0y6" fmla="*/ 1465 h 1492"/>
              <a:gd name="p0x7" fmla="*/ 7599 w 7625"/>
              <a:gd name="p0y7" fmla="*/ 1492 h 1492"/>
              <a:gd name="p0x8" fmla="*/ 7565 w 7625"/>
              <a:gd name="p0y8" fmla="*/ 1492 h 1492"/>
              <a:gd name="p0x9" fmla="*/ 60 w 7625"/>
              <a:gd name="p0y9" fmla="*/ 1492 h 1492"/>
              <a:gd name="p0x10" fmla="*/ 26 w 7625"/>
              <a:gd name="p0y10" fmla="*/ 1492 h 1492"/>
              <a:gd name="p0x11" fmla="*/ 0 w 7625"/>
              <a:gd name="p0y11" fmla="*/ 1465 h 1492"/>
              <a:gd name="p0x12" fmla="*/ 0 w 7625"/>
              <a:gd name="p0y12" fmla="*/ 1432 h 1492"/>
              <a:gd name="p0x13" fmla="*/ 0 w 7625"/>
              <a:gd name="p0y13" fmla="*/ 60 h 1492"/>
              <a:gd name="p0x14" fmla="*/ 0 w 7625"/>
              <a:gd name="p0y14" fmla="*/ 26 h 1492"/>
              <a:gd name="p0x15" fmla="*/ 26 w 7625"/>
              <a:gd name="p0y15" fmla="*/ 0 h 1492"/>
              <a:gd name="p0x16" fmla="*/ 60 w 7625"/>
              <a:gd name="p0y16" fmla="*/ 0 h 149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A4DB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 101"/>
          <p:cNvSpPr/>
          <p:nvPr>
            <p:custDataLst>
              <p:tags r:id="rId64"/>
            </p:custDataLst>
          </p:nvPr>
        </p:nvSpPr>
        <p:spPr>
          <a:xfrm>
            <a:off x="6968490" y="121285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20 w 495"/>
              <a:gd name="p0y0" fmla="*/ 0 h 495"/>
              <a:gd name="p0x1" fmla="*/ 375 w 495"/>
              <a:gd name="p0y1" fmla="*/ 0 h 495"/>
              <a:gd name="p0x2" fmla="*/ 441 w 495"/>
              <a:gd name="p0y2" fmla="*/ 0 h 495"/>
              <a:gd name="p0x3" fmla="*/ 495 w 495"/>
              <a:gd name="p0y3" fmla="*/ 53 h 495"/>
              <a:gd name="p0x4" fmla="*/ 495 w 495"/>
              <a:gd name="p0y4" fmla="*/ 120 h 495"/>
              <a:gd name="p0x5" fmla="*/ 495 w 495"/>
              <a:gd name="p0y5" fmla="*/ 375 h 495"/>
              <a:gd name="p0x6" fmla="*/ 495 w 495"/>
              <a:gd name="p0y6" fmla="*/ 441 h 495"/>
              <a:gd name="p0x7" fmla="*/ 441 w 495"/>
              <a:gd name="p0y7" fmla="*/ 495 h 495"/>
              <a:gd name="p0x8" fmla="*/ 375 w 495"/>
              <a:gd name="p0y8" fmla="*/ 495 h 495"/>
              <a:gd name="p0x9" fmla="*/ 120 w 495"/>
              <a:gd name="p0y9" fmla="*/ 495 h 495"/>
              <a:gd name="p0x10" fmla="*/ 53 w 495"/>
              <a:gd name="p0y10" fmla="*/ 495 h 495"/>
              <a:gd name="p0x11" fmla="*/ 0 w 495"/>
              <a:gd name="p0y11" fmla="*/ 441 h 495"/>
              <a:gd name="p0x12" fmla="*/ 0 w 495"/>
              <a:gd name="p0y12" fmla="*/ 375 h 495"/>
              <a:gd name="p0x13" fmla="*/ 0 w 495"/>
              <a:gd name="p0y13" fmla="*/ 120 h 495"/>
              <a:gd name="p0x14" fmla="*/ 0 w 495"/>
              <a:gd name="p0y14" fmla="*/ 53 h 495"/>
              <a:gd name="p0x15" fmla="*/ 53 w 495"/>
              <a:gd name="p0y15" fmla="*/ 0 h 495"/>
              <a:gd name="p0x16" fmla="*/ 120 w 495"/>
              <a:gd name="p0y16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l="-1228" t="-3067" r="-1228" b="-3067"/>
          <a:stretch>
            <a:fillRect/>
          </a:stretch>
        </p:blipFill>
        <p:spPr>
          <a:xfrm>
            <a:off x="7032625" y="1241425"/>
            <a:ext cx="185420" cy="252730"/>
          </a:xfrm>
          <a:prstGeom prst="rect">
            <a:avLst/>
          </a:prstGeom>
        </p:spPr>
      </p:pic>
      <p:sp>
        <p:nvSpPr>
          <p:cNvPr id="104" name="文本框 103"/>
          <p:cNvSpPr txBox="1"/>
          <p:nvPr>
            <p:custDataLst>
              <p:tags r:id="rId68"/>
            </p:custDataLst>
          </p:nvPr>
        </p:nvSpPr>
        <p:spPr>
          <a:xfrm>
            <a:off x="7359034" y="1256300"/>
            <a:ext cx="1581226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4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Evicted Shadow</a:t>
            </a:r>
            <a:endParaRPr sz="1425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69"/>
            </p:custDataLst>
          </p:nvPr>
        </p:nvSpPr>
        <p:spPr>
          <a:xfrm>
            <a:off x="6968509" y="1595895"/>
            <a:ext cx="445196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</a:t>
            </a:r>
            <a:r>
              <a:rPr lang="en-US" altLang="zh-CN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驱逐是否后悔</a:t>
            </a:r>
            <a:r>
              <a:rPr lang="en-US" altLang="zh-CN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endParaRPr lang="en-US" altLang="zh-CN" sz="10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任意多边形 105"/>
          <p:cNvSpPr/>
          <p:nvPr>
            <p:custDataLst>
              <p:tags r:id="rId70"/>
            </p:custDataLst>
          </p:nvPr>
        </p:nvSpPr>
        <p:spPr>
          <a:xfrm>
            <a:off x="6772910" y="2165350"/>
            <a:ext cx="4842510" cy="551180"/>
          </a:xfrm>
          <a:custGeom>
            <a:avLst/>
            <a:gdLst>
              <a:gd name="sw" fmla="*/ 1 w 7625"/>
              <a:gd name="sh" fmla="*/ 1 h 867"/>
              <a:gd name="mins" fmla="min sw sh"/>
              <a:gd name="dsw" fmla="+- 0 sw mins"/>
              <a:gd name="dsh" fmla="+- 0 sh mins"/>
              <a:gd name="p0x0" fmla="*/ 60 w 7625"/>
              <a:gd name="p0y0" fmla="*/ 0 h 867"/>
              <a:gd name="p0x1" fmla="*/ 7565 w 7625"/>
              <a:gd name="p0y1" fmla="*/ 0 h 867"/>
              <a:gd name="p0x2" fmla="*/ 7599 w 7625"/>
              <a:gd name="p0y2" fmla="*/ 0 h 867"/>
              <a:gd name="p0x3" fmla="*/ 7625 w 7625"/>
              <a:gd name="p0y3" fmla="*/ 26 h 867"/>
              <a:gd name="p0x4" fmla="*/ 7625 w 7625"/>
              <a:gd name="p0y4" fmla="*/ 60 h 867"/>
              <a:gd name="p0x5" fmla="*/ 7625 w 7625"/>
              <a:gd name="p0y5" fmla="*/ 807 h 867"/>
              <a:gd name="p0x6" fmla="*/ 7625 w 7625"/>
              <a:gd name="p0y6" fmla="*/ 840 h 867"/>
              <a:gd name="p0x7" fmla="*/ 7599 w 7625"/>
              <a:gd name="p0y7" fmla="*/ 867 h 867"/>
              <a:gd name="p0x8" fmla="*/ 7565 w 7625"/>
              <a:gd name="p0y8" fmla="*/ 867 h 867"/>
              <a:gd name="p0x9" fmla="*/ 60 w 7625"/>
              <a:gd name="p0y9" fmla="*/ 867 h 867"/>
              <a:gd name="p0x10" fmla="*/ 26 w 7625"/>
              <a:gd name="p0y10" fmla="*/ 867 h 867"/>
              <a:gd name="p0x11" fmla="*/ 0 w 7625"/>
              <a:gd name="p0y11" fmla="*/ 840 h 867"/>
              <a:gd name="p0x12" fmla="*/ 0 w 7625"/>
              <a:gd name="p0y12" fmla="*/ 807 h 867"/>
              <a:gd name="p0x13" fmla="*/ 0 w 7625"/>
              <a:gd name="p0y13" fmla="*/ 60 h 867"/>
              <a:gd name="p0x14" fmla="*/ 0 w 7625"/>
              <a:gd name="p0y14" fmla="*/ 26 h 867"/>
              <a:gd name="p0x15" fmla="*/ 26 w 7625"/>
              <a:gd name="p0y15" fmla="*/ 0 h 867"/>
              <a:gd name="p0x16" fmla="*/ 60 w 7625"/>
              <a:gd name="p0y16" fmla="*/ 0 h 86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任意多边形 106"/>
          <p:cNvSpPr/>
          <p:nvPr>
            <p:custDataLst>
              <p:tags r:id="rId71"/>
            </p:custDataLst>
          </p:nvPr>
        </p:nvSpPr>
        <p:spPr>
          <a:xfrm>
            <a:off x="6968490" y="236093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 l="-4074" t="-3492" r="-4074" b="-3492"/>
          <a:stretch>
            <a:fillRect/>
          </a:stretch>
        </p:blipFill>
        <p:spPr>
          <a:xfrm>
            <a:off x="7004050" y="2379980"/>
            <a:ext cx="185420" cy="213995"/>
          </a:xfrm>
          <a:prstGeom prst="rect">
            <a:avLst/>
          </a:prstGeom>
        </p:spPr>
      </p:pic>
      <p:sp>
        <p:nvSpPr>
          <p:cNvPr id="109" name="文本框 108"/>
          <p:cNvSpPr txBox="1"/>
          <p:nvPr>
            <p:custDataLst>
              <p:tags r:id="rId75"/>
            </p:custDataLst>
          </p:nvPr>
        </p:nvSpPr>
        <p:spPr>
          <a:xfrm>
            <a:off x="7301884" y="2348846"/>
            <a:ext cx="411859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保留关键信息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76"/>
            </p:custDataLst>
          </p:nvPr>
        </p:nvSpPr>
        <p:spPr>
          <a:xfrm>
            <a:off x="7301884" y="2518848"/>
            <a:ext cx="4118591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驱逐后保留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的关键信息（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depth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evicted at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 count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等）</a:t>
            </a:r>
            <a:endParaRPr lang="zh-CN" altLang="en-US" sz="10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77"/>
            </p:custDataLst>
          </p:nvPr>
        </p:nvSpPr>
        <p:spPr>
          <a:xfrm>
            <a:off x="6772910" y="2916555"/>
            <a:ext cx="4842510" cy="551180"/>
          </a:xfrm>
          <a:custGeom>
            <a:avLst/>
            <a:gdLst>
              <a:gd name="sw" fmla="*/ 1 w 7625"/>
              <a:gd name="sh" fmla="*/ 1 h 867"/>
              <a:gd name="mins" fmla="min sw sh"/>
              <a:gd name="dsw" fmla="+- 0 sw mins"/>
              <a:gd name="dsh" fmla="+- 0 sh mins"/>
              <a:gd name="p0x0" fmla="*/ 60 w 7625"/>
              <a:gd name="p0y0" fmla="*/ 0 h 867"/>
              <a:gd name="p0x1" fmla="*/ 7565 w 7625"/>
              <a:gd name="p0y1" fmla="*/ 0 h 867"/>
              <a:gd name="p0x2" fmla="*/ 7599 w 7625"/>
              <a:gd name="p0y2" fmla="*/ 0 h 867"/>
              <a:gd name="p0x3" fmla="*/ 7625 w 7625"/>
              <a:gd name="p0y3" fmla="*/ 26 h 867"/>
              <a:gd name="p0x4" fmla="*/ 7625 w 7625"/>
              <a:gd name="p0y4" fmla="*/ 60 h 867"/>
              <a:gd name="p0x5" fmla="*/ 7625 w 7625"/>
              <a:gd name="p0y5" fmla="*/ 807 h 867"/>
              <a:gd name="p0x6" fmla="*/ 7625 w 7625"/>
              <a:gd name="p0y6" fmla="*/ 840 h 867"/>
              <a:gd name="p0x7" fmla="*/ 7599 w 7625"/>
              <a:gd name="p0y7" fmla="*/ 867 h 867"/>
              <a:gd name="p0x8" fmla="*/ 7565 w 7625"/>
              <a:gd name="p0y8" fmla="*/ 867 h 867"/>
              <a:gd name="p0x9" fmla="*/ 60 w 7625"/>
              <a:gd name="p0y9" fmla="*/ 867 h 867"/>
              <a:gd name="p0x10" fmla="*/ 26 w 7625"/>
              <a:gd name="p0y10" fmla="*/ 867 h 867"/>
              <a:gd name="p0x11" fmla="*/ 0 w 7625"/>
              <a:gd name="p0y11" fmla="*/ 840 h 867"/>
              <a:gd name="p0x12" fmla="*/ 0 w 7625"/>
              <a:gd name="p0y12" fmla="*/ 807 h 867"/>
              <a:gd name="p0x13" fmla="*/ 0 w 7625"/>
              <a:gd name="p0y13" fmla="*/ 60 h 867"/>
              <a:gd name="p0x14" fmla="*/ 0 w 7625"/>
              <a:gd name="p0y14" fmla="*/ 26 h 867"/>
              <a:gd name="p0x15" fmla="*/ 26 w 7625"/>
              <a:gd name="p0y15" fmla="*/ 0 h 867"/>
              <a:gd name="p0x16" fmla="*/ 60 w 7625"/>
              <a:gd name="p0y16" fmla="*/ 0 h 86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任意多边形 111"/>
          <p:cNvSpPr/>
          <p:nvPr>
            <p:custDataLst>
              <p:tags r:id="rId78"/>
            </p:custDataLst>
          </p:nvPr>
        </p:nvSpPr>
        <p:spPr>
          <a:xfrm>
            <a:off x="6968490" y="311213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3" name="图片 112"/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991985" y="3131185"/>
            <a:ext cx="209550" cy="213995"/>
          </a:xfrm>
          <a:prstGeom prst="rect">
            <a:avLst/>
          </a:prstGeom>
        </p:spPr>
      </p:pic>
      <p:sp>
        <p:nvSpPr>
          <p:cNvPr id="114" name="文本框 113"/>
          <p:cNvSpPr txBox="1"/>
          <p:nvPr>
            <p:custDataLst>
              <p:tags r:id="rId82"/>
            </p:custDataLst>
          </p:nvPr>
        </p:nvSpPr>
        <p:spPr>
          <a:xfrm>
            <a:off x="7301884" y="3099911"/>
            <a:ext cx="411859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识别重建来源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83"/>
            </p:custDataLst>
          </p:nvPr>
        </p:nvSpPr>
        <p:spPr>
          <a:xfrm>
            <a:off x="7301884" y="3269914"/>
            <a:ext cx="411859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后续同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 block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再次计算时，识别为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rebuilt-from-eviction</a:t>
            </a:r>
            <a:endParaRPr lang="en-US" altLang="zh-CN" sz="10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6" name="任意多边形 115"/>
          <p:cNvSpPr/>
          <p:nvPr>
            <p:custDataLst>
              <p:tags r:id="rId84"/>
            </p:custDataLst>
          </p:nvPr>
        </p:nvSpPr>
        <p:spPr>
          <a:xfrm>
            <a:off x="6772910" y="3667760"/>
            <a:ext cx="4842510" cy="551180"/>
          </a:xfrm>
          <a:custGeom>
            <a:avLst/>
            <a:gdLst>
              <a:gd name="sw" fmla="*/ 1 w 7625"/>
              <a:gd name="sh" fmla="*/ 1 h 867"/>
              <a:gd name="mins" fmla="min sw sh"/>
              <a:gd name="dsw" fmla="+- 0 sw mins"/>
              <a:gd name="dsh" fmla="+- 0 sh mins"/>
              <a:gd name="p0x0" fmla="*/ 60 w 7625"/>
              <a:gd name="p0y0" fmla="*/ 0 h 867"/>
              <a:gd name="p0x1" fmla="*/ 7565 w 7625"/>
              <a:gd name="p0y1" fmla="*/ 0 h 867"/>
              <a:gd name="p0x2" fmla="*/ 7599 w 7625"/>
              <a:gd name="p0y2" fmla="*/ 0 h 867"/>
              <a:gd name="p0x3" fmla="*/ 7625 w 7625"/>
              <a:gd name="p0y3" fmla="*/ 26 h 867"/>
              <a:gd name="p0x4" fmla="*/ 7625 w 7625"/>
              <a:gd name="p0y4" fmla="*/ 60 h 867"/>
              <a:gd name="p0x5" fmla="*/ 7625 w 7625"/>
              <a:gd name="p0y5" fmla="*/ 807 h 867"/>
              <a:gd name="p0x6" fmla="*/ 7625 w 7625"/>
              <a:gd name="p0y6" fmla="*/ 840 h 867"/>
              <a:gd name="p0x7" fmla="*/ 7599 w 7625"/>
              <a:gd name="p0y7" fmla="*/ 867 h 867"/>
              <a:gd name="p0x8" fmla="*/ 7565 w 7625"/>
              <a:gd name="p0y8" fmla="*/ 867 h 867"/>
              <a:gd name="p0x9" fmla="*/ 60 w 7625"/>
              <a:gd name="p0y9" fmla="*/ 867 h 867"/>
              <a:gd name="p0x10" fmla="*/ 26 w 7625"/>
              <a:gd name="p0y10" fmla="*/ 867 h 867"/>
              <a:gd name="p0x11" fmla="*/ 0 w 7625"/>
              <a:gd name="p0y11" fmla="*/ 840 h 867"/>
              <a:gd name="p0x12" fmla="*/ 0 w 7625"/>
              <a:gd name="p0y12" fmla="*/ 807 h 867"/>
              <a:gd name="p0x13" fmla="*/ 0 w 7625"/>
              <a:gd name="p0y13" fmla="*/ 60 h 867"/>
              <a:gd name="p0x14" fmla="*/ 0 w 7625"/>
              <a:gd name="p0y14" fmla="*/ 26 h 867"/>
              <a:gd name="p0x15" fmla="*/ 26 w 7625"/>
              <a:gd name="p0y15" fmla="*/ 0 h 867"/>
              <a:gd name="p0x16" fmla="*/ 60 w 7625"/>
              <a:gd name="p0y16" fmla="*/ 0 h 86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任意多边形 116"/>
          <p:cNvSpPr/>
          <p:nvPr>
            <p:custDataLst>
              <p:tags r:id="rId85"/>
            </p:custDataLst>
          </p:nvPr>
        </p:nvSpPr>
        <p:spPr>
          <a:xfrm>
            <a:off x="6968490" y="386334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8" name="图片 117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991985" y="3882390"/>
            <a:ext cx="209550" cy="213995"/>
          </a:xfrm>
          <a:prstGeom prst="rect">
            <a:avLst/>
          </a:prstGeom>
        </p:spPr>
      </p:pic>
      <p:sp>
        <p:nvSpPr>
          <p:cNvPr id="119" name="文本框 118"/>
          <p:cNvSpPr txBox="1"/>
          <p:nvPr>
            <p:custDataLst>
              <p:tags r:id="rId89"/>
            </p:custDataLst>
          </p:nvPr>
        </p:nvSpPr>
        <p:spPr>
          <a:xfrm>
            <a:off x="7301884" y="3850967"/>
            <a:ext cx="411859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更接近真实损失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90"/>
            </p:custDataLst>
          </p:nvPr>
        </p:nvSpPr>
        <p:spPr>
          <a:xfrm>
            <a:off x="7301884" y="4020969"/>
            <a:ext cx="411859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比单纯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eviction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数更接近真实损失</a:t>
            </a:r>
            <a:endParaRPr lang="zh-CN" altLang="en-US" sz="10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87350" y="848995"/>
            <a:ext cx="9429750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shared-aware</a:t>
            </a: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初版策略</a:t>
            </a:r>
            <a:endParaRPr lang="zh-CN" altLang="en-US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6664325" y="2014220"/>
            <a:ext cx="4466590" cy="3985260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859905" y="24542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926580" y="2516505"/>
            <a:ext cx="209550" cy="21399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7317105" y="2500103"/>
            <a:ext cx="188237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保留命中过的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6859905" y="31419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5000" t="-3492" r="-5000" b="-3492"/>
          <a:stretch>
            <a:fillRect/>
          </a:stretch>
        </p:blipFill>
        <p:spPr>
          <a:xfrm>
            <a:off x="6926580" y="3204210"/>
            <a:ext cx="209550" cy="21399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7317105" y="3187757"/>
            <a:ext cx="207287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保留共享度高的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6859905" y="38354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6911975" y="3897630"/>
            <a:ext cx="238125" cy="2139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7317105" y="3881126"/>
            <a:ext cx="358526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prefix 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中更关键的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anchor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>
            <a:off x="6859905" y="45256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926580" y="4587875"/>
            <a:ext cx="209550" cy="2139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7317105" y="4571330"/>
            <a:ext cx="226337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保留重算代价高的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3"/>
            </p:custDataLst>
          </p:nvPr>
        </p:nvSpPr>
        <p:spPr>
          <a:xfrm>
            <a:off x="6859905" y="52165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6926580" y="5278755"/>
            <a:ext cx="209550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7"/>
            </p:custDataLst>
          </p:nvPr>
        </p:nvSpPr>
        <p:spPr>
          <a:xfrm>
            <a:off x="7317105" y="5262159"/>
            <a:ext cx="293831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驱逐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retain_score 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230505" y="2014220"/>
            <a:ext cx="6266180" cy="3985895"/>
          </a:xfrm>
          <a:custGeom>
            <a:avLst/>
            <a:gdLst>
              <a:gd name="sw" fmla="*/ 1 w 9868"/>
              <a:gd name="sh" fmla="*/ 1 h 6276"/>
              <a:gd name="mins" fmla="min sw sh"/>
              <a:gd name="dsw" fmla="+- 0 sw mins"/>
              <a:gd name="dsh" fmla="+- 0 sh mins"/>
              <a:gd name="p0x0" fmla="*/ 420 w 9868"/>
              <a:gd name="p0y0" fmla="*/ 0 h 6276"/>
              <a:gd name="p0x1" fmla="*/ 9448 w 9868"/>
              <a:gd name="p0y1" fmla="*/ 0 h 6276"/>
              <a:gd name="p0x2" fmla="*/ 9680 w 9868"/>
              <a:gd name="p0y2" fmla="*/ 0 h 6276"/>
              <a:gd name="p0x3" fmla="*/ 9868 w 9868"/>
              <a:gd name="p0y3" fmla="*/ 188 h 6276"/>
              <a:gd name="p0x4" fmla="*/ 9868 w 9868"/>
              <a:gd name="p0y4" fmla="*/ 420 h 6276"/>
              <a:gd name="p0x5" fmla="*/ 9868 w 9868"/>
              <a:gd name="p0y5" fmla="*/ 5856 h 6276"/>
              <a:gd name="p0x6" fmla="*/ 9868 w 9868"/>
              <a:gd name="p0y6" fmla="*/ 6088 h 6276"/>
              <a:gd name="p0x7" fmla="*/ 9680 w 9868"/>
              <a:gd name="p0y7" fmla="*/ 6276 h 6276"/>
              <a:gd name="p0x8" fmla="*/ 9448 w 9868"/>
              <a:gd name="p0y8" fmla="*/ 6276 h 6276"/>
              <a:gd name="p0x9" fmla="*/ 420 w 9868"/>
              <a:gd name="p0y9" fmla="*/ 6276 h 6276"/>
              <a:gd name="p0x10" fmla="*/ 188 w 9868"/>
              <a:gd name="p0y10" fmla="*/ 6276 h 6276"/>
              <a:gd name="p0x11" fmla="*/ 0 w 9868"/>
              <a:gd name="p0y11" fmla="*/ 6088 h 6276"/>
              <a:gd name="p0x12" fmla="*/ 0 w 9868"/>
              <a:gd name="p0y12" fmla="*/ 5856 h 6276"/>
              <a:gd name="p0x13" fmla="*/ 0 w 9868"/>
              <a:gd name="p0y13" fmla="*/ 420 h 6276"/>
              <a:gd name="p0x14" fmla="*/ 0 w 9868"/>
              <a:gd name="p0y14" fmla="*/ 188 h 6276"/>
              <a:gd name="p0x15" fmla="*/ 188 w 9868"/>
              <a:gd name="p0y15" fmla="*/ 0 h 6276"/>
              <a:gd name="p0x16" fmla="*/ 420 w 9868"/>
              <a:gd name="p0y16" fmla="*/ 0 h 627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1723787" y="2959433"/>
            <a:ext cx="328009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策略设计：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retain_score 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综合评估</a:t>
            </a:r>
            <a:endParaRPr lang="zh-CN" altLang="en-US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387350" y="3326130"/>
            <a:ext cx="1933575" cy="762000"/>
          </a:xfrm>
          <a:custGeom>
            <a:avLst/>
            <a:gdLst>
              <a:gd name="sw" fmla="*/ 1 w 3044"/>
              <a:gd name="sh" fmla="*/ 1 h 1200"/>
              <a:gd name="mins" fmla="min sw sh"/>
              <a:gd name="dsw" fmla="+- 0 sw mins"/>
              <a:gd name="dsh" fmla="+- 0 sh mins"/>
              <a:gd name="p0x0" fmla="*/ 300 w 3044"/>
              <a:gd name="p0y0" fmla="*/ 0 h 1200"/>
              <a:gd name="p0x1" fmla="*/ 2744 w 3044"/>
              <a:gd name="p0y1" fmla="*/ 0 h 1200"/>
              <a:gd name="p0x2" fmla="*/ 2910 w 3044"/>
              <a:gd name="p0y2" fmla="*/ 0 h 1200"/>
              <a:gd name="p0x3" fmla="*/ 3044 w 3044"/>
              <a:gd name="p0y3" fmla="*/ 134 h 1200"/>
              <a:gd name="p0x4" fmla="*/ 3044 w 3044"/>
              <a:gd name="p0y4" fmla="*/ 300 h 1200"/>
              <a:gd name="p0x5" fmla="*/ 3044 w 3044"/>
              <a:gd name="p0y5" fmla="*/ 900 h 1200"/>
              <a:gd name="p0x6" fmla="*/ 3044 w 3044"/>
              <a:gd name="p0y6" fmla="*/ 1065 h 1200"/>
              <a:gd name="p0x7" fmla="*/ 2910 w 3044"/>
              <a:gd name="p0y7" fmla="*/ 1200 h 1200"/>
              <a:gd name="p0x8" fmla="*/ 2744 w 3044"/>
              <a:gd name="p0y8" fmla="*/ 1200 h 1200"/>
              <a:gd name="p0x9" fmla="*/ 300 w 3044"/>
              <a:gd name="p0y9" fmla="*/ 1200 h 1200"/>
              <a:gd name="p0x10" fmla="*/ 134 w 3044"/>
              <a:gd name="p0y10" fmla="*/ 1200 h 1200"/>
              <a:gd name="p0x11" fmla="*/ 0 w 3044"/>
              <a:gd name="p0y11" fmla="*/ 1065 h 1200"/>
              <a:gd name="p0x12" fmla="*/ 0 w 3044"/>
              <a:gd name="p0y12" fmla="*/ 900 h 1200"/>
              <a:gd name="p0x13" fmla="*/ 0 w 3044"/>
              <a:gd name="p0y13" fmla="*/ 300 h 1200"/>
              <a:gd name="p0x14" fmla="*/ 0 w 3044"/>
              <a:gd name="p0y14" fmla="*/ 134 h 1200"/>
              <a:gd name="p0x15" fmla="*/ 134 w 3044"/>
              <a:gd name="p0y15" fmla="*/ 0 h 1200"/>
              <a:gd name="p0x16" fmla="*/ 300 w 3044"/>
              <a:gd name="p0y16" fmla="*/ 0 h 120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1"/>
            </p:custDataLst>
          </p:nvPr>
        </p:nvSpPr>
        <p:spPr>
          <a:xfrm>
            <a:off x="1220470" y="3440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1277620" y="3497580"/>
            <a:ext cx="1524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925773" y="3745246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复用价值</a:t>
            </a:r>
            <a:endParaRPr sz="13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2397125" y="3326130"/>
            <a:ext cx="1932940" cy="762000"/>
          </a:xfrm>
          <a:custGeom>
            <a:avLst/>
            <a:gdLst>
              <a:gd name="sw" fmla="*/ 1 w 3044"/>
              <a:gd name="sh" fmla="*/ 1 h 1200"/>
              <a:gd name="mins" fmla="min sw sh"/>
              <a:gd name="dsw" fmla="+- 0 sw mins"/>
              <a:gd name="dsh" fmla="+- 0 sh mins"/>
              <a:gd name="p0x0" fmla="*/ 300 w 3044"/>
              <a:gd name="p0y0" fmla="*/ 0 h 1200"/>
              <a:gd name="p0x1" fmla="*/ 2744 w 3044"/>
              <a:gd name="p0y1" fmla="*/ 0 h 1200"/>
              <a:gd name="p0x2" fmla="*/ 2910 w 3044"/>
              <a:gd name="p0y2" fmla="*/ 0 h 1200"/>
              <a:gd name="p0x3" fmla="*/ 3044 w 3044"/>
              <a:gd name="p0y3" fmla="*/ 134 h 1200"/>
              <a:gd name="p0x4" fmla="*/ 3044 w 3044"/>
              <a:gd name="p0y4" fmla="*/ 300 h 1200"/>
              <a:gd name="p0x5" fmla="*/ 3044 w 3044"/>
              <a:gd name="p0y5" fmla="*/ 900 h 1200"/>
              <a:gd name="p0x6" fmla="*/ 3044 w 3044"/>
              <a:gd name="p0y6" fmla="*/ 1065 h 1200"/>
              <a:gd name="p0x7" fmla="*/ 2910 w 3044"/>
              <a:gd name="p0y7" fmla="*/ 1200 h 1200"/>
              <a:gd name="p0x8" fmla="*/ 2744 w 3044"/>
              <a:gd name="p0y8" fmla="*/ 1200 h 1200"/>
              <a:gd name="p0x9" fmla="*/ 300 w 3044"/>
              <a:gd name="p0y9" fmla="*/ 1200 h 1200"/>
              <a:gd name="p0x10" fmla="*/ 134 w 3044"/>
              <a:gd name="p0y10" fmla="*/ 1200 h 1200"/>
              <a:gd name="p0x11" fmla="*/ 0 w 3044"/>
              <a:gd name="p0y11" fmla="*/ 1065 h 1200"/>
              <a:gd name="p0x12" fmla="*/ 0 w 3044"/>
              <a:gd name="p0y12" fmla="*/ 900 h 1200"/>
              <a:gd name="p0x13" fmla="*/ 0 w 3044"/>
              <a:gd name="p0y13" fmla="*/ 300 h 1200"/>
              <a:gd name="p0x14" fmla="*/ 0 w 3044"/>
              <a:gd name="p0y14" fmla="*/ 134 h 1200"/>
              <a:gd name="p0x15" fmla="*/ 134 w 3044"/>
              <a:gd name="p0y15" fmla="*/ 0 h 1200"/>
              <a:gd name="p0x16" fmla="*/ 300 w 3044"/>
              <a:gd name="p0y16" fmla="*/ 0 h 120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7"/>
            </p:custDataLst>
          </p:nvPr>
        </p:nvSpPr>
        <p:spPr>
          <a:xfrm>
            <a:off x="3230245" y="3440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6250" r="-6250"/>
          <a:stretch>
            <a:fillRect/>
          </a:stretch>
        </p:blipFill>
        <p:spPr>
          <a:xfrm>
            <a:off x="3277870" y="3497580"/>
            <a:ext cx="171450" cy="15240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41"/>
            </p:custDataLst>
          </p:nvPr>
        </p:nvSpPr>
        <p:spPr>
          <a:xfrm>
            <a:off x="2763726" y="3745246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前缀锚点价值</a:t>
            </a:r>
            <a:endParaRPr sz="13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2"/>
            </p:custDataLst>
          </p:nvPr>
        </p:nvSpPr>
        <p:spPr>
          <a:xfrm>
            <a:off x="4406265" y="3326130"/>
            <a:ext cx="1933575" cy="762000"/>
          </a:xfrm>
          <a:custGeom>
            <a:avLst/>
            <a:gdLst>
              <a:gd name="sw" fmla="*/ 1 w 3044"/>
              <a:gd name="sh" fmla="*/ 1 h 1200"/>
              <a:gd name="mins" fmla="min sw sh"/>
              <a:gd name="dsw" fmla="+- 0 sw mins"/>
              <a:gd name="dsh" fmla="+- 0 sh mins"/>
              <a:gd name="p0x0" fmla="*/ 300 w 3044"/>
              <a:gd name="p0y0" fmla="*/ 0 h 1200"/>
              <a:gd name="p0x1" fmla="*/ 2744 w 3044"/>
              <a:gd name="p0y1" fmla="*/ 0 h 1200"/>
              <a:gd name="p0x2" fmla="*/ 2910 w 3044"/>
              <a:gd name="p0y2" fmla="*/ 0 h 1200"/>
              <a:gd name="p0x3" fmla="*/ 3044 w 3044"/>
              <a:gd name="p0y3" fmla="*/ 134 h 1200"/>
              <a:gd name="p0x4" fmla="*/ 3044 w 3044"/>
              <a:gd name="p0y4" fmla="*/ 300 h 1200"/>
              <a:gd name="p0x5" fmla="*/ 3044 w 3044"/>
              <a:gd name="p0y5" fmla="*/ 900 h 1200"/>
              <a:gd name="p0x6" fmla="*/ 3044 w 3044"/>
              <a:gd name="p0y6" fmla="*/ 1065 h 1200"/>
              <a:gd name="p0x7" fmla="*/ 2910 w 3044"/>
              <a:gd name="p0y7" fmla="*/ 1200 h 1200"/>
              <a:gd name="p0x8" fmla="*/ 2744 w 3044"/>
              <a:gd name="p0y8" fmla="*/ 1200 h 1200"/>
              <a:gd name="p0x9" fmla="*/ 300 w 3044"/>
              <a:gd name="p0y9" fmla="*/ 1200 h 1200"/>
              <a:gd name="p0x10" fmla="*/ 134 w 3044"/>
              <a:gd name="p0y10" fmla="*/ 1200 h 1200"/>
              <a:gd name="p0x11" fmla="*/ 0 w 3044"/>
              <a:gd name="p0y11" fmla="*/ 1065 h 1200"/>
              <a:gd name="p0x12" fmla="*/ 0 w 3044"/>
              <a:gd name="p0y12" fmla="*/ 900 h 1200"/>
              <a:gd name="p0x13" fmla="*/ 0 w 3044"/>
              <a:gd name="p0y13" fmla="*/ 300 h 1200"/>
              <a:gd name="p0x14" fmla="*/ 0 w 3044"/>
              <a:gd name="p0y14" fmla="*/ 134 h 1200"/>
              <a:gd name="p0x15" fmla="*/ 134 w 3044"/>
              <a:gd name="p0y15" fmla="*/ 0 h 1200"/>
              <a:gd name="p0x16" fmla="*/ 300 w 3044"/>
              <a:gd name="p0y16" fmla="*/ 0 h 120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43"/>
            </p:custDataLst>
          </p:nvPr>
        </p:nvSpPr>
        <p:spPr>
          <a:xfrm>
            <a:off x="5239385" y="3440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>
          <a:xfrm>
            <a:off x="5296535" y="3497580"/>
            <a:ext cx="152400" cy="15240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47"/>
            </p:custDataLst>
          </p:nvPr>
        </p:nvSpPr>
        <p:spPr>
          <a:xfrm>
            <a:off x="4944580" y="3745246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重算代价</a:t>
            </a:r>
            <a:endParaRPr sz="13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8"/>
            </p:custDataLst>
          </p:nvPr>
        </p:nvSpPr>
        <p:spPr>
          <a:xfrm>
            <a:off x="387350" y="4202430"/>
            <a:ext cx="5952490" cy="480695"/>
          </a:xfrm>
          <a:custGeom>
            <a:avLst/>
            <a:gdLst>
              <a:gd name="sw" fmla="*/ 1 w 9373"/>
              <a:gd name="sh" fmla="*/ 1 h 757"/>
              <a:gd name="mins" fmla="min sw sh"/>
              <a:gd name="dsw" fmla="+- 0 sw mins"/>
              <a:gd name="dsh" fmla="+- 0 sh mins"/>
              <a:gd name="p0x0" fmla="*/ 300 w 9373"/>
              <a:gd name="p0y0" fmla="*/ 0 h 757"/>
              <a:gd name="p0x1" fmla="*/ 9073 w 9373"/>
              <a:gd name="p0y1" fmla="*/ 0 h 757"/>
              <a:gd name="p0x2" fmla="*/ 9238 w 9373"/>
              <a:gd name="p0y2" fmla="*/ 0 h 757"/>
              <a:gd name="p0x3" fmla="*/ 9373 w 9373"/>
              <a:gd name="p0y3" fmla="*/ 134 h 757"/>
              <a:gd name="p0x4" fmla="*/ 9373 w 9373"/>
              <a:gd name="p0y4" fmla="*/ 300 h 757"/>
              <a:gd name="p0x5" fmla="*/ 9373 w 9373"/>
              <a:gd name="p0y5" fmla="*/ 457 h 757"/>
              <a:gd name="p0x6" fmla="*/ 9373 w 9373"/>
              <a:gd name="p0y6" fmla="*/ 623 h 757"/>
              <a:gd name="p0x7" fmla="*/ 9238 w 9373"/>
              <a:gd name="p0y7" fmla="*/ 757 h 757"/>
              <a:gd name="p0x8" fmla="*/ 9073 w 9373"/>
              <a:gd name="p0y8" fmla="*/ 757 h 757"/>
              <a:gd name="p0x9" fmla="*/ 300 w 9373"/>
              <a:gd name="p0y9" fmla="*/ 757 h 757"/>
              <a:gd name="p0x10" fmla="*/ 134 w 9373"/>
              <a:gd name="p0y10" fmla="*/ 757 h 757"/>
              <a:gd name="p0x11" fmla="*/ 0 w 9373"/>
              <a:gd name="p0y11" fmla="*/ 623 h 757"/>
              <a:gd name="p0x12" fmla="*/ 0 w 9373"/>
              <a:gd name="p0y12" fmla="*/ 457 h 757"/>
              <a:gd name="p0x13" fmla="*/ 0 w 9373"/>
              <a:gd name="p0y13" fmla="*/ 300 h 757"/>
              <a:gd name="p0x14" fmla="*/ 0 w 9373"/>
              <a:gd name="p0y14" fmla="*/ 134 h 757"/>
              <a:gd name="p0x15" fmla="*/ 134 w 9373"/>
              <a:gd name="p0y15" fmla="*/ 0 h 757"/>
              <a:gd name="p0x16" fmla="*/ 300 w 9373"/>
              <a:gd name="p0y16" fmla="*/ 0 h 75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9"/>
            </p:custDataLst>
          </p:nvPr>
        </p:nvSpPr>
        <p:spPr>
          <a:xfrm>
            <a:off x="1104957" y="4316746"/>
            <a:ext cx="489875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altLang="en-US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retain_score = </a:t>
            </a:r>
            <a:r>
              <a:rPr lang="zh-CN" altLang="en-US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复用价值</a:t>
            </a:r>
            <a:r>
              <a:rPr lang="en-US" altLang="zh-CN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前缀锚点价值</a:t>
            </a:r>
            <a:r>
              <a:rPr lang="en-US" altLang="zh-CN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重算代价</a:t>
            </a:r>
            <a:endParaRPr lang="zh-CN" altLang="en-US" sz="15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0"/>
            </p:custDataLst>
          </p:nvPr>
        </p:nvSpPr>
        <p:spPr>
          <a:xfrm>
            <a:off x="1839801" y="4786328"/>
            <a:ext cx="30480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通过综合评估块优先级，优先驱逐低价值块</a:t>
            </a:r>
            <a:endParaRPr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23" name="任意多边形 22"/>
          <p:cNvSpPr/>
          <p:nvPr>
            <p:custDataLst>
              <p:tags r:id="rId1"/>
            </p:custDataLst>
          </p:nvPr>
        </p:nvSpPr>
        <p:spPr>
          <a:xfrm>
            <a:off x="533400" y="948055"/>
            <a:ext cx="5381625" cy="469582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420 w 8475"/>
              <a:gd name="p0y0" fmla="*/ 0 h 8445"/>
              <a:gd name="p0x1" fmla="*/ 8055 w 8475"/>
              <a:gd name="p0y1" fmla="*/ 0 h 8445"/>
              <a:gd name="p0x2" fmla="*/ 8286 w 8475"/>
              <a:gd name="p0y2" fmla="*/ 0 h 8445"/>
              <a:gd name="p0x3" fmla="*/ 8475 w 8475"/>
              <a:gd name="p0y3" fmla="*/ 188 h 8445"/>
              <a:gd name="p0x4" fmla="*/ 8475 w 8475"/>
              <a:gd name="p0y4" fmla="*/ 420 h 8445"/>
              <a:gd name="p0x5" fmla="*/ 8475 w 8475"/>
              <a:gd name="p0y5" fmla="*/ 8025 h 8445"/>
              <a:gd name="p0x6" fmla="*/ 8475 w 8475"/>
              <a:gd name="p0y6" fmla="*/ 8256 h 8445"/>
              <a:gd name="p0x7" fmla="*/ 8286 w 8475"/>
              <a:gd name="p0y7" fmla="*/ 8445 h 8445"/>
              <a:gd name="p0x8" fmla="*/ 8055 w 8475"/>
              <a:gd name="p0y8" fmla="*/ 8445 h 8445"/>
              <a:gd name="p0x9" fmla="*/ 420 w 8475"/>
              <a:gd name="p0y9" fmla="*/ 8445 h 8445"/>
              <a:gd name="p0x10" fmla="*/ 188 w 8475"/>
              <a:gd name="p0y10" fmla="*/ 8445 h 8445"/>
              <a:gd name="p0x11" fmla="*/ 0 w 8475"/>
              <a:gd name="p0y11" fmla="*/ 8256 h 8445"/>
              <a:gd name="p0x12" fmla="*/ 0 w 8475"/>
              <a:gd name="p0y12" fmla="*/ 8025 h 8445"/>
              <a:gd name="p0x13" fmla="*/ 0 w 8475"/>
              <a:gd name="p0y13" fmla="*/ 420 h 8445"/>
              <a:gd name="p0x14" fmla="*/ 0 w 8475"/>
              <a:gd name="p0y14" fmla="*/ 188 h 8445"/>
              <a:gd name="p0x15" fmla="*/ 188 w 8475"/>
              <a:gd name="p0y15" fmla="*/ 0 h 8445"/>
              <a:gd name="p0x16" fmla="*/ 420 w 8475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"/>
            </p:custDataLst>
          </p:nvPr>
        </p:nvSpPr>
        <p:spPr>
          <a:xfrm>
            <a:off x="728980" y="11436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14705" y="1224280"/>
            <a:ext cx="247650" cy="2527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1262380" y="1176973"/>
            <a:ext cx="21336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2100" b="1">
                <a:solidFill>
                  <a:srgbClr val="C918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早期问题：负优化</a:t>
            </a:r>
            <a:endParaRPr sz="2100" b="1">
              <a:solidFill>
                <a:srgbClr val="C918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表格 26"/>
          <p:cNvGraphicFramePr/>
          <p:nvPr>
            <p:custDataLst>
              <p:tags r:id="rId7"/>
            </p:custDataLst>
          </p:nvPr>
        </p:nvGraphicFramePr>
        <p:xfrm>
          <a:off x="738505" y="1724660"/>
          <a:ext cx="4981575" cy="286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235"/>
                <a:gridCol w="1245235"/>
                <a:gridCol w="1245870"/>
                <a:gridCol w="1245235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Workload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Policy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rate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114871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prefix_reuse_smoke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0.5079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3.96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808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prefix_reuse_smoke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shared_aware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0.5079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2.13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728980" y="4743450"/>
            <a:ext cx="4991100" cy="533400"/>
            <a:chOff x="10125" y="9045"/>
            <a:chExt cx="7860" cy="840"/>
          </a:xfrm>
        </p:grpSpPr>
        <p:sp>
          <p:nvSpPr>
            <p:cNvPr id="28" name="任意多边形 27"/>
            <p:cNvSpPr/>
            <p:nvPr>
              <p:custDataLst>
                <p:tags r:id="rId8"/>
              </p:custDataLst>
            </p:nvPr>
          </p:nvSpPr>
          <p:spPr>
            <a:xfrm>
              <a:off x="10125" y="9045"/>
              <a:ext cx="7860" cy="840"/>
            </a:xfrm>
            <a:custGeom>
              <a:avLst/>
              <a:gdLst>
                <a:gd name="sw" fmla="*/ 1 w 7860"/>
                <a:gd name="sh" fmla="*/ 1 h 840"/>
                <a:gd name="mins" fmla="min sw sh"/>
                <a:gd name="dsw" fmla="+- 0 sw mins"/>
                <a:gd name="dsh" fmla="+- 0 sh mins"/>
                <a:gd name="p0x0" fmla="*/ 0 w 7860"/>
                <a:gd name="p0y0" fmla="*/ 0 h 840"/>
                <a:gd name="p0x1" fmla="*/ 7860 w 7860"/>
                <a:gd name="p0y1" fmla="*/ 0 h 840"/>
                <a:gd name="p0x2" fmla="*/ 7860 w 7860"/>
                <a:gd name="p0y2" fmla="*/ 840 h 840"/>
                <a:gd name="p0x3" fmla="*/ 0 w 7860"/>
                <a:gd name="p0y3" fmla="*/ 840 h 840"/>
                <a:gd name="p0x4" fmla="*/ 0 w 7860"/>
                <a:gd name="p0y4" fmla="*/ 0 h 840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9"/>
              </p:custDataLst>
            </p:nvPr>
          </p:nvSpPr>
          <p:spPr>
            <a:xfrm>
              <a:off x="10125" y="9045"/>
              <a:ext cx="7860" cy="15"/>
            </a:xfrm>
            <a:custGeom>
              <a:avLst/>
              <a:gdLst>
                <a:gd name="sw" fmla="*/ 1 w 7860"/>
                <a:gd name="sh" fmla="*/ 1 h 15"/>
                <a:gd name="mins" fmla="min sw sh"/>
                <a:gd name="dsw" fmla="+- 0 sw mins"/>
                <a:gd name="dsh" fmla="+- 0 sh mins"/>
                <a:gd name="p0x0" fmla="*/ 0 w 7860"/>
                <a:gd name="p0y0" fmla="*/ 0 h 15"/>
                <a:gd name="p0x1" fmla="*/ 7860 w 7860"/>
                <a:gd name="p0y1" fmla="*/ 0 h 15"/>
                <a:gd name="p0x2" fmla="*/ 7860 w 7860"/>
                <a:gd name="p0y2" fmla="*/ 15 h 15"/>
                <a:gd name="p0x3" fmla="*/ 0 w 7860"/>
                <a:gd name="p0y3" fmla="*/ 15 h 15"/>
                <a:gd name="p0x4" fmla="*/ 0 w 7860"/>
                <a:gd name="p0y4" fmla="*/ 0 h 15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5D9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728980" y="4852035"/>
            <a:ext cx="49911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功能是通的，但在没有真正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cached eviction 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的情况下，策略也在做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ranking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，只带来开销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shared-aware</a:t>
            </a: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初版策略</a:t>
            </a:r>
            <a:endParaRPr lang="zh-CN" altLang="en-US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12"/>
            </p:custDataLst>
          </p:nvPr>
        </p:nvSpPr>
        <p:spPr>
          <a:xfrm>
            <a:off x="6316345" y="1031240"/>
            <a:ext cx="4535170" cy="1246505"/>
          </a:xfrm>
          <a:custGeom>
            <a:avLst/>
            <a:gdLst>
              <a:gd name="sw" fmla="*/ 1 w 7141"/>
              <a:gd name="sh" fmla="*/ 1 h 1962"/>
              <a:gd name="mins" fmla="min sw sh"/>
              <a:gd name="dsw" fmla="+- 0 sw mins"/>
              <a:gd name="dsh" fmla="+- 0 sh mins"/>
              <a:gd name="p0x0" fmla="*/ 420 w 7141"/>
              <a:gd name="p0y0" fmla="*/ 0 h 1962"/>
              <a:gd name="p0x1" fmla="*/ 6721 w 7141"/>
              <a:gd name="p0y1" fmla="*/ 0 h 1962"/>
              <a:gd name="p0x2" fmla="*/ 6953 w 7141"/>
              <a:gd name="p0y2" fmla="*/ 0 h 1962"/>
              <a:gd name="p0x3" fmla="*/ 7141 w 7141"/>
              <a:gd name="p0y3" fmla="*/ 188 h 1962"/>
              <a:gd name="p0x4" fmla="*/ 7141 w 7141"/>
              <a:gd name="p0y4" fmla="*/ 420 h 1962"/>
              <a:gd name="p0x5" fmla="*/ 7141 w 7141"/>
              <a:gd name="p0y5" fmla="*/ 1542 h 1962"/>
              <a:gd name="p0x6" fmla="*/ 7141 w 7141"/>
              <a:gd name="p0y6" fmla="*/ 1774 h 1962"/>
              <a:gd name="p0x7" fmla="*/ 6953 w 7141"/>
              <a:gd name="p0y7" fmla="*/ 1962 h 1962"/>
              <a:gd name="p0x8" fmla="*/ 6721 w 7141"/>
              <a:gd name="p0y8" fmla="*/ 1962 h 1962"/>
              <a:gd name="p0x9" fmla="*/ 420 w 7141"/>
              <a:gd name="p0y9" fmla="*/ 1962 h 1962"/>
              <a:gd name="p0x10" fmla="*/ 188 w 7141"/>
              <a:gd name="p0y10" fmla="*/ 1962 h 1962"/>
              <a:gd name="p0x11" fmla="*/ 0 w 7141"/>
              <a:gd name="p0y11" fmla="*/ 1774 h 1962"/>
              <a:gd name="p0x12" fmla="*/ 0 w 7141"/>
              <a:gd name="p0y12" fmla="*/ 1542 h 1962"/>
              <a:gd name="p0x13" fmla="*/ 0 w 7141"/>
              <a:gd name="p0y13" fmla="*/ 420 h 1962"/>
              <a:gd name="p0x14" fmla="*/ 0 w 7141"/>
              <a:gd name="p0y14" fmla="*/ 188 h 1962"/>
              <a:gd name="p0x15" fmla="*/ 188 w 7141"/>
              <a:gd name="p0y15" fmla="*/ 0 h 1962"/>
              <a:gd name="p0x16" fmla="*/ 420 w 7141"/>
              <a:gd name="p0y16" fmla="*/ 0 h 196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3"/>
            </p:custDataLst>
          </p:nvPr>
        </p:nvSpPr>
        <p:spPr>
          <a:xfrm>
            <a:off x="6473825" y="12090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7143" b="-7143"/>
          <a:stretch>
            <a:fillRect/>
          </a:stretch>
        </p:blipFill>
        <p:spPr>
          <a:xfrm>
            <a:off x="6530975" y="1266190"/>
            <a:ext cx="152400" cy="1524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7"/>
            </p:custDataLst>
          </p:nvPr>
        </p:nvSpPr>
        <p:spPr>
          <a:xfrm>
            <a:off x="6816725" y="1209091"/>
            <a:ext cx="571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8"/>
            </p:custDataLst>
          </p:nvPr>
        </p:nvSpPr>
        <p:spPr>
          <a:xfrm>
            <a:off x="6473825" y="1536751"/>
            <a:ext cx="4220689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无缓存驱逐的轻负载场景下，策略逻辑正常，但</a:t>
            </a:r>
            <a:r>
              <a:rPr 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吞吐比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40%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左右</a:t>
            </a: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，无实际收益仅产生额外开销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9"/>
            </p:custDataLst>
          </p:nvPr>
        </p:nvSpPr>
        <p:spPr>
          <a:xfrm>
            <a:off x="6316345" y="2557780"/>
            <a:ext cx="4535170" cy="1466215"/>
          </a:xfrm>
          <a:custGeom>
            <a:avLst/>
            <a:gdLst>
              <a:gd name="sw" fmla="*/ 1 w 7141"/>
              <a:gd name="sh" fmla="*/ 1 h 1962"/>
              <a:gd name="mins" fmla="min sw sh"/>
              <a:gd name="dsw" fmla="+- 0 sw mins"/>
              <a:gd name="dsh" fmla="+- 0 sh mins"/>
              <a:gd name="p0x0" fmla="*/ 420 w 7141"/>
              <a:gd name="p0y0" fmla="*/ 0 h 1962"/>
              <a:gd name="p0x1" fmla="*/ 6721 w 7141"/>
              <a:gd name="p0y1" fmla="*/ 0 h 1962"/>
              <a:gd name="p0x2" fmla="*/ 6953 w 7141"/>
              <a:gd name="p0y2" fmla="*/ 0 h 1962"/>
              <a:gd name="p0x3" fmla="*/ 7141 w 7141"/>
              <a:gd name="p0y3" fmla="*/ 188 h 1962"/>
              <a:gd name="p0x4" fmla="*/ 7141 w 7141"/>
              <a:gd name="p0y4" fmla="*/ 420 h 1962"/>
              <a:gd name="p0x5" fmla="*/ 7141 w 7141"/>
              <a:gd name="p0y5" fmla="*/ 1542 h 1962"/>
              <a:gd name="p0x6" fmla="*/ 7141 w 7141"/>
              <a:gd name="p0y6" fmla="*/ 1774 h 1962"/>
              <a:gd name="p0x7" fmla="*/ 6953 w 7141"/>
              <a:gd name="p0y7" fmla="*/ 1962 h 1962"/>
              <a:gd name="p0x8" fmla="*/ 6721 w 7141"/>
              <a:gd name="p0y8" fmla="*/ 1962 h 1962"/>
              <a:gd name="p0x9" fmla="*/ 420 w 7141"/>
              <a:gd name="p0y9" fmla="*/ 1962 h 1962"/>
              <a:gd name="p0x10" fmla="*/ 188 w 7141"/>
              <a:gd name="p0y10" fmla="*/ 1962 h 1962"/>
              <a:gd name="p0x11" fmla="*/ 0 w 7141"/>
              <a:gd name="p0y11" fmla="*/ 1774 h 1962"/>
              <a:gd name="p0x12" fmla="*/ 0 w 7141"/>
              <a:gd name="p0y12" fmla="*/ 1542 h 1962"/>
              <a:gd name="p0x13" fmla="*/ 0 w 7141"/>
              <a:gd name="p0y13" fmla="*/ 420 h 1962"/>
              <a:gd name="p0x14" fmla="*/ 0 w 7141"/>
              <a:gd name="p0y14" fmla="*/ 188 h 1962"/>
              <a:gd name="p0x15" fmla="*/ 188 w 7141"/>
              <a:gd name="p0y15" fmla="*/ 0 h 1962"/>
              <a:gd name="p0x16" fmla="*/ 420 w 7141"/>
              <a:gd name="p0y16" fmla="*/ 0 h 196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20"/>
            </p:custDataLst>
          </p:nvPr>
        </p:nvSpPr>
        <p:spPr>
          <a:xfrm>
            <a:off x="6473825" y="26860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6530975" y="274320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24"/>
            </p:custDataLst>
          </p:nvPr>
        </p:nvSpPr>
        <p:spPr>
          <a:xfrm>
            <a:off x="6816725" y="2686380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具体细节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5"/>
            </p:custDataLst>
          </p:nvPr>
        </p:nvSpPr>
        <p:spPr>
          <a:xfrm>
            <a:off x="6473825" y="2985389"/>
            <a:ext cx="4220689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无驱逐场景下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使用率比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，全量排序逻辑每次需遍历近百个候选块，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单次块分配耗时从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12us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升到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48us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，最终吞吐下降</a:t>
            </a: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40%</a:t>
            </a:r>
            <a:endParaRPr 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6"/>
            </p:custDataLst>
          </p:nvPr>
        </p:nvSpPr>
        <p:spPr>
          <a:xfrm>
            <a:off x="6316345" y="4317365"/>
            <a:ext cx="4535170" cy="1245870"/>
          </a:xfrm>
          <a:custGeom>
            <a:avLst/>
            <a:gdLst>
              <a:gd name="sw" fmla="*/ 1 w 7141"/>
              <a:gd name="sh" fmla="*/ 1 h 1962"/>
              <a:gd name="mins" fmla="min sw sh"/>
              <a:gd name="dsw" fmla="+- 0 sw mins"/>
              <a:gd name="dsh" fmla="+- 0 sh mins"/>
              <a:gd name="p0x0" fmla="*/ 420 w 7141"/>
              <a:gd name="p0y0" fmla="*/ 0 h 1962"/>
              <a:gd name="p0x1" fmla="*/ 6721 w 7141"/>
              <a:gd name="p0y1" fmla="*/ 0 h 1962"/>
              <a:gd name="p0x2" fmla="*/ 6953 w 7141"/>
              <a:gd name="p0y2" fmla="*/ 0 h 1962"/>
              <a:gd name="p0x3" fmla="*/ 7141 w 7141"/>
              <a:gd name="p0y3" fmla="*/ 188 h 1962"/>
              <a:gd name="p0x4" fmla="*/ 7141 w 7141"/>
              <a:gd name="p0y4" fmla="*/ 420 h 1962"/>
              <a:gd name="p0x5" fmla="*/ 7141 w 7141"/>
              <a:gd name="p0y5" fmla="*/ 1542 h 1962"/>
              <a:gd name="p0x6" fmla="*/ 7141 w 7141"/>
              <a:gd name="p0y6" fmla="*/ 1774 h 1962"/>
              <a:gd name="p0x7" fmla="*/ 6953 w 7141"/>
              <a:gd name="p0y7" fmla="*/ 1962 h 1962"/>
              <a:gd name="p0x8" fmla="*/ 6721 w 7141"/>
              <a:gd name="p0y8" fmla="*/ 1962 h 1962"/>
              <a:gd name="p0x9" fmla="*/ 420 w 7141"/>
              <a:gd name="p0y9" fmla="*/ 1962 h 1962"/>
              <a:gd name="p0x10" fmla="*/ 188 w 7141"/>
              <a:gd name="p0y10" fmla="*/ 1962 h 1962"/>
              <a:gd name="p0x11" fmla="*/ 0 w 7141"/>
              <a:gd name="p0y11" fmla="*/ 1774 h 1962"/>
              <a:gd name="p0x12" fmla="*/ 0 w 7141"/>
              <a:gd name="p0y12" fmla="*/ 1542 h 1962"/>
              <a:gd name="p0x13" fmla="*/ 0 w 7141"/>
              <a:gd name="p0y13" fmla="*/ 420 h 1962"/>
              <a:gd name="p0x14" fmla="*/ 0 w 7141"/>
              <a:gd name="p0y14" fmla="*/ 188 h 1962"/>
              <a:gd name="p0x15" fmla="*/ 188 w 7141"/>
              <a:gd name="p0y15" fmla="*/ 0 h 1962"/>
              <a:gd name="p0x16" fmla="*/ 420 w 7141"/>
              <a:gd name="p0y16" fmla="*/ 0 h 196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7"/>
            </p:custDataLst>
          </p:nvPr>
        </p:nvSpPr>
        <p:spPr>
          <a:xfrm>
            <a:off x="6473825" y="4494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6530975" y="4551680"/>
            <a:ext cx="15240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31"/>
            </p:custDataLst>
          </p:nvPr>
        </p:nvSpPr>
        <p:spPr>
          <a:xfrm>
            <a:off x="6816725" y="4494819"/>
            <a:ext cx="571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2"/>
            </p:custDataLst>
          </p:nvPr>
        </p:nvSpPr>
        <p:spPr>
          <a:xfrm>
            <a:off x="6473825" y="4822479"/>
            <a:ext cx="4220689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未区分空闲块与已缓存块</a:t>
            </a: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，每次块分配都触发全量排序逻辑，浪费计算资源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3"/>
            </p:custDataLst>
          </p:nvPr>
        </p:nvSpPr>
        <p:spPr>
          <a:xfrm>
            <a:off x="534035" y="5734685"/>
            <a:ext cx="10317480" cy="945515"/>
          </a:xfrm>
          <a:custGeom>
            <a:avLst/>
            <a:gdLst>
              <a:gd name="sw" fmla="*/ 1 w 17385"/>
              <a:gd name="sh" fmla="*/ 1 h 1793"/>
              <a:gd name="mins" fmla="min sw sh"/>
              <a:gd name="dsw" fmla="+- 0 sw mins"/>
              <a:gd name="dsh" fmla="+- 0 sh mins"/>
              <a:gd name="p0x0" fmla="*/ 420 w 17385"/>
              <a:gd name="p0y0" fmla="*/ 0 h 1793"/>
              <a:gd name="p0x1" fmla="*/ 16965 w 17385"/>
              <a:gd name="p0y1" fmla="*/ 0 h 1793"/>
              <a:gd name="p0x2" fmla="*/ 17196 w 17385"/>
              <a:gd name="p0y2" fmla="*/ 0 h 1793"/>
              <a:gd name="p0x3" fmla="*/ 17385 w 17385"/>
              <a:gd name="p0y3" fmla="*/ 188 h 1793"/>
              <a:gd name="p0x4" fmla="*/ 17385 w 17385"/>
              <a:gd name="p0y4" fmla="*/ 420 h 1793"/>
              <a:gd name="p0x5" fmla="*/ 17385 w 17385"/>
              <a:gd name="p0y5" fmla="*/ 1373 h 1793"/>
              <a:gd name="p0x6" fmla="*/ 17385 w 17385"/>
              <a:gd name="p0y6" fmla="*/ 1605 h 1793"/>
              <a:gd name="p0x7" fmla="*/ 17196 w 17385"/>
              <a:gd name="p0y7" fmla="*/ 1793 h 1793"/>
              <a:gd name="p0x8" fmla="*/ 16965 w 17385"/>
              <a:gd name="p0y8" fmla="*/ 1793 h 1793"/>
              <a:gd name="p0x9" fmla="*/ 420 w 17385"/>
              <a:gd name="p0y9" fmla="*/ 1793 h 1793"/>
              <a:gd name="p0x10" fmla="*/ 188 w 17385"/>
              <a:gd name="p0y10" fmla="*/ 1793 h 1793"/>
              <a:gd name="p0x11" fmla="*/ 0 w 17385"/>
              <a:gd name="p0y11" fmla="*/ 1605 h 1793"/>
              <a:gd name="p0x12" fmla="*/ 0 w 17385"/>
              <a:gd name="p0y12" fmla="*/ 1373 h 1793"/>
              <a:gd name="p0x13" fmla="*/ 0 w 17385"/>
              <a:gd name="p0y13" fmla="*/ 420 h 1793"/>
              <a:gd name="p0x14" fmla="*/ 0 w 17385"/>
              <a:gd name="p0y14" fmla="*/ 188 h 1793"/>
              <a:gd name="p0x15" fmla="*/ 188 w 17385"/>
              <a:gd name="p0y15" fmla="*/ 0 h 1793"/>
              <a:gd name="p0x16" fmla="*/ 420 w 17385"/>
              <a:gd name="p0y16" fmla="*/ 0 h 179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4"/>
            </p:custDataLst>
          </p:nvPr>
        </p:nvSpPr>
        <p:spPr>
          <a:xfrm>
            <a:off x="715010" y="5955030"/>
            <a:ext cx="9970770" cy="581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系统优化不能只追求策略效果，必须保证基础路径的低开销退化，普通无压力场景性能不能受损</a:t>
            </a:r>
            <a:endParaRPr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77600" y="6182360"/>
            <a:ext cx="914400" cy="593725"/>
          </a:xfrm>
        </p:spPr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无压力快路径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2"/>
            </p:custDataLst>
          </p:nvPr>
        </p:nvSpPr>
        <p:spPr>
          <a:xfrm>
            <a:off x="471805" y="918845"/>
            <a:ext cx="5106670" cy="4944110"/>
          </a:xfrm>
          <a:custGeom>
            <a:avLst/>
            <a:gdLst>
              <a:gd name="sw" fmla="*/ 1 w 5585"/>
              <a:gd name="sh" fmla="*/ 1 h 4880"/>
              <a:gd name="mins" fmla="min sw sh"/>
              <a:gd name="dsw" fmla="+- 0 sw mins"/>
              <a:gd name="dsh" fmla="+- 0 sh mins"/>
              <a:gd name="p0x0" fmla="*/ 420 w 5585"/>
              <a:gd name="p0y0" fmla="*/ 0 h 4880"/>
              <a:gd name="p0x1" fmla="*/ 5165 w 5585"/>
              <a:gd name="p0y1" fmla="*/ 0 h 4880"/>
              <a:gd name="p0x2" fmla="*/ 5396 w 5585"/>
              <a:gd name="p0y2" fmla="*/ 0 h 4880"/>
              <a:gd name="p0x3" fmla="*/ 5585 w 5585"/>
              <a:gd name="p0y3" fmla="*/ 188 h 4880"/>
              <a:gd name="p0x4" fmla="*/ 5585 w 5585"/>
              <a:gd name="p0y4" fmla="*/ 420 h 4880"/>
              <a:gd name="p0x5" fmla="*/ 5585 w 5585"/>
              <a:gd name="p0y5" fmla="*/ 4460 h 4880"/>
              <a:gd name="p0x6" fmla="*/ 5585 w 5585"/>
              <a:gd name="p0y6" fmla="*/ 4692 h 4880"/>
              <a:gd name="p0x7" fmla="*/ 5396 w 5585"/>
              <a:gd name="p0y7" fmla="*/ 4880 h 4880"/>
              <a:gd name="p0x8" fmla="*/ 5165 w 5585"/>
              <a:gd name="p0y8" fmla="*/ 4880 h 4880"/>
              <a:gd name="p0x9" fmla="*/ 420 w 5585"/>
              <a:gd name="p0y9" fmla="*/ 4880 h 4880"/>
              <a:gd name="p0x10" fmla="*/ 188 w 5585"/>
              <a:gd name="p0y10" fmla="*/ 4880 h 4880"/>
              <a:gd name="p0x11" fmla="*/ 0 w 5585"/>
              <a:gd name="p0y11" fmla="*/ 4692 h 4880"/>
              <a:gd name="p0x12" fmla="*/ 0 w 5585"/>
              <a:gd name="p0y12" fmla="*/ 4460 h 4880"/>
              <a:gd name="p0x13" fmla="*/ 0 w 5585"/>
              <a:gd name="p0y13" fmla="*/ 420 h 4880"/>
              <a:gd name="p0x14" fmla="*/ 0 w 5585"/>
              <a:gd name="p0y14" fmla="*/ 188 h 4880"/>
              <a:gd name="p0x15" fmla="*/ 188 w 5585"/>
              <a:gd name="p0y15" fmla="*/ 0 h 4880"/>
              <a:gd name="p0x16" fmla="*/ 420 w 5585"/>
              <a:gd name="p0y16" fmla="*/ 0 h 48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3"/>
            </p:custDataLst>
          </p:nvPr>
        </p:nvSpPr>
        <p:spPr>
          <a:xfrm>
            <a:off x="667385" y="1114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"/>
            </p:custDataLst>
          </p:nvPr>
        </p:nvSpPr>
        <p:spPr>
          <a:xfrm>
            <a:off x="799621" y="118683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19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19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1238885" y="1098252"/>
            <a:ext cx="28203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</a:t>
            </a:r>
            <a:r>
              <a:rPr lang="en-US" alt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peek_left_n</a:t>
            </a:r>
            <a:r>
              <a:rPr lang="zh-CN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</a:t>
            </a:r>
            <a:endParaRPr lang="zh-CN" altLang="en-US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6"/>
            </p:custDataLst>
          </p:nvPr>
        </p:nvSpPr>
        <p:spPr>
          <a:xfrm>
            <a:off x="921385" y="1471930"/>
            <a:ext cx="4084955" cy="154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FreeKVCacheBlockQueue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peek_left_n(n)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接口，默认检查与待分配块数等量的队头块，提前判断是否为无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的真空闲块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7"/>
            </p:custDataLst>
          </p:nvPr>
        </p:nvSpPr>
        <p:spPr>
          <a:xfrm>
            <a:off x="5838825" y="934720"/>
            <a:ext cx="5027295" cy="3099435"/>
          </a:xfrm>
          <a:custGeom>
            <a:avLst/>
            <a:gdLst>
              <a:gd name="sw" fmla="*/ 1 w 5585"/>
              <a:gd name="sh" fmla="*/ 1 h 4880"/>
              <a:gd name="mins" fmla="min sw sh"/>
              <a:gd name="dsw" fmla="+- 0 sw mins"/>
              <a:gd name="dsh" fmla="+- 0 sh mins"/>
              <a:gd name="p0x0" fmla="*/ 420 w 5585"/>
              <a:gd name="p0y0" fmla="*/ 0 h 4880"/>
              <a:gd name="p0x1" fmla="*/ 5165 w 5585"/>
              <a:gd name="p0y1" fmla="*/ 0 h 4880"/>
              <a:gd name="p0x2" fmla="*/ 5396 w 5585"/>
              <a:gd name="p0y2" fmla="*/ 0 h 4880"/>
              <a:gd name="p0x3" fmla="*/ 5585 w 5585"/>
              <a:gd name="p0y3" fmla="*/ 188 h 4880"/>
              <a:gd name="p0x4" fmla="*/ 5585 w 5585"/>
              <a:gd name="p0y4" fmla="*/ 420 h 4880"/>
              <a:gd name="p0x5" fmla="*/ 5585 w 5585"/>
              <a:gd name="p0y5" fmla="*/ 4460 h 4880"/>
              <a:gd name="p0x6" fmla="*/ 5585 w 5585"/>
              <a:gd name="p0y6" fmla="*/ 4692 h 4880"/>
              <a:gd name="p0x7" fmla="*/ 5396 w 5585"/>
              <a:gd name="p0y7" fmla="*/ 4880 h 4880"/>
              <a:gd name="p0x8" fmla="*/ 5165 w 5585"/>
              <a:gd name="p0y8" fmla="*/ 4880 h 4880"/>
              <a:gd name="p0x9" fmla="*/ 420 w 5585"/>
              <a:gd name="p0y9" fmla="*/ 4880 h 4880"/>
              <a:gd name="p0x10" fmla="*/ 188 w 5585"/>
              <a:gd name="p0y10" fmla="*/ 4880 h 4880"/>
              <a:gd name="p0x11" fmla="*/ 0 w 5585"/>
              <a:gd name="p0y11" fmla="*/ 4692 h 4880"/>
              <a:gd name="p0x12" fmla="*/ 0 w 5585"/>
              <a:gd name="p0y12" fmla="*/ 4460 h 4880"/>
              <a:gd name="p0x13" fmla="*/ 0 w 5585"/>
              <a:gd name="p0y13" fmla="*/ 420 h 4880"/>
              <a:gd name="p0x14" fmla="*/ 0 w 5585"/>
              <a:gd name="p0y14" fmla="*/ 188 h 4880"/>
              <a:gd name="p0x15" fmla="*/ 188 w 5585"/>
              <a:gd name="p0y15" fmla="*/ 0 h 4880"/>
              <a:gd name="p0x16" fmla="*/ 420 w 5585"/>
              <a:gd name="p0y16" fmla="*/ 0 h 48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8"/>
            </p:custDataLst>
          </p:nvPr>
        </p:nvSpPr>
        <p:spPr>
          <a:xfrm>
            <a:off x="6034405" y="11303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9"/>
            </p:custDataLst>
          </p:nvPr>
        </p:nvSpPr>
        <p:spPr>
          <a:xfrm>
            <a:off x="6166666" y="1202709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19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19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0"/>
            </p:custDataLst>
          </p:nvPr>
        </p:nvSpPr>
        <p:spPr>
          <a:xfrm>
            <a:off x="6605931" y="1114127"/>
            <a:ext cx="25844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快路径逻辑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1"/>
            </p:custDataLst>
          </p:nvPr>
        </p:nvSpPr>
        <p:spPr>
          <a:xfrm>
            <a:off x="6605905" y="1487805"/>
            <a:ext cx="3836035" cy="717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若队头待分配块均为真空闲块，直接走原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 popleft_n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分配逻辑，完全跳过策略计算环节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12"/>
            </p:custDataLst>
          </p:nvPr>
        </p:nvSpPr>
        <p:spPr>
          <a:xfrm>
            <a:off x="5853430" y="4153535"/>
            <a:ext cx="5012690" cy="1708785"/>
          </a:xfrm>
          <a:custGeom>
            <a:avLst/>
            <a:gdLst>
              <a:gd name="sw" fmla="*/ 1 w 5585"/>
              <a:gd name="sh" fmla="*/ 1 h 4880"/>
              <a:gd name="mins" fmla="min sw sh"/>
              <a:gd name="dsw" fmla="+- 0 sw mins"/>
              <a:gd name="dsh" fmla="+- 0 sh mins"/>
              <a:gd name="p0x0" fmla="*/ 420 w 5585"/>
              <a:gd name="p0y0" fmla="*/ 0 h 4880"/>
              <a:gd name="p0x1" fmla="*/ 5165 w 5585"/>
              <a:gd name="p0y1" fmla="*/ 0 h 4880"/>
              <a:gd name="p0x2" fmla="*/ 5396 w 5585"/>
              <a:gd name="p0y2" fmla="*/ 0 h 4880"/>
              <a:gd name="p0x3" fmla="*/ 5585 w 5585"/>
              <a:gd name="p0y3" fmla="*/ 188 h 4880"/>
              <a:gd name="p0x4" fmla="*/ 5585 w 5585"/>
              <a:gd name="p0y4" fmla="*/ 420 h 4880"/>
              <a:gd name="p0x5" fmla="*/ 5585 w 5585"/>
              <a:gd name="p0y5" fmla="*/ 4460 h 4880"/>
              <a:gd name="p0x6" fmla="*/ 5585 w 5585"/>
              <a:gd name="p0y6" fmla="*/ 4692 h 4880"/>
              <a:gd name="p0x7" fmla="*/ 5396 w 5585"/>
              <a:gd name="p0y7" fmla="*/ 4880 h 4880"/>
              <a:gd name="p0x8" fmla="*/ 5165 w 5585"/>
              <a:gd name="p0y8" fmla="*/ 4880 h 4880"/>
              <a:gd name="p0x9" fmla="*/ 420 w 5585"/>
              <a:gd name="p0y9" fmla="*/ 4880 h 4880"/>
              <a:gd name="p0x10" fmla="*/ 188 w 5585"/>
              <a:gd name="p0y10" fmla="*/ 4880 h 4880"/>
              <a:gd name="p0x11" fmla="*/ 0 w 5585"/>
              <a:gd name="p0y11" fmla="*/ 4692 h 4880"/>
              <a:gd name="p0x12" fmla="*/ 0 w 5585"/>
              <a:gd name="p0y12" fmla="*/ 4460 h 4880"/>
              <a:gd name="p0x13" fmla="*/ 0 w 5585"/>
              <a:gd name="p0y13" fmla="*/ 420 h 4880"/>
              <a:gd name="p0x14" fmla="*/ 0 w 5585"/>
              <a:gd name="p0y14" fmla="*/ 188 h 4880"/>
              <a:gd name="p0x15" fmla="*/ 188 w 5585"/>
              <a:gd name="p0y15" fmla="*/ 0 h 4880"/>
              <a:gd name="p0x16" fmla="*/ 420 w 5585"/>
              <a:gd name="p0y16" fmla="*/ 0 h 48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>
            <p:custDataLst>
              <p:tags r:id="rId13"/>
            </p:custDataLst>
          </p:nvPr>
        </p:nvSpPr>
        <p:spPr>
          <a:xfrm>
            <a:off x="6049010" y="43491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14"/>
            </p:custDataLst>
          </p:nvPr>
        </p:nvSpPr>
        <p:spPr>
          <a:xfrm>
            <a:off x="6181296" y="442152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19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19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5"/>
            </p:custDataLst>
          </p:nvPr>
        </p:nvSpPr>
        <p:spPr>
          <a:xfrm>
            <a:off x="6620561" y="4332942"/>
            <a:ext cx="25844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排序优化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6"/>
            </p:custDataLst>
          </p:nvPr>
        </p:nvSpPr>
        <p:spPr>
          <a:xfrm>
            <a:off x="6212205" y="4787900"/>
            <a:ext cx="4495800" cy="992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将全量排序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O(nlogn)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改为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heapq.nsmallest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Top 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目标块，时间复杂度降至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O(nlogk)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为待分配块数（通常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≤16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），排序开销降低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90%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17"/>
            </p:custDataLst>
          </p:nvPr>
        </p:nvSpPr>
        <p:spPr>
          <a:xfrm>
            <a:off x="603250" y="2472055"/>
            <a:ext cx="4798695" cy="1422400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420 w 7625"/>
              <a:gd name="p0y0" fmla="*/ 0 h 1875"/>
              <a:gd name="p0x1" fmla="*/ 7205 w 7625"/>
              <a:gd name="p0y1" fmla="*/ 0 h 1875"/>
              <a:gd name="p0x2" fmla="*/ 7437 w 7625"/>
              <a:gd name="p0y2" fmla="*/ 0 h 1875"/>
              <a:gd name="p0x3" fmla="*/ 7625 w 7625"/>
              <a:gd name="p0y3" fmla="*/ 188 h 1875"/>
              <a:gd name="p0x4" fmla="*/ 7625 w 7625"/>
              <a:gd name="p0y4" fmla="*/ 420 h 1875"/>
              <a:gd name="p0x5" fmla="*/ 7625 w 7625"/>
              <a:gd name="p0y5" fmla="*/ 1455 h 1875"/>
              <a:gd name="p0x6" fmla="*/ 7625 w 7625"/>
              <a:gd name="p0y6" fmla="*/ 1686 h 1875"/>
              <a:gd name="p0x7" fmla="*/ 7437 w 7625"/>
              <a:gd name="p0y7" fmla="*/ 1875 h 1875"/>
              <a:gd name="p0x8" fmla="*/ 7205 w 7625"/>
              <a:gd name="p0y8" fmla="*/ 1875 h 1875"/>
              <a:gd name="p0x9" fmla="*/ 420 w 7625"/>
              <a:gd name="p0y9" fmla="*/ 1875 h 1875"/>
              <a:gd name="p0x10" fmla="*/ 188 w 7625"/>
              <a:gd name="p0y10" fmla="*/ 1875 h 1875"/>
              <a:gd name="p0x11" fmla="*/ 0 w 7625"/>
              <a:gd name="p0y11" fmla="*/ 1686 h 1875"/>
              <a:gd name="p0x12" fmla="*/ 0 w 7625"/>
              <a:gd name="p0y12" fmla="*/ 1455 h 1875"/>
              <a:gd name="p0x13" fmla="*/ 0 w 7625"/>
              <a:gd name="p0y13" fmla="*/ 420 h 1875"/>
              <a:gd name="p0x14" fmla="*/ 0 w 7625"/>
              <a:gd name="p0y14" fmla="*/ 188 h 1875"/>
              <a:gd name="p0x15" fmla="*/ 188 w 7625"/>
              <a:gd name="p0y15" fmla="*/ 0 h 1875"/>
              <a:gd name="p0x16" fmla="*/ 420 w 762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18"/>
            </p:custDataLst>
          </p:nvPr>
        </p:nvSpPr>
        <p:spPr>
          <a:xfrm>
            <a:off x="755015" y="25977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823595" y="2678430"/>
            <a:ext cx="281305" cy="25273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22"/>
            </p:custDataLst>
          </p:nvPr>
        </p:nvSpPr>
        <p:spPr>
          <a:xfrm>
            <a:off x="1288415" y="2649271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</a:t>
            </a:r>
            <a:r>
              <a:rPr lang="en-US" altLang="zh-CN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队头</a:t>
            </a:r>
            <a:endParaRPr lang="zh-CN" altLang="en-US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23"/>
            </p:custDataLst>
          </p:nvPr>
        </p:nvSpPr>
        <p:spPr>
          <a:xfrm>
            <a:off x="1288415" y="3047073"/>
            <a:ext cx="39185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先查看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队头将要拿走的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，作为前置检查步骤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24"/>
            </p:custDataLst>
          </p:nvPr>
        </p:nvSpPr>
        <p:spPr>
          <a:xfrm>
            <a:off x="603250" y="4060825"/>
            <a:ext cx="4798695" cy="1575435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420 w 7625"/>
              <a:gd name="p0y0" fmla="*/ 0 h 1875"/>
              <a:gd name="p0x1" fmla="*/ 7205 w 7625"/>
              <a:gd name="p0y1" fmla="*/ 0 h 1875"/>
              <a:gd name="p0x2" fmla="*/ 7437 w 7625"/>
              <a:gd name="p0y2" fmla="*/ 0 h 1875"/>
              <a:gd name="p0x3" fmla="*/ 7625 w 7625"/>
              <a:gd name="p0y3" fmla="*/ 188 h 1875"/>
              <a:gd name="p0x4" fmla="*/ 7625 w 7625"/>
              <a:gd name="p0y4" fmla="*/ 420 h 1875"/>
              <a:gd name="p0x5" fmla="*/ 7625 w 7625"/>
              <a:gd name="p0y5" fmla="*/ 1455 h 1875"/>
              <a:gd name="p0x6" fmla="*/ 7625 w 7625"/>
              <a:gd name="p0y6" fmla="*/ 1686 h 1875"/>
              <a:gd name="p0x7" fmla="*/ 7437 w 7625"/>
              <a:gd name="p0y7" fmla="*/ 1875 h 1875"/>
              <a:gd name="p0x8" fmla="*/ 7205 w 7625"/>
              <a:gd name="p0y8" fmla="*/ 1875 h 1875"/>
              <a:gd name="p0x9" fmla="*/ 420 w 7625"/>
              <a:gd name="p0y9" fmla="*/ 1875 h 1875"/>
              <a:gd name="p0x10" fmla="*/ 188 w 7625"/>
              <a:gd name="p0y10" fmla="*/ 1875 h 1875"/>
              <a:gd name="p0x11" fmla="*/ 0 w 7625"/>
              <a:gd name="p0y11" fmla="*/ 1686 h 1875"/>
              <a:gd name="p0x12" fmla="*/ 0 w 7625"/>
              <a:gd name="p0y12" fmla="*/ 1455 h 1875"/>
              <a:gd name="p0x13" fmla="*/ 0 w 7625"/>
              <a:gd name="p0y13" fmla="*/ 420 h 1875"/>
              <a:gd name="p0x14" fmla="*/ 0 w 7625"/>
              <a:gd name="p0y14" fmla="*/ 188 h 1875"/>
              <a:gd name="p0x15" fmla="*/ 188 w 7625"/>
              <a:gd name="p0y15" fmla="*/ 0 h 1875"/>
              <a:gd name="p0x16" fmla="*/ 420 w 762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>
            <p:custDataLst>
              <p:tags r:id="rId25"/>
            </p:custDataLst>
          </p:nvPr>
        </p:nvSpPr>
        <p:spPr>
          <a:xfrm>
            <a:off x="755015" y="41541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40740" y="4235450"/>
            <a:ext cx="247650" cy="252095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29"/>
            </p:custDataLst>
          </p:nvPr>
        </p:nvSpPr>
        <p:spPr>
          <a:xfrm>
            <a:off x="1288415" y="4206037"/>
            <a:ext cx="1955978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真空闲</a:t>
            </a:r>
            <a:r>
              <a:rPr lang="en-US" altLang="zh-CN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</a:t>
            </a:r>
            <a:endParaRPr lang="zh-CN" altLang="en-US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30"/>
            </p:custDataLst>
          </p:nvPr>
        </p:nvSpPr>
        <p:spPr>
          <a:xfrm>
            <a:off x="1288415" y="4571921"/>
            <a:ext cx="3918566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如果这些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都没有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block_hash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，说明是真空闲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，不会触发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cache eviction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，直接走原始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popleft_n()</a:t>
            </a:r>
            <a:endParaRPr lang="en-US" altLang="zh-CN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31"/>
            </p:custDataLst>
          </p:nvPr>
        </p:nvSpPr>
        <p:spPr>
          <a:xfrm>
            <a:off x="5984240" y="2392045"/>
            <a:ext cx="4723765" cy="1360805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420 w 7625"/>
              <a:gd name="p0y0" fmla="*/ 0 h 1875"/>
              <a:gd name="p0x1" fmla="*/ 7205 w 7625"/>
              <a:gd name="p0y1" fmla="*/ 0 h 1875"/>
              <a:gd name="p0x2" fmla="*/ 7437 w 7625"/>
              <a:gd name="p0y2" fmla="*/ 0 h 1875"/>
              <a:gd name="p0x3" fmla="*/ 7625 w 7625"/>
              <a:gd name="p0y3" fmla="*/ 188 h 1875"/>
              <a:gd name="p0x4" fmla="*/ 7625 w 7625"/>
              <a:gd name="p0y4" fmla="*/ 420 h 1875"/>
              <a:gd name="p0x5" fmla="*/ 7625 w 7625"/>
              <a:gd name="p0y5" fmla="*/ 1455 h 1875"/>
              <a:gd name="p0x6" fmla="*/ 7625 w 7625"/>
              <a:gd name="p0y6" fmla="*/ 1686 h 1875"/>
              <a:gd name="p0x7" fmla="*/ 7437 w 7625"/>
              <a:gd name="p0y7" fmla="*/ 1875 h 1875"/>
              <a:gd name="p0x8" fmla="*/ 7205 w 7625"/>
              <a:gd name="p0y8" fmla="*/ 1875 h 1875"/>
              <a:gd name="p0x9" fmla="*/ 420 w 7625"/>
              <a:gd name="p0y9" fmla="*/ 1875 h 1875"/>
              <a:gd name="p0x10" fmla="*/ 188 w 7625"/>
              <a:gd name="p0y10" fmla="*/ 1875 h 1875"/>
              <a:gd name="p0x11" fmla="*/ 0 w 7625"/>
              <a:gd name="p0y11" fmla="*/ 1686 h 1875"/>
              <a:gd name="p0x12" fmla="*/ 0 w 7625"/>
              <a:gd name="p0y12" fmla="*/ 1455 h 1875"/>
              <a:gd name="p0x13" fmla="*/ 0 w 7625"/>
              <a:gd name="p0y13" fmla="*/ 420 h 1875"/>
              <a:gd name="p0x14" fmla="*/ 0 w 7625"/>
              <a:gd name="p0y14" fmla="*/ 188 h 1875"/>
              <a:gd name="p0x15" fmla="*/ 188 w 7625"/>
              <a:gd name="p0y15" fmla="*/ 0 h 1875"/>
              <a:gd name="p0x16" fmla="*/ 420 w 7625"/>
              <a:gd name="p0y16" fmla="*/ 0 h 18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>
            <p:custDataLst>
              <p:tags r:id="rId32"/>
            </p:custDataLst>
          </p:nvPr>
        </p:nvSpPr>
        <p:spPr>
          <a:xfrm>
            <a:off x="6127115" y="25177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6212840" y="2598420"/>
            <a:ext cx="247650" cy="2527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36"/>
            </p:custDataLst>
          </p:nvPr>
        </p:nvSpPr>
        <p:spPr>
          <a:xfrm>
            <a:off x="6660515" y="2569261"/>
            <a:ext cx="194637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条件触发</a:t>
            </a:r>
            <a:r>
              <a:rPr lang="en-US" altLang="zh-CN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ranking</a:t>
            </a:r>
            <a:endParaRPr lang="en-US" altLang="zh-CN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37"/>
            </p:custDataLst>
          </p:nvPr>
        </p:nvSpPr>
        <p:spPr>
          <a:xfrm>
            <a:off x="6660515" y="2967063"/>
            <a:ext cx="39185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只有队头里存在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cached block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时，才启用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 ranking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机制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38"/>
            </p:custDataLst>
          </p:nvPr>
        </p:nvSpPr>
        <p:spPr>
          <a:xfrm>
            <a:off x="471170" y="5981700"/>
            <a:ext cx="10394950" cy="726440"/>
          </a:xfrm>
          <a:custGeom>
            <a:avLst/>
            <a:gdLst>
              <a:gd name="sw" fmla="*/ 1 w 9324"/>
              <a:gd name="sh" fmla="*/ 1 h 1575"/>
              <a:gd name="mins" fmla="min sw sh"/>
              <a:gd name="dsw" fmla="+- 0 sw mins"/>
              <a:gd name="dsh" fmla="+- 0 sh mins"/>
              <a:gd name="p0x0" fmla="*/ 420 w 9324"/>
              <a:gd name="p0y0" fmla="*/ 0 h 1575"/>
              <a:gd name="p0x1" fmla="*/ 8904 w 9324"/>
              <a:gd name="p0y1" fmla="*/ 0 h 1575"/>
              <a:gd name="p0x2" fmla="*/ 9135 w 9324"/>
              <a:gd name="p0y2" fmla="*/ 0 h 1575"/>
              <a:gd name="p0x3" fmla="*/ 9324 w 9324"/>
              <a:gd name="p0y3" fmla="*/ 188 h 1575"/>
              <a:gd name="p0x4" fmla="*/ 9324 w 9324"/>
              <a:gd name="p0y4" fmla="*/ 420 h 1575"/>
              <a:gd name="p0x5" fmla="*/ 9324 w 9324"/>
              <a:gd name="p0y5" fmla="*/ 1155 h 1575"/>
              <a:gd name="p0x6" fmla="*/ 9324 w 9324"/>
              <a:gd name="p0y6" fmla="*/ 1386 h 1575"/>
              <a:gd name="p0x7" fmla="*/ 9135 w 9324"/>
              <a:gd name="p0y7" fmla="*/ 1575 h 1575"/>
              <a:gd name="p0x8" fmla="*/ 8904 w 9324"/>
              <a:gd name="p0y8" fmla="*/ 1575 h 1575"/>
              <a:gd name="p0x9" fmla="*/ 420 w 9324"/>
              <a:gd name="p0y9" fmla="*/ 1575 h 1575"/>
              <a:gd name="p0x10" fmla="*/ 188 w 9324"/>
              <a:gd name="p0y10" fmla="*/ 1575 h 1575"/>
              <a:gd name="p0x11" fmla="*/ 0 w 9324"/>
              <a:gd name="p0y11" fmla="*/ 1386 h 1575"/>
              <a:gd name="p0x12" fmla="*/ 0 w 9324"/>
              <a:gd name="p0y12" fmla="*/ 1155 h 1575"/>
              <a:gd name="p0x13" fmla="*/ 0 w 9324"/>
              <a:gd name="p0y13" fmla="*/ 420 h 1575"/>
              <a:gd name="p0x14" fmla="*/ 0 w 9324"/>
              <a:gd name="p0y14" fmla="*/ 188 h 1575"/>
              <a:gd name="p0x15" fmla="*/ 188 w 9324"/>
              <a:gd name="p0y15" fmla="*/ 0 h 1575"/>
              <a:gd name="p0x16" fmla="*/ 420 w 9324"/>
              <a:gd name="p0y16" fmla="*/ 0 h 15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>
            <p:custDataLst>
              <p:tags r:id="rId39"/>
            </p:custDataLst>
          </p:nvPr>
        </p:nvSpPr>
        <p:spPr>
          <a:xfrm>
            <a:off x="755015" y="6120130"/>
            <a:ext cx="9974580" cy="633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意义：</a:t>
            </a:r>
            <a:r>
              <a:rPr 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在没有缓存压力时，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能回到低开销路径，不再制造负优化，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但性能几乎无提升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 Pressure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53365" y="1109345"/>
            <a:ext cx="11039475" cy="1348105"/>
          </a:xfrm>
          <a:custGeom>
            <a:avLst/>
            <a:gdLst>
              <a:gd name="sw" fmla="*/ 1 w 17385"/>
              <a:gd name="sh" fmla="*/ 1 h 2122"/>
              <a:gd name="mins" fmla="min sw sh"/>
              <a:gd name="dsw" fmla="+- 0 sw mins"/>
              <a:gd name="dsh" fmla="+- 0 sh mins"/>
              <a:gd name="p0x0" fmla="*/ 420 w 17385"/>
              <a:gd name="p0y0" fmla="*/ 0 h 2122"/>
              <a:gd name="p0x1" fmla="*/ 16965 w 17385"/>
              <a:gd name="p0y1" fmla="*/ 0 h 2122"/>
              <a:gd name="p0x2" fmla="*/ 17196 w 17385"/>
              <a:gd name="p0y2" fmla="*/ 0 h 2122"/>
              <a:gd name="p0x3" fmla="*/ 17385 w 17385"/>
              <a:gd name="p0y3" fmla="*/ 188 h 2122"/>
              <a:gd name="p0x4" fmla="*/ 17385 w 17385"/>
              <a:gd name="p0y4" fmla="*/ 420 h 2122"/>
              <a:gd name="p0x5" fmla="*/ 17385 w 17385"/>
              <a:gd name="p0y5" fmla="*/ 1702 h 2122"/>
              <a:gd name="p0x6" fmla="*/ 17385 w 17385"/>
              <a:gd name="p0y6" fmla="*/ 1934 h 2122"/>
              <a:gd name="p0x7" fmla="*/ 17196 w 17385"/>
              <a:gd name="p0y7" fmla="*/ 2122 h 2122"/>
              <a:gd name="p0x8" fmla="*/ 16965 w 17385"/>
              <a:gd name="p0y8" fmla="*/ 2122 h 2122"/>
              <a:gd name="p0x9" fmla="*/ 420 w 17385"/>
              <a:gd name="p0y9" fmla="*/ 2122 h 2122"/>
              <a:gd name="p0x10" fmla="*/ 188 w 17385"/>
              <a:gd name="p0y10" fmla="*/ 2122 h 2122"/>
              <a:gd name="p0x11" fmla="*/ 0 w 17385"/>
              <a:gd name="p0y11" fmla="*/ 1934 h 2122"/>
              <a:gd name="p0x12" fmla="*/ 0 w 17385"/>
              <a:gd name="p0y12" fmla="*/ 1702 h 2122"/>
              <a:gd name="p0x13" fmla="*/ 0 w 17385"/>
              <a:gd name="p0y13" fmla="*/ 420 h 2122"/>
              <a:gd name="p0x14" fmla="*/ 0 w 17385"/>
              <a:gd name="p0y14" fmla="*/ 188 h 2122"/>
              <a:gd name="p0x15" fmla="*/ 188 w 17385"/>
              <a:gd name="p0y15" fmla="*/ 0 h 2122"/>
              <a:gd name="p0x16" fmla="*/ 420 w 17385"/>
              <a:gd name="p0y16" fmla="*/ 0 h 212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027172" y="1283018"/>
            <a:ext cx="5797305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400" b="1" spc="144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构造缓存压力场景，验证策略真实效果</a:t>
            </a:r>
            <a:endParaRPr sz="2400" b="1" spc="144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783438" y="1762125"/>
            <a:ext cx="856507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297045" y="1885950"/>
            <a:ext cx="762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轮循环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5020945" y="1897380"/>
            <a:ext cx="9525" cy="2286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5182870" y="1762125"/>
            <a:ext cx="618754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5458724" y="1885950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热点前缀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6372860" y="1897380"/>
            <a:ext cx="9525" cy="2286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35049" y="1762125"/>
            <a:ext cx="618753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810902" y="1885950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冷长尾请求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252095" y="2694305"/>
            <a:ext cx="11042015" cy="866140"/>
          </a:xfrm>
          <a:custGeom>
            <a:avLst/>
            <a:gdLst>
              <a:gd name="sw" fmla="*/ 1 w 22893"/>
              <a:gd name="sh" fmla="*/ 1 h 1796"/>
              <a:gd name="mins" fmla="min sw sh"/>
              <a:gd name="dsw" fmla="+- 0 sw mins"/>
              <a:gd name="dsh" fmla="+- 0 sh mins"/>
              <a:gd name="p0x0" fmla="*/ 420 w 22893"/>
              <a:gd name="p0y0" fmla="*/ 0 h 1796"/>
              <a:gd name="p0x1" fmla="*/ 22473 w 22893"/>
              <a:gd name="p0y1" fmla="*/ 0 h 1796"/>
              <a:gd name="p0x2" fmla="*/ 22705 w 22893"/>
              <a:gd name="p0y2" fmla="*/ 0 h 1796"/>
              <a:gd name="p0x3" fmla="*/ 22893 w 22893"/>
              <a:gd name="p0y3" fmla="*/ 188 h 1796"/>
              <a:gd name="p0x4" fmla="*/ 22893 w 22893"/>
              <a:gd name="p0y4" fmla="*/ 420 h 1796"/>
              <a:gd name="p0x5" fmla="*/ 22893 w 22893"/>
              <a:gd name="p0y5" fmla="*/ 1376 h 1796"/>
              <a:gd name="p0x6" fmla="*/ 22893 w 22893"/>
              <a:gd name="p0y6" fmla="*/ 1608 h 1796"/>
              <a:gd name="p0x7" fmla="*/ 22705 w 22893"/>
              <a:gd name="p0y7" fmla="*/ 1796 h 1796"/>
              <a:gd name="p0x8" fmla="*/ 22473 w 22893"/>
              <a:gd name="p0y8" fmla="*/ 1796 h 1796"/>
              <a:gd name="p0x9" fmla="*/ 420 w 22893"/>
              <a:gd name="p0y9" fmla="*/ 1796 h 1796"/>
              <a:gd name="p0x10" fmla="*/ 188 w 22893"/>
              <a:gd name="p0y10" fmla="*/ 1796 h 1796"/>
              <a:gd name="p0x11" fmla="*/ 0 w 22893"/>
              <a:gd name="p0y11" fmla="*/ 1608 h 1796"/>
              <a:gd name="p0x12" fmla="*/ 0 w 22893"/>
              <a:gd name="p0y12" fmla="*/ 1376 h 1796"/>
              <a:gd name="p0x13" fmla="*/ 0 w 22893"/>
              <a:gd name="p0y13" fmla="*/ 420 h 1796"/>
              <a:gd name="p0x14" fmla="*/ 0 w 22893"/>
              <a:gd name="p0y14" fmla="*/ 188 h 1796"/>
              <a:gd name="p0x15" fmla="*/ 188 w 22893"/>
              <a:gd name="p0y15" fmla="*/ 0 h 1796"/>
              <a:gd name="p0x16" fmla="*/ 420 w 22893"/>
              <a:gd name="p0y16" fmla="*/ 0 h 1796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723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400685" y="2967990"/>
            <a:ext cx="318770" cy="31877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466090" y="3029585"/>
            <a:ext cx="187960" cy="19177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835025" y="2883535"/>
            <a:ext cx="10311130" cy="2368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6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调参过程</a:t>
            </a:r>
            <a:endParaRPr sz="136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835025" y="3131820"/>
            <a:ext cx="10311130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初始冷请求过长超过模型最大长度限制，多次调整冷请求重复段长度，最终通过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tokenizer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实测确定为</a:t>
            </a:r>
            <a:r>
              <a:rPr sz="1075" b="1" spc="-1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，保证请求合法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252095" y="3582035"/>
            <a:ext cx="11042015" cy="1437005"/>
          </a:xfrm>
          <a:custGeom>
            <a:avLst/>
            <a:gdLst>
              <a:gd name="sw" fmla="*/ 1 w 22893"/>
              <a:gd name="sh" fmla="*/ 1 h 2979"/>
              <a:gd name="mins" fmla="min sw sh"/>
              <a:gd name="dsw" fmla="+- 0 sw mins"/>
              <a:gd name="dsh" fmla="+- 0 sh mins"/>
              <a:gd name="p0x0" fmla="*/ 420 w 22893"/>
              <a:gd name="p0y0" fmla="*/ 0 h 2979"/>
              <a:gd name="p0x1" fmla="*/ 22473 w 22893"/>
              <a:gd name="p0y1" fmla="*/ 0 h 2979"/>
              <a:gd name="p0x2" fmla="*/ 22705 w 22893"/>
              <a:gd name="p0y2" fmla="*/ 0 h 2979"/>
              <a:gd name="p0x3" fmla="*/ 22893 w 22893"/>
              <a:gd name="p0y3" fmla="*/ 188 h 2979"/>
              <a:gd name="p0x4" fmla="*/ 22893 w 22893"/>
              <a:gd name="p0y4" fmla="*/ 420 h 2979"/>
              <a:gd name="p0x5" fmla="*/ 22893 w 22893"/>
              <a:gd name="p0y5" fmla="*/ 2559 h 2979"/>
              <a:gd name="p0x6" fmla="*/ 22893 w 22893"/>
              <a:gd name="p0y6" fmla="*/ 2790 h 2979"/>
              <a:gd name="p0x7" fmla="*/ 22705 w 22893"/>
              <a:gd name="p0y7" fmla="*/ 2979 h 2979"/>
              <a:gd name="p0x8" fmla="*/ 22473 w 22893"/>
              <a:gd name="p0y8" fmla="*/ 2979 h 2979"/>
              <a:gd name="p0x9" fmla="*/ 420 w 22893"/>
              <a:gd name="p0y9" fmla="*/ 2979 h 2979"/>
              <a:gd name="p0x10" fmla="*/ 188 w 22893"/>
              <a:gd name="p0y10" fmla="*/ 2979 h 2979"/>
              <a:gd name="p0x11" fmla="*/ 0 w 22893"/>
              <a:gd name="p0y11" fmla="*/ 2790 h 2979"/>
              <a:gd name="p0x12" fmla="*/ 0 w 22893"/>
              <a:gd name="p0y12" fmla="*/ 2559 h 2979"/>
              <a:gd name="p0x13" fmla="*/ 0 w 22893"/>
              <a:gd name="p0y13" fmla="*/ 420 h 2979"/>
              <a:gd name="p0x14" fmla="*/ 0 w 22893"/>
              <a:gd name="p0y14" fmla="*/ 188 h 2979"/>
              <a:gd name="p0x15" fmla="*/ 188 w 22893"/>
              <a:gd name="p0y15" fmla="*/ 0 h 2979"/>
              <a:gd name="p0x16" fmla="*/ 420 w 22893"/>
              <a:gd name="p0y16" fmla="*/ 0 h 297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723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400685" y="3730625"/>
            <a:ext cx="318770" cy="31877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466090" y="3792220"/>
            <a:ext cx="187960" cy="19177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805815" y="3769995"/>
            <a:ext cx="868680" cy="2368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6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遇到问题</a:t>
            </a:r>
            <a:endParaRPr sz="136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400685" y="4135755"/>
            <a:ext cx="347345" cy="180975"/>
          </a:xfrm>
          <a:custGeom>
            <a:avLst/>
            <a:gdLst>
              <a:gd name="sw" fmla="*/ 1 w 720"/>
              <a:gd name="sh" fmla="*/ 1 h 375"/>
              <a:gd name="mins" fmla="min sw sh"/>
              <a:gd name="dsw" fmla="+- 0 sw mins"/>
              <a:gd name="dsh" fmla="+- 0 sh mins"/>
              <a:gd name="p0x0" fmla="*/ 180 w 720"/>
              <a:gd name="p0y0" fmla="*/ 0 h 375"/>
              <a:gd name="p0x1" fmla="*/ 540 w 720"/>
              <a:gd name="p0y1" fmla="*/ 0 h 375"/>
              <a:gd name="p0x2" fmla="*/ 639 w 720"/>
              <a:gd name="p0y2" fmla="*/ 0 h 375"/>
              <a:gd name="p0x3" fmla="*/ 720 w 720"/>
              <a:gd name="p0y3" fmla="*/ 80 h 375"/>
              <a:gd name="p0x4" fmla="*/ 720 w 720"/>
              <a:gd name="p0y4" fmla="*/ 180 h 375"/>
              <a:gd name="p0x5" fmla="*/ 720 w 720"/>
              <a:gd name="p0y5" fmla="*/ 195 h 375"/>
              <a:gd name="p0x6" fmla="*/ 720 w 720"/>
              <a:gd name="p0y6" fmla="*/ 294 h 375"/>
              <a:gd name="p0x7" fmla="*/ 639 w 720"/>
              <a:gd name="p0y7" fmla="*/ 375 h 375"/>
              <a:gd name="p0x8" fmla="*/ 540 w 720"/>
              <a:gd name="p0y8" fmla="*/ 375 h 375"/>
              <a:gd name="p0x9" fmla="*/ 180 w 720"/>
              <a:gd name="p0y9" fmla="*/ 375 h 375"/>
              <a:gd name="p0x10" fmla="*/ 80 w 720"/>
              <a:gd name="p0y10" fmla="*/ 375 h 375"/>
              <a:gd name="p0x11" fmla="*/ 0 w 720"/>
              <a:gd name="p0y11" fmla="*/ 294 h 375"/>
              <a:gd name="p0x12" fmla="*/ 0 w 720"/>
              <a:gd name="p0y12" fmla="*/ 195 h 375"/>
              <a:gd name="p0x13" fmla="*/ 0 w 720"/>
              <a:gd name="p0y13" fmla="*/ 180 h 375"/>
              <a:gd name="p0x14" fmla="*/ 0 w 720"/>
              <a:gd name="p0y14" fmla="*/ 80 h 375"/>
              <a:gd name="p0x15" fmla="*/ 80 w 720"/>
              <a:gd name="p0y15" fmla="*/ 0 h 375"/>
              <a:gd name="p0x16" fmla="*/ 180 w 720"/>
              <a:gd name="p0y16" fmla="*/ 0 h 3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458470" y="4150360"/>
            <a:ext cx="34734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910" b="1">
                <a:solidFill>
                  <a:srgbClr val="674D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sz="910" b="1">
              <a:solidFill>
                <a:srgbClr val="674D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835025" y="4126865"/>
            <a:ext cx="6120130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高价值共享块误驱逐率下降，但前缀命中率无明显提升，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层全量排序带来约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的固定吞吐开销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400685" y="4328795"/>
            <a:ext cx="347345" cy="180975"/>
          </a:xfrm>
          <a:custGeom>
            <a:avLst/>
            <a:gdLst>
              <a:gd name="sw" fmla="*/ 1 w 720"/>
              <a:gd name="sh" fmla="*/ 1 h 375"/>
              <a:gd name="mins" fmla="min sw sh"/>
              <a:gd name="dsw" fmla="+- 0 sw mins"/>
              <a:gd name="dsh" fmla="+- 0 sh mins"/>
              <a:gd name="p0x0" fmla="*/ 180 w 720"/>
              <a:gd name="p0y0" fmla="*/ 0 h 375"/>
              <a:gd name="p0x1" fmla="*/ 540 w 720"/>
              <a:gd name="p0y1" fmla="*/ 0 h 375"/>
              <a:gd name="p0x2" fmla="*/ 639 w 720"/>
              <a:gd name="p0y2" fmla="*/ 0 h 375"/>
              <a:gd name="p0x3" fmla="*/ 720 w 720"/>
              <a:gd name="p0y3" fmla="*/ 80 h 375"/>
              <a:gd name="p0x4" fmla="*/ 720 w 720"/>
              <a:gd name="p0y4" fmla="*/ 180 h 375"/>
              <a:gd name="p0x5" fmla="*/ 720 w 720"/>
              <a:gd name="p0y5" fmla="*/ 195 h 375"/>
              <a:gd name="p0x6" fmla="*/ 720 w 720"/>
              <a:gd name="p0y6" fmla="*/ 294 h 375"/>
              <a:gd name="p0x7" fmla="*/ 639 w 720"/>
              <a:gd name="p0y7" fmla="*/ 375 h 375"/>
              <a:gd name="p0x8" fmla="*/ 540 w 720"/>
              <a:gd name="p0y8" fmla="*/ 375 h 375"/>
              <a:gd name="p0x9" fmla="*/ 180 w 720"/>
              <a:gd name="p0y9" fmla="*/ 375 h 375"/>
              <a:gd name="p0x10" fmla="*/ 80 w 720"/>
              <a:gd name="p0y10" fmla="*/ 375 h 375"/>
              <a:gd name="p0x11" fmla="*/ 0 w 720"/>
              <a:gd name="p0y11" fmla="*/ 294 h 375"/>
              <a:gd name="p0x12" fmla="*/ 0 w 720"/>
              <a:gd name="p0y12" fmla="*/ 195 h 375"/>
              <a:gd name="p0x13" fmla="*/ 0 w 720"/>
              <a:gd name="p0y13" fmla="*/ 180 h 375"/>
              <a:gd name="p0x14" fmla="*/ 0 w 720"/>
              <a:gd name="p0y14" fmla="*/ 80 h 375"/>
              <a:gd name="p0x15" fmla="*/ 80 w 720"/>
              <a:gd name="p0y15" fmla="*/ 0 h 375"/>
              <a:gd name="p0x16" fmla="*/ 180 w 720"/>
              <a:gd name="p0y16" fmla="*/ 0 h 3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458470" y="4344035"/>
            <a:ext cx="347345" cy="151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91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</a:t>
            </a:r>
            <a:endParaRPr sz="91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835025" y="4319905"/>
            <a:ext cx="7199630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高价值共享块误驱逐率从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0.23%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降到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，但前缀命中率稳定在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20.4%</a:t>
            </a:r>
            <a:r>
              <a:rPr 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无提升，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层全量排序每秒钟触发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40+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1"/>
            </p:custDataLst>
          </p:nvPr>
        </p:nvSpPr>
        <p:spPr>
          <a:xfrm>
            <a:off x="400685" y="4522470"/>
            <a:ext cx="320040" cy="332740"/>
          </a:xfrm>
          <a:custGeom>
            <a:avLst/>
            <a:gdLst>
              <a:gd name="sw" fmla="*/ 1 w 663"/>
              <a:gd name="sh" fmla="*/ 1 h 690"/>
              <a:gd name="mins" fmla="min sw sh"/>
              <a:gd name="dsw" fmla="+- 0 sw mins"/>
              <a:gd name="dsh" fmla="+- 0 sh mins"/>
              <a:gd name="p0x0" fmla="*/ 180 w 663"/>
              <a:gd name="p0y0" fmla="*/ 0 h 690"/>
              <a:gd name="p0x1" fmla="*/ 483 w 663"/>
              <a:gd name="p0y1" fmla="*/ 0 h 690"/>
              <a:gd name="p0x2" fmla="*/ 582 w 663"/>
              <a:gd name="p0y2" fmla="*/ 0 h 690"/>
              <a:gd name="p0x3" fmla="*/ 663 w 663"/>
              <a:gd name="p0y3" fmla="*/ 80 h 690"/>
              <a:gd name="p0x4" fmla="*/ 663 w 663"/>
              <a:gd name="p0y4" fmla="*/ 180 h 690"/>
              <a:gd name="p0x5" fmla="*/ 663 w 663"/>
              <a:gd name="p0y5" fmla="*/ 510 h 690"/>
              <a:gd name="p0x6" fmla="*/ 663 w 663"/>
              <a:gd name="p0y6" fmla="*/ 609 h 690"/>
              <a:gd name="p0x7" fmla="*/ 582 w 663"/>
              <a:gd name="p0y7" fmla="*/ 690 h 690"/>
              <a:gd name="p0x8" fmla="*/ 483 w 663"/>
              <a:gd name="p0y8" fmla="*/ 690 h 690"/>
              <a:gd name="p0x9" fmla="*/ 180 w 663"/>
              <a:gd name="p0y9" fmla="*/ 690 h 690"/>
              <a:gd name="p0x10" fmla="*/ 80 w 663"/>
              <a:gd name="p0y10" fmla="*/ 690 h 690"/>
              <a:gd name="p0x11" fmla="*/ 0 w 663"/>
              <a:gd name="p0y11" fmla="*/ 609 h 690"/>
              <a:gd name="p0x12" fmla="*/ 0 w 663"/>
              <a:gd name="p0y12" fmla="*/ 510 h 690"/>
              <a:gd name="p0x13" fmla="*/ 0 w 663"/>
              <a:gd name="p0y13" fmla="*/ 180 h 690"/>
              <a:gd name="p0x14" fmla="*/ 0 w 663"/>
              <a:gd name="p0y14" fmla="*/ 80 h 690"/>
              <a:gd name="p0x15" fmla="*/ 80 w 663"/>
              <a:gd name="p0y15" fmla="*/ 0 h 690"/>
              <a:gd name="p0x16" fmla="*/ 180 w 663"/>
              <a:gd name="p0y16" fmla="*/ 0 h 69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DF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458470" y="4537075"/>
            <a:ext cx="204470" cy="303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910" b="1">
                <a:solidFill>
                  <a:srgbClr val="700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</a:t>
            </a:r>
            <a:endParaRPr sz="910" b="1">
              <a:solidFill>
                <a:srgbClr val="700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3"/>
            </p:custDataLst>
          </p:nvPr>
        </p:nvSpPr>
        <p:spPr>
          <a:xfrm>
            <a:off x="807720" y="4512945"/>
            <a:ext cx="10338435" cy="4425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0" algn="l">
              <a:lnSpc>
                <a:spcPct val="133000"/>
              </a:lnSpc>
            </a:pP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软分数计算逻辑无差别给所有块计算多维度得分，无复用历史的深冷长尾块也会被计入排序，每次排序需遍历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60+</a:t>
            </a:r>
            <a:r>
              <a:rPr 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候选块，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开销高；冷长尾块大量涌入缓存挤占空间，总缓存容量不足以容纳更多热点块</a:t>
            </a:r>
            <a:endParaRPr lang="zh-CN" altLang="en-US"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4"/>
            </p:custDataLst>
          </p:nvPr>
        </p:nvSpPr>
        <p:spPr>
          <a:xfrm>
            <a:off x="252095" y="5040630"/>
            <a:ext cx="11042015" cy="1437640"/>
          </a:xfrm>
          <a:custGeom>
            <a:avLst/>
            <a:gdLst>
              <a:gd name="sw" fmla="*/ 1 w 22893"/>
              <a:gd name="sh" fmla="*/ 1 h 2979"/>
              <a:gd name="mins" fmla="min sw sh"/>
              <a:gd name="dsw" fmla="+- 0 sw mins"/>
              <a:gd name="dsh" fmla="+- 0 sh mins"/>
              <a:gd name="p0x0" fmla="*/ 420 w 22893"/>
              <a:gd name="p0y0" fmla="*/ 0 h 2979"/>
              <a:gd name="p0x1" fmla="*/ 22473 w 22893"/>
              <a:gd name="p0y1" fmla="*/ 0 h 2979"/>
              <a:gd name="p0x2" fmla="*/ 22705 w 22893"/>
              <a:gd name="p0y2" fmla="*/ 0 h 2979"/>
              <a:gd name="p0x3" fmla="*/ 22893 w 22893"/>
              <a:gd name="p0y3" fmla="*/ 188 h 2979"/>
              <a:gd name="p0x4" fmla="*/ 22893 w 22893"/>
              <a:gd name="p0y4" fmla="*/ 420 h 2979"/>
              <a:gd name="p0x5" fmla="*/ 22893 w 22893"/>
              <a:gd name="p0y5" fmla="*/ 2559 h 2979"/>
              <a:gd name="p0x6" fmla="*/ 22893 w 22893"/>
              <a:gd name="p0y6" fmla="*/ 2790 h 2979"/>
              <a:gd name="p0x7" fmla="*/ 22705 w 22893"/>
              <a:gd name="p0y7" fmla="*/ 2979 h 2979"/>
              <a:gd name="p0x8" fmla="*/ 22473 w 22893"/>
              <a:gd name="p0y8" fmla="*/ 2979 h 2979"/>
              <a:gd name="p0x9" fmla="*/ 420 w 22893"/>
              <a:gd name="p0y9" fmla="*/ 2979 h 2979"/>
              <a:gd name="p0x10" fmla="*/ 188 w 22893"/>
              <a:gd name="p0y10" fmla="*/ 2979 h 2979"/>
              <a:gd name="p0x11" fmla="*/ 0 w 22893"/>
              <a:gd name="p0y11" fmla="*/ 2790 h 2979"/>
              <a:gd name="p0x12" fmla="*/ 0 w 22893"/>
              <a:gd name="p0y12" fmla="*/ 2559 h 2979"/>
              <a:gd name="p0x13" fmla="*/ 0 w 22893"/>
              <a:gd name="p0y13" fmla="*/ 420 h 2979"/>
              <a:gd name="p0x14" fmla="*/ 0 w 22893"/>
              <a:gd name="p0y14" fmla="*/ 188 h 2979"/>
              <a:gd name="p0x15" fmla="*/ 188 w 22893"/>
              <a:gd name="p0y15" fmla="*/ 0 h 2979"/>
              <a:gd name="p0x16" fmla="*/ 420 w 22893"/>
              <a:gd name="p0y16" fmla="*/ 0 h 297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723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5"/>
            </p:custDataLst>
          </p:nvPr>
        </p:nvSpPr>
        <p:spPr>
          <a:xfrm>
            <a:off x="400685" y="5189220"/>
            <a:ext cx="318770" cy="31813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488950" y="5250815"/>
            <a:ext cx="141605" cy="19177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9"/>
            </p:custDataLst>
          </p:nvPr>
        </p:nvSpPr>
        <p:spPr>
          <a:xfrm>
            <a:off x="805815" y="5228590"/>
            <a:ext cx="868680" cy="2368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6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解决思路</a:t>
            </a:r>
            <a:endParaRPr sz="136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0"/>
            </p:custDataLst>
          </p:nvPr>
        </p:nvSpPr>
        <p:spPr>
          <a:xfrm>
            <a:off x="400685" y="5607050"/>
            <a:ext cx="202565" cy="20256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1"/>
            </p:custDataLst>
          </p:nvPr>
        </p:nvSpPr>
        <p:spPr>
          <a:xfrm>
            <a:off x="466090" y="5632450"/>
            <a:ext cx="187960" cy="1517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91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91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690245" y="5598160"/>
            <a:ext cx="7221855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调整保留分数规则：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新增复用标记过滤，仅为有实际复用历史的块计算优先级，冷块直接标记为可驱逐，减少排序计算量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3"/>
            </p:custDataLst>
          </p:nvPr>
        </p:nvSpPr>
        <p:spPr>
          <a:xfrm>
            <a:off x="400685" y="5852795"/>
            <a:ext cx="202565" cy="20256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466090" y="5878195"/>
            <a:ext cx="187960" cy="1517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91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91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5"/>
            </p:custDataLst>
          </p:nvPr>
        </p:nvSpPr>
        <p:spPr>
          <a:xfrm>
            <a:off x="690245" y="5843270"/>
            <a:ext cx="5554345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替换软分数排序为硬隔离策略：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仅通过是否受保护的二元判断选择驱逐块，降低计算复杂度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6"/>
            </p:custDataLst>
          </p:nvPr>
        </p:nvSpPr>
        <p:spPr>
          <a:xfrm>
            <a:off x="400685" y="6097905"/>
            <a:ext cx="202565" cy="20256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7"/>
            </p:custDataLst>
          </p:nvPr>
        </p:nvSpPr>
        <p:spPr>
          <a:xfrm>
            <a:off x="466090" y="6123940"/>
            <a:ext cx="187960" cy="1517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91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91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8"/>
            </p:custDataLst>
          </p:nvPr>
        </p:nvSpPr>
        <p:spPr>
          <a:xfrm>
            <a:off x="690245" y="6089015"/>
            <a:ext cx="4877435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新增准入控制机制：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从入口限制冷长尾块进入缓存的数量，从根源减少缓存污染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修正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 score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27330" y="1109345"/>
            <a:ext cx="5381625" cy="3457575"/>
          </a:xfrm>
          <a:custGeom>
            <a:avLst/>
            <a:gdLst>
              <a:gd name="sw" fmla="*/ 1 w 8475"/>
              <a:gd name="sh" fmla="*/ 1 h 5445"/>
              <a:gd name="mins" fmla="min sw sh"/>
              <a:gd name="dsw" fmla="+- 0 sw mins"/>
              <a:gd name="dsh" fmla="+- 0 sh mins"/>
              <a:gd name="p0x0" fmla="*/ 420 w 8475"/>
              <a:gd name="p0y0" fmla="*/ 0 h 5445"/>
              <a:gd name="p0x1" fmla="*/ 8055 w 8475"/>
              <a:gd name="p0y1" fmla="*/ 0 h 5445"/>
              <a:gd name="p0x2" fmla="*/ 8286 w 8475"/>
              <a:gd name="p0y2" fmla="*/ 0 h 5445"/>
              <a:gd name="p0x3" fmla="*/ 8475 w 8475"/>
              <a:gd name="p0y3" fmla="*/ 188 h 5445"/>
              <a:gd name="p0x4" fmla="*/ 8475 w 8475"/>
              <a:gd name="p0y4" fmla="*/ 420 h 5445"/>
              <a:gd name="p0x5" fmla="*/ 8475 w 8475"/>
              <a:gd name="p0y5" fmla="*/ 5025 h 5445"/>
              <a:gd name="p0x6" fmla="*/ 8475 w 8475"/>
              <a:gd name="p0y6" fmla="*/ 5256 h 5445"/>
              <a:gd name="p0x7" fmla="*/ 8286 w 8475"/>
              <a:gd name="p0y7" fmla="*/ 5445 h 5445"/>
              <a:gd name="p0x8" fmla="*/ 8055 w 8475"/>
              <a:gd name="p0y8" fmla="*/ 5445 h 5445"/>
              <a:gd name="p0x9" fmla="*/ 420 w 8475"/>
              <a:gd name="p0y9" fmla="*/ 5445 h 5445"/>
              <a:gd name="p0x10" fmla="*/ 188 w 8475"/>
              <a:gd name="p0y10" fmla="*/ 5445 h 5445"/>
              <a:gd name="p0x11" fmla="*/ 0 w 8475"/>
              <a:gd name="p0y11" fmla="*/ 5256 h 5445"/>
              <a:gd name="p0x12" fmla="*/ 0 w 8475"/>
              <a:gd name="p0y12" fmla="*/ 5025 h 5445"/>
              <a:gd name="p0x13" fmla="*/ 0 w 8475"/>
              <a:gd name="p0y13" fmla="*/ 420 h 5445"/>
              <a:gd name="p0x14" fmla="*/ 0 w 8475"/>
              <a:gd name="p0y14" fmla="*/ 188 h 5445"/>
              <a:gd name="p0x15" fmla="*/ 188 w 8475"/>
              <a:gd name="p0y15" fmla="*/ 0 h 5445"/>
              <a:gd name="p0x16" fmla="*/ 420 w 8475"/>
              <a:gd name="p0y16" fmla="*/ 0 h 5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2910" y="1288732"/>
            <a:ext cx="4991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retain_score 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计算逻辑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22910" y="1905000"/>
            <a:ext cx="1638300" cy="609600"/>
          </a:xfrm>
          <a:custGeom>
            <a:avLst/>
            <a:gdLst>
              <a:gd name="sw" fmla="*/ 1 w 2580"/>
              <a:gd name="sh" fmla="*/ 1 h 960"/>
              <a:gd name="mins" fmla="min sw sh"/>
              <a:gd name="dsw" fmla="+- 0 sw mins"/>
              <a:gd name="dsh" fmla="+- 0 sh mins"/>
              <a:gd name="p0x0" fmla="*/ 300 w 2580"/>
              <a:gd name="p0y0" fmla="*/ 0 h 960"/>
              <a:gd name="p0x1" fmla="*/ 2280 w 2580"/>
              <a:gd name="p0y1" fmla="*/ 0 h 960"/>
              <a:gd name="p0x2" fmla="*/ 2445 w 2580"/>
              <a:gd name="p0y2" fmla="*/ 0 h 960"/>
              <a:gd name="p0x3" fmla="*/ 2580 w 2580"/>
              <a:gd name="p0y3" fmla="*/ 134 h 960"/>
              <a:gd name="p0x4" fmla="*/ 2580 w 2580"/>
              <a:gd name="p0y4" fmla="*/ 300 h 960"/>
              <a:gd name="p0x5" fmla="*/ 2580 w 2580"/>
              <a:gd name="p0y5" fmla="*/ 660 h 960"/>
              <a:gd name="p0x6" fmla="*/ 2580 w 2580"/>
              <a:gd name="p0y6" fmla="*/ 825 h 960"/>
              <a:gd name="p0x7" fmla="*/ 2445 w 2580"/>
              <a:gd name="p0y7" fmla="*/ 960 h 960"/>
              <a:gd name="p0x8" fmla="*/ 2280 w 2580"/>
              <a:gd name="p0y8" fmla="*/ 960 h 960"/>
              <a:gd name="p0x9" fmla="*/ 300 w 2580"/>
              <a:gd name="p0y9" fmla="*/ 960 h 960"/>
              <a:gd name="p0x10" fmla="*/ 134 w 2580"/>
              <a:gd name="p0y10" fmla="*/ 960 h 960"/>
              <a:gd name="p0x11" fmla="*/ 0 w 2580"/>
              <a:gd name="p0y11" fmla="*/ 825 h 960"/>
              <a:gd name="p0x12" fmla="*/ 0 w 2580"/>
              <a:gd name="p0y12" fmla="*/ 660 h 960"/>
              <a:gd name="p0x13" fmla="*/ 0 w 2580"/>
              <a:gd name="p0y13" fmla="*/ 300 h 960"/>
              <a:gd name="p0x14" fmla="*/ 0 w 2580"/>
              <a:gd name="p0y14" fmla="*/ 134 h 960"/>
              <a:gd name="p0x15" fmla="*/ 134 w 2580"/>
              <a:gd name="p0y15" fmla="*/ 0 h 960"/>
              <a:gd name="p0x16" fmla="*/ 300 w 2580"/>
              <a:gd name="p0y16" fmla="*/ 0 h 9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37210" y="20383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4259" t="-16275" r="-4259" b="-16275"/>
          <a:stretch>
            <a:fillRect/>
          </a:stretch>
        </p:blipFill>
        <p:spPr>
          <a:xfrm>
            <a:off x="615315" y="2099945"/>
            <a:ext cx="186055" cy="2146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56310" y="1981200"/>
            <a:ext cx="9906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reused = true</a:t>
            </a:r>
            <a:endParaRPr sz="13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492566" y="2628900"/>
            <a:ext cx="1498921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hit_count &gt; 0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share_degree &gt; 1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41325" y="3500120"/>
            <a:ext cx="1600835" cy="405130"/>
          </a:xfrm>
          <a:custGeom>
            <a:avLst/>
            <a:gdLst>
              <a:gd name="sw" fmla="*/ 1 w 2520"/>
              <a:gd name="sh" fmla="*/ 1 h 637"/>
              <a:gd name="mins" fmla="min sw sh"/>
              <a:gd name="dsw" fmla="+- 0 sw mins"/>
              <a:gd name="dsh" fmla="+- 0 sh mins"/>
              <a:gd name="p0x0" fmla="*/ 300 w 2520"/>
              <a:gd name="p0y0" fmla="*/ 0 h 637"/>
              <a:gd name="p0x1" fmla="*/ 2220 w 2520"/>
              <a:gd name="p0y1" fmla="*/ 0 h 637"/>
              <a:gd name="p0x2" fmla="*/ 2385 w 2520"/>
              <a:gd name="p0y2" fmla="*/ 0 h 637"/>
              <a:gd name="p0x3" fmla="*/ 2520 w 2520"/>
              <a:gd name="p0y3" fmla="*/ 134 h 637"/>
              <a:gd name="p0x4" fmla="*/ 2520 w 2520"/>
              <a:gd name="p0y4" fmla="*/ 300 h 637"/>
              <a:gd name="p0x5" fmla="*/ 2520 w 2520"/>
              <a:gd name="p0y5" fmla="*/ 337 h 637"/>
              <a:gd name="p0x6" fmla="*/ 2520 w 2520"/>
              <a:gd name="p0y6" fmla="*/ 503 h 637"/>
              <a:gd name="p0x7" fmla="*/ 2385 w 2520"/>
              <a:gd name="p0y7" fmla="*/ 637 h 637"/>
              <a:gd name="p0x8" fmla="*/ 2220 w 2520"/>
              <a:gd name="p0y8" fmla="*/ 637 h 637"/>
              <a:gd name="p0x9" fmla="*/ 300 w 2520"/>
              <a:gd name="p0y9" fmla="*/ 637 h 637"/>
              <a:gd name="p0x10" fmla="*/ 134 w 2520"/>
              <a:gd name="p0y10" fmla="*/ 637 h 637"/>
              <a:gd name="p0x11" fmla="*/ 0 w 2520"/>
              <a:gd name="p0y11" fmla="*/ 503 h 637"/>
              <a:gd name="p0x12" fmla="*/ 0 w 2520"/>
              <a:gd name="p0y12" fmla="*/ 337 h 637"/>
              <a:gd name="p0x13" fmla="*/ 0 w 2520"/>
              <a:gd name="p0y13" fmla="*/ 300 h 637"/>
              <a:gd name="p0x14" fmla="*/ 0 w 2520"/>
              <a:gd name="p0y14" fmla="*/ 134 h 637"/>
              <a:gd name="p0x15" fmla="*/ 134 w 2520"/>
              <a:gd name="p0y15" fmla="*/ 0 h 637"/>
              <a:gd name="p0x16" fmla="*/ 300 w 2520"/>
              <a:gd name="p0y16" fmla="*/ 0 h 6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F7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556184" y="3590925"/>
            <a:ext cx="15431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 b="1">
                <a:solidFill>
                  <a:srgbClr val="0D77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正常计算保留分数</a:t>
            </a:r>
            <a:endParaRPr sz="1350" b="1">
              <a:solidFill>
                <a:srgbClr val="0D77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37184" y="40195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优先保留</a:t>
            </a:r>
            <a:endParaRPr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14"/>
            </p:custDataLst>
          </p:nvPr>
        </p:nvSpPr>
        <p:spPr>
          <a:xfrm>
            <a:off x="2908935" y="2421255"/>
            <a:ext cx="190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2223135" y="2849880"/>
            <a:ext cx="1390650" cy="424180"/>
          </a:xfrm>
          <a:custGeom>
            <a:avLst/>
            <a:gdLst>
              <a:gd name="sw" fmla="*/ 1 w 2190"/>
              <a:gd name="sh" fmla="*/ 1 h 667"/>
              <a:gd name="mins" fmla="min sw sh"/>
              <a:gd name="dsw" fmla="+- 0 sw mins"/>
              <a:gd name="dsh" fmla="+- 0 sh mins"/>
              <a:gd name="p0x0" fmla="*/ 300 w 2190"/>
              <a:gd name="p0y0" fmla="*/ 0 h 667"/>
              <a:gd name="p0x1" fmla="*/ 1890 w 2190"/>
              <a:gd name="p0y1" fmla="*/ 0 h 667"/>
              <a:gd name="p0x2" fmla="*/ 2055 w 2190"/>
              <a:gd name="p0y2" fmla="*/ 0 h 667"/>
              <a:gd name="p0x3" fmla="*/ 2190 w 2190"/>
              <a:gd name="p0y3" fmla="*/ 134 h 667"/>
              <a:gd name="p0x4" fmla="*/ 2190 w 2190"/>
              <a:gd name="p0y4" fmla="*/ 300 h 667"/>
              <a:gd name="p0x5" fmla="*/ 2190 w 2190"/>
              <a:gd name="p0y5" fmla="*/ 367 h 667"/>
              <a:gd name="p0x6" fmla="*/ 2190 w 2190"/>
              <a:gd name="p0y6" fmla="*/ 533 h 667"/>
              <a:gd name="p0x7" fmla="*/ 2055 w 2190"/>
              <a:gd name="p0y7" fmla="*/ 667 h 667"/>
              <a:gd name="p0x8" fmla="*/ 1890 w 2190"/>
              <a:gd name="p0y8" fmla="*/ 667 h 667"/>
              <a:gd name="p0x9" fmla="*/ 300 w 2190"/>
              <a:gd name="p0y9" fmla="*/ 667 h 667"/>
              <a:gd name="p0x10" fmla="*/ 134 w 2190"/>
              <a:gd name="p0y10" fmla="*/ 667 h 667"/>
              <a:gd name="p0x11" fmla="*/ 0 w 2190"/>
              <a:gd name="p0y11" fmla="*/ 533 h 667"/>
              <a:gd name="p0x12" fmla="*/ 0 w 2190"/>
              <a:gd name="p0y12" fmla="*/ 367 h 667"/>
              <a:gd name="p0x13" fmla="*/ 0 w 2190"/>
              <a:gd name="p0y13" fmla="*/ 300 h 667"/>
              <a:gd name="p0x14" fmla="*/ 0 w 2190"/>
              <a:gd name="p0y14" fmla="*/ 134 h 667"/>
              <a:gd name="p0x15" fmla="*/ 134 w 2190"/>
              <a:gd name="p0y15" fmla="*/ 0 h 667"/>
              <a:gd name="p0x16" fmla="*/ 300 w 2190"/>
              <a:gd name="p0y16" fmla="*/ 0 h 66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19050" cmpd="sng">
            <a:solidFill>
              <a:srgbClr val="0272E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2346960" y="2936081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复用标记判断</a:t>
            </a:r>
            <a:endParaRPr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17"/>
            </p:custDataLst>
          </p:nvPr>
        </p:nvSpPr>
        <p:spPr>
          <a:xfrm>
            <a:off x="2908935" y="3321685"/>
            <a:ext cx="190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3775710" y="2030730"/>
            <a:ext cx="1638300" cy="609600"/>
          </a:xfrm>
          <a:custGeom>
            <a:avLst/>
            <a:gdLst>
              <a:gd name="sw" fmla="*/ 1 w 2580"/>
              <a:gd name="sh" fmla="*/ 1 h 960"/>
              <a:gd name="mins" fmla="min sw sh"/>
              <a:gd name="dsw" fmla="+- 0 sw mins"/>
              <a:gd name="dsh" fmla="+- 0 sh mins"/>
              <a:gd name="p0x0" fmla="*/ 300 w 2580"/>
              <a:gd name="p0y0" fmla="*/ 0 h 960"/>
              <a:gd name="p0x1" fmla="*/ 2280 w 2580"/>
              <a:gd name="p0y1" fmla="*/ 0 h 960"/>
              <a:gd name="p0x2" fmla="*/ 2445 w 2580"/>
              <a:gd name="p0y2" fmla="*/ 0 h 960"/>
              <a:gd name="p0x3" fmla="*/ 2580 w 2580"/>
              <a:gd name="p0y3" fmla="*/ 134 h 960"/>
              <a:gd name="p0x4" fmla="*/ 2580 w 2580"/>
              <a:gd name="p0y4" fmla="*/ 300 h 960"/>
              <a:gd name="p0x5" fmla="*/ 2580 w 2580"/>
              <a:gd name="p0y5" fmla="*/ 660 h 960"/>
              <a:gd name="p0x6" fmla="*/ 2580 w 2580"/>
              <a:gd name="p0y6" fmla="*/ 825 h 960"/>
              <a:gd name="p0x7" fmla="*/ 2445 w 2580"/>
              <a:gd name="p0y7" fmla="*/ 960 h 960"/>
              <a:gd name="p0x8" fmla="*/ 2280 w 2580"/>
              <a:gd name="p0y8" fmla="*/ 960 h 960"/>
              <a:gd name="p0x9" fmla="*/ 300 w 2580"/>
              <a:gd name="p0y9" fmla="*/ 960 h 960"/>
              <a:gd name="p0x10" fmla="*/ 134 w 2580"/>
              <a:gd name="p0y10" fmla="*/ 960 h 960"/>
              <a:gd name="p0x11" fmla="*/ 0 w 2580"/>
              <a:gd name="p0y11" fmla="*/ 825 h 960"/>
              <a:gd name="p0x12" fmla="*/ 0 w 2580"/>
              <a:gd name="p0y12" fmla="*/ 660 h 960"/>
              <a:gd name="p0x13" fmla="*/ 0 w 2580"/>
              <a:gd name="p0y13" fmla="*/ 300 h 960"/>
              <a:gd name="p0x14" fmla="*/ 0 w 2580"/>
              <a:gd name="p0y14" fmla="*/ 134 h 960"/>
              <a:gd name="p0x15" fmla="*/ 134 w 2580"/>
              <a:gd name="p0y15" fmla="*/ 0 h 960"/>
              <a:gd name="p0x16" fmla="*/ 300 w 2580"/>
              <a:gd name="p0y16" fmla="*/ 0 h 9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DF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3890010" y="21640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1458" t="-20208" r="-1458" b="-20208"/>
          <a:stretch>
            <a:fillRect/>
          </a:stretch>
        </p:blipFill>
        <p:spPr>
          <a:xfrm>
            <a:off x="3982720" y="2226310"/>
            <a:ext cx="156845" cy="21399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309110" y="2107406"/>
            <a:ext cx="9906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700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reused = false</a:t>
            </a:r>
            <a:endParaRPr sz="1350">
              <a:solidFill>
                <a:srgbClr val="700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3975735" y="2755106"/>
            <a:ext cx="12382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无复用历史的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深冷块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3974465" y="3373755"/>
            <a:ext cx="1240155" cy="405130"/>
          </a:xfrm>
          <a:custGeom>
            <a:avLst/>
            <a:gdLst>
              <a:gd name="sw" fmla="*/ 1 w 1952"/>
              <a:gd name="sh" fmla="*/ 1 h 637"/>
              <a:gd name="mins" fmla="min sw sh"/>
              <a:gd name="dsw" fmla="+- 0 sw mins"/>
              <a:gd name="dsh" fmla="+- 0 sh mins"/>
              <a:gd name="p0x0" fmla="*/ 300 w 1952"/>
              <a:gd name="p0y0" fmla="*/ 0 h 637"/>
              <a:gd name="p0x1" fmla="*/ 1652 w 1952"/>
              <a:gd name="p0y1" fmla="*/ 0 h 637"/>
              <a:gd name="p0x2" fmla="*/ 1818 w 1952"/>
              <a:gd name="p0y2" fmla="*/ 0 h 637"/>
              <a:gd name="p0x3" fmla="*/ 1952 w 1952"/>
              <a:gd name="p0y3" fmla="*/ 134 h 637"/>
              <a:gd name="p0x4" fmla="*/ 1952 w 1952"/>
              <a:gd name="p0y4" fmla="*/ 300 h 637"/>
              <a:gd name="p0x5" fmla="*/ 1952 w 1952"/>
              <a:gd name="p0y5" fmla="*/ 337 h 637"/>
              <a:gd name="p0x6" fmla="*/ 1952 w 1952"/>
              <a:gd name="p0y6" fmla="*/ 503 h 637"/>
              <a:gd name="p0x7" fmla="*/ 1818 w 1952"/>
              <a:gd name="p0y7" fmla="*/ 637 h 637"/>
              <a:gd name="p0x8" fmla="*/ 1652 w 1952"/>
              <a:gd name="p0y8" fmla="*/ 637 h 637"/>
              <a:gd name="p0x9" fmla="*/ 300 w 1952"/>
              <a:gd name="p0y9" fmla="*/ 637 h 637"/>
              <a:gd name="p0x10" fmla="*/ 134 w 1952"/>
              <a:gd name="p0y10" fmla="*/ 637 h 637"/>
              <a:gd name="p0x11" fmla="*/ 0 w 1952"/>
              <a:gd name="p0y11" fmla="*/ 503 h 637"/>
              <a:gd name="p0x12" fmla="*/ 0 w 1952"/>
              <a:gd name="p0y12" fmla="*/ 337 h 637"/>
              <a:gd name="p0x13" fmla="*/ 0 w 1952"/>
              <a:gd name="p0y13" fmla="*/ 300 h 637"/>
              <a:gd name="p0x14" fmla="*/ 0 w 1952"/>
              <a:gd name="p0y14" fmla="*/ 134 h 637"/>
              <a:gd name="p0x15" fmla="*/ 134 w 1952"/>
              <a:gd name="p0y15" fmla="*/ 0 h 637"/>
              <a:gd name="p0x16" fmla="*/ 300 w 1952"/>
              <a:gd name="p0y16" fmla="*/ 0 h 63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DF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4089216" y="3464719"/>
            <a:ext cx="118266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350" b="1">
                <a:solidFill>
                  <a:srgbClr val="700A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保留分数</a:t>
            </a:r>
            <a:r>
              <a:rPr lang="en-US" altLang="zh-CN" sz="1350" b="1">
                <a:solidFill>
                  <a:srgbClr val="700A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0</a:t>
            </a:r>
            <a:endParaRPr lang="en-US" altLang="zh-CN" sz="1350" b="1">
              <a:solidFill>
                <a:srgbClr val="700A1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4061384" y="3893344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最高优先级驱逐</a:t>
            </a:r>
            <a:endParaRPr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227330" y="4766945"/>
            <a:ext cx="2590800" cy="1704975"/>
          </a:xfrm>
          <a:custGeom>
            <a:avLst/>
            <a:gdLst>
              <a:gd name="sw" fmla="*/ 1 w 4080"/>
              <a:gd name="sh" fmla="*/ 1 h 2685"/>
              <a:gd name="mins" fmla="min sw sh"/>
              <a:gd name="dsw" fmla="+- 0 sw mins"/>
              <a:gd name="dsh" fmla="+- 0 sh mins"/>
              <a:gd name="p0x0" fmla="*/ 420 w 4080"/>
              <a:gd name="p0y0" fmla="*/ 0 h 2685"/>
              <a:gd name="p0x1" fmla="*/ 3660 w 4080"/>
              <a:gd name="p0y1" fmla="*/ 0 h 2685"/>
              <a:gd name="p0x2" fmla="*/ 3891 w 4080"/>
              <a:gd name="p0y2" fmla="*/ 0 h 2685"/>
              <a:gd name="p0x3" fmla="*/ 4080 w 4080"/>
              <a:gd name="p0y3" fmla="*/ 188 h 2685"/>
              <a:gd name="p0x4" fmla="*/ 4080 w 4080"/>
              <a:gd name="p0y4" fmla="*/ 420 h 2685"/>
              <a:gd name="p0x5" fmla="*/ 4080 w 4080"/>
              <a:gd name="p0y5" fmla="*/ 2265 h 2685"/>
              <a:gd name="p0x6" fmla="*/ 4080 w 4080"/>
              <a:gd name="p0y6" fmla="*/ 2496 h 2685"/>
              <a:gd name="p0x7" fmla="*/ 3891 w 4080"/>
              <a:gd name="p0y7" fmla="*/ 2685 h 2685"/>
              <a:gd name="p0x8" fmla="*/ 3660 w 4080"/>
              <a:gd name="p0y8" fmla="*/ 2685 h 2685"/>
              <a:gd name="p0x9" fmla="*/ 420 w 4080"/>
              <a:gd name="p0y9" fmla="*/ 2685 h 2685"/>
              <a:gd name="p0x10" fmla="*/ 188 w 4080"/>
              <a:gd name="p0y10" fmla="*/ 2685 h 2685"/>
              <a:gd name="p0x11" fmla="*/ 0 w 4080"/>
              <a:gd name="p0y11" fmla="*/ 2496 h 2685"/>
              <a:gd name="p0x12" fmla="*/ 0 w 4080"/>
              <a:gd name="p0y12" fmla="*/ 2265 h 2685"/>
              <a:gd name="p0x13" fmla="*/ 0 w 4080"/>
              <a:gd name="p0y13" fmla="*/ 420 h 2685"/>
              <a:gd name="p0x14" fmla="*/ 0 w 4080"/>
              <a:gd name="p0y14" fmla="*/ 188 h 2685"/>
              <a:gd name="p0x15" fmla="*/ 188 w 4080"/>
              <a:gd name="p0y15" fmla="*/ 0 h 2685"/>
              <a:gd name="p0x16" fmla="*/ 420 w 4080"/>
              <a:gd name="p0y16" fmla="*/ 0 h 268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1189301" y="4926759"/>
            <a:ext cx="1343701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5325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665721" y="5751166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高价值共享块误驱逐率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1"/>
            </p:custDataLst>
          </p:nvPr>
        </p:nvSpPr>
        <p:spPr>
          <a:xfrm>
            <a:off x="1193800" y="6017260"/>
            <a:ext cx="657860" cy="252730"/>
          </a:xfrm>
          <a:custGeom>
            <a:avLst/>
            <a:gdLst>
              <a:gd name="sw" fmla="*/ 1 w 1036"/>
              <a:gd name="sh" fmla="*/ 1 h 397"/>
              <a:gd name="mins" fmla="min sw sh"/>
              <a:gd name="dsw" fmla="+- 0 sw mins"/>
              <a:gd name="dsh" fmla="+- 0 sh mins"/>
              <a:gd name="p0x0" fmla="*/ 198 w 1036"/>
              <a:gd name="p0y0" fmla="*/ 0 h 397"/>
              <a:gd name="p0x1" fmla="*/ 837 w 1036"/>
              <a:gd name="p0y1" fmla="*/ 0 h 397"/>
              <a:gd name="p0x2" fmla="*/ 947 w 1036"/>
              <a:gd name="p0y2" fmla="*/ 0 h 397"/>
              <a:gd name="p0x3" fmla="*/ 1036 w 1036"/>
              <a:gd name="p0y3" fmla="*/ 88 h 397"/>
              <a:gd name="p0x4" fmla="*/ 1036 w 1036"/>
              <a:gd name="p0y4" fmla="*/ 198 h 397"/>
              <a:gd name="p0x5" fmla="*/ 1036 w 1036"/>
              <a:gd name="p0y5" fmla="*/ 308 h 397"/>
              <a:gd name="p0x6" fmla="*/ 947 w 1036"/>
              <a:gd name="p0y6" fmla="*/ 397 h 397"/>
              <a:gd name="p0x7" fmla="*/ 837 w 1036"/>
              <a:gd name="p0y7" fmla="*/ 397 h 397"/>
              <a:gd name="p0x8" fmla="*/ 198 w 1036"/>
              <a:gd name="p0y8" fmla="*/ 397 h 397"/>
              <a:gd name="p0x9" fmla="*/ 88 w 1036"/>
              <a:gd name="p0y9" fmla="*/ 397 h 397"/>
              <a:gd name="p0x10" fmla="*/ 0 w 1036"/>
              <a:gd name="p0y10" fmla="*/ 308 h 397"/>
              <a:gd name="p0x11" fmla="*/ 0 w 1036"/>
              <a:gd name="p0y11" fmla="*/ 198 h 397"/>
              <a:gd name="p0x12" fmla="*/ 0 w 1036"/>
              <a:gd name="p0y12" fmla="*/ 88 h 397"/>
              <a:gd name="p0x13" fmla="*/ 88 w 1036"/>
              <a:gd name="p0y13" fmla="*/ 0 h 397"/>
              <a:gd name="p0x14" fmla="*/ 198 w 1036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FF7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1270111" y="6055966"/>
            <a:ext cx="63907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 b="1">
                <a:solidFill>
                  <a:srgbClr val="0D77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↓100%</a:t>
            </a:r>
            <a:endParaRPr sz="1050" b="1">
              <a:solidFill>
                <a:srgbClr val="0D77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3"/>
            </p:custDataLst>
          </p:nvPr>
        </p:nvSpPr>
        <p:spPr>
          <a:xfrm>
            <a:off x="3018155" y="4766945"/>
            <a:ext cx="2590800" cy="1704975"/>
          </a:xfrm>
          <a:custGeom>
            <a:avLst/>
            <a:gdLst>
              <a:gd name="sw" fmla="*/ 1 w 4080"/>
              <a:gd name="sh" fmla="*/ 1 h 2685"/>
              <a:gd name="mins" fmla="min sw sh"/>
              <a:gd name="dsw" fmla="+- 0 sw mins"/>
              <a:gd name="dsh" fmla="+- 0 sh mins"/>
              <a:gd name="p0x0" fmla="*/ 420 w 4080"/>
              <a:gd name="p0y0" fmla="*/ 0 h 2685"/>
              <a:gd name="p0x1" fmla="*/ 3660 w 4080"/>
              <a:gd name="p0y1" fmla="*/ 0 h 2685"/>
              <a:gd name="p0x2" fmla="*/ 3891 w 4080"/>
              <a:gd name="p0y2" fmla="*/ 0 h 2685"/>
              <a:gd name="p0x3" fmla="*/ 4080 w 4080"/>
              <a:gd name="p0y3" fmla="*/ 188 h 2685"/>
              <a:gd name="p0x4" fmla="*/ 4080 w 4080"/>
              <a:gd name="p0y4" fmla="*/ 420 h 2685"/>
              <a:gd name="p0x5" fmla="*/ 4080 w 4080"/>
              <a:gd name="p0y5" fmla="*/ 2265 h 2685"/>
              <a:gd name="p0x6" fmla="*/ 4080 w 4080"/>
              <a:gd name="p0y6" fmla="*/ 2496 h 2685"/>
              <a:gd name="p0x7" fmla="*/ 3891 w 4080"/>
              <a:gd name="p0y7" fmla="*/ 2685 h 2685"/>
              <a:gd name="p0x8" fmla="*/ 3660 w 4080"/>
              <a:gd name="p0y8" fmla="*/ 2685 h 2685"/>
              <a:gd name="p0x9" fmla="*/ 420 w 4080"/>
              <a:gd name="p0y9" fmla="*/ 2685 h 2685"/>
              <a:gd name="p0x10" fmla="*/ 188 w 4080"/>
              <a:gd name="p0y10" fmla="*/ 2685 h 2685"/>
              <a:gd name="p0x11" fmla="*/ 0 w 4080"/>
              <a:gd name="p0y11" fmla="*/ 2496 h 2685"/>
              <a:gd name="p0x12" fmla="*/ 0 w 4080"/>
              <a:gd name="p0y12" fmla="*/ 2265 h 2685"/>
              <a:gd name="p0x13" fmla="*/ 0 w 4080"/>
              <a:gd name="p0y13" fmla="*/ 420 h 2685"/>
              <a:gd name="p0x14" fmla="*/ 0 w 4080"/>
              <a:gd name="p0y14" fmla="*/ 188 h 2685"/>
              <a:gd name="p0x15" fmla="*/ 188 w 4080"/>
              <a:gd name="p0y15" fmla="*/ 0 h 2685"/>
              <a:gd name="p0x16" fmla="*/ 420 w 4080"/>
              <a:gd name="p0y16" fmla="*/ 0 h 268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3769166" y="4926759"/>
            <a:ext cx="1765697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5325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</a:t>
            </a: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3456546" y="5751166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冷块占驱逐块总数比例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6"/>
            </p:custDataLst>
          </p:nvPr>
        </p:nvSpPr>
        <p:spPr>
          <a:xfrm>
            <a:off x="3837940" y="6017260"/>
            <a:ext cx="950595" cy="252730"/>
          </a:xfrm>
          <a:custGeom>
            <a:avLst/>
            <a:gdLst>
              <a:gd name="sw" fmla="*/ 1 w 1497"/>
              <a:gd name="sh" fmla="*/ 1 h 397"/>
              <a:gd name="mins" fmla="min sw sh"/>
              <a:gd name="dsw" fmla="+- 0 sw mins"/>
              <a:gd name="dsh" fmla="+- 0 sh mins"/>
              <a:gd name="p0x0" fmla="*/ 198 w 1497"/>
              <a:gd name="p0y0" fmla="*/ 0 h 397"/>
              <a:gd name="p0x1" fmla="*/ 1298 w 1497"/>
              <a:gd name="p0y1" fmla="*/ 0 h 397"/>
              <a:gd name="p0x2" fmla="*/ 1408 w 1497"/>
              <a:gd name="p0y2" fmla="*/ 0 h 397"/>
              <a:gd name="p0x3" fmla="*/ 1497 w 1497"/>
              <a:gd name="p0y3" fmla="*/ 88 h 397"/>
              <a:gd name="p0x4" fmla="*/ 1497 w 1497"/>
              <a:gd name="p0y4" fmla="*/ 198 h 397"/>
              <a:gd name="p0x5" fmla="*/ 1497 w 1497"/>
              <a:gd name="p0y5" fmla="*/ 308 h 397"/>
              <a:gd name="p0x6" fmla="*/ 1408 w 1497"/>
              <a:gd name="p0y6" fmla="*/ 397 h 397"/>
              <a:gd name="p0x7" fmla="*/ 1298 w 1497"/>
              <a:gd name="p0y7" fmla="*/ 397 h 397"/>
              <a:gd name="p0x8" fmla="*/ 198 w 1497"/>
              <a:gd name="p0y8" fmla="*/ 397 h 397"/>
              <a:gd name="p0x9" fmla="*/ 88 w 1497"/>
              <a:gd name="p0y9" fmla="*/ 397 h 397"/>
              <a:gd name="p0x10" fmla="*/ 0 w 1497"/>
              <a:gd name="p0y10" fmla="*/ 308 h 397"/>
              <a:gd name="p0x11" fmla="*/ 0 w 1497"/>
              <a:gd name="p0y11" fmla="*/ 198 h 397"/>
              <a:gd name="p0x12" fmla="*/ 0 w 1497"/>
              <a:gd name="p0y12" fmla="*/ 88 h 397"/>
              <a:gd name="p0x13" fmla="*/ 88 w 1497"/>
              <a:gd name="p0y13" fmla="*/ 0 h 397"/>
              <a:gd name="p0x14" fmla="*/ 198 w 1497"/>
              <a:gd name="p0y14" fmla="*/ 0 h 39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3914718" y="6055966"/>
            <a:ext cx="93159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62% → 91%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5883275" y="1107440"/>
            <a:ext cx="5385435" cy="1328420"/>
          </a:xfrm>
          <a:custGeom>
            <a:avLst/>
            <a:gdLst>
              <a:gd name="sw" fmla="*/ 1 w 13412"/>
              <a:gd name="sh" fmla="*/ 1 h 3307"/>
              <a:gd name="mins" fmla="min sw sh"/>
              <a:gd name="dsw" fmla="+- 0 sw mins"/>
              <a:gd name="dsh" fmla="+- 0 sh mins"/>
              <a:gd name="p0x0" fmla="*/ 420 w 13412"/>
              <a:gd name="p0y0" fmla="*/ 0 h 3307"/>
              <a:gd name="p0x1" fmla="*/ 12992 w 13412"/>
              <a:gd name="p0y1" fmla="*/ 0 h 3307"/>
              <a:gd name="p0x2" fmla="*/ 13224 w 13412"/>
              <a:gd name="p0y2" fmla="*/ 0 h 3307"/>
              <a:gd name="p0x3" fmla="*/ 13412 w 13412"/>
              <a:gd name="p0y3" fmla="*/ 188 h 3307"/>
              <a:gd name="p0x4" fmla="*/ 13412 w 13412"/>
              <a:gd name="p0y4" fmla="*/ 420 h 3307"/>
              <a:gd name="p0x5" fmla="*/ 13412 w 13412"/>
              <a:gd name="p0y5" fmla="*/ 2887 h 3307"/>
              <a:gd name="p0x6" fmla="*/ 13412 w 13412"/>
              <a:gd name="p0y6" fmla="*/ 3119 h 3307"/>
              <a:gd name="p0x7" fmla="*/ 13224 w 13412"/>
              <a:gd name="p0y7" fmla="*/ 3307 h 3307"/>
              <a:gd name="p0x8" fmla="*/ 12992 w 13412"/>
              <a:gd name="p0y8" fmla="*/ 3307 h 3307"/>
              <a:gd name="p0x9" fmla="*/ 420 w 13412"/>
              <a:gd name="p0y9" fmla="*/ 3307 h 3307"/>
              <a:gd name="p0x10" fmla="*/ 188 w 13412"/>
              <a:gd name="p0y10" fmla="*/ 3307 h 3307"/>
              <a:gd name="p0x11" fmla="*/ 0 w 13412"/>
              <a:gd name="p0y11" fmla="*/ 3119 h 3307"/>
              <a:gd name="p0x12" fmla="*/ 0 w 13412"/>
              <a:gd name="p0y12" fmla="*/ 2887 h 3307"/>
              <a:gd name="p0x13" fmla="*/ 0 w 13412"/>
              <a:gd name="p0y13" fmla="*/ 420 h 3307"/>
              <a:gd name="p0x14" fmla="*/ 0 w 13412"/>
              <a:gd name="p0y14" fmla="*/ 188 h 3307"/>
              <a:gd name="p0x15" fmla="*/ 188 w 13412"/>
              <a:gd name="p0y15" fmla="*/ 0 h 3307"/>
              <a:gd name="p0x16" fmla="*/ 420 w 13412"/>
              <a:gd name="p0y16" fmla="*/ 0 h 330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6023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9"/>
            </p:custDataLst>
          </p:nvPr>
        </p:nvSpPr>
        <p:spPr>
          <a:xfrm>
            <a:off x="6007100" y="1410335"/>
            <a:ext cx="264795" cy="26479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6061710" y="1461135"/>
            <a:ext cx="156210" cy="16002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3"/>
            </p:custDataLst>
          </p:nvPr>
        </p:nvSpPr>
        <p:spPr>
          <a:xfrm>
            <a:off x="6344285" y="1427480"/>
            <a:ext cx="843280" cy="231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原有问题</a:t>
            </a:r>
            <a:endParaRPr sz="13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6007100" y="1738630"/>
            <a:ext cx="5138420" cy="4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旧</a:t>
            </a:r>
            <a:r>
              <a:rPr lang="en-US" altLang="zh-CN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retain_score</a:t>
            </a:r>
            <a:r>
              <a:rPr lang="zh-CN" altLang="en-US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对前缀深度、重算代价无差别加分，导致</a:t>
            </a: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无任何复用历史的深冷块被误保护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，占比达被保护块总数的</a:t>
            </a:r>
            <a:r>
              <a:rPr sz="1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28%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，挤占了</a:t>
            </a:r>
            <a:r>
              <a:rPr sz="1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的缓存空间，高价值热点块的可用缓存容量被压缩</a:t>
            </a:r>
            <a:endParaRPr sz="10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5"/>
            </p:custDataLst>
          </p:nvPr>
        </p:nvSpPr>
        <p:spPr>
          <a:xfrm>
            <a:off x="5883275" y="2453640"/>
            <a:ext cx="5385435" cy="1327785"/>
          </a:xfrm>
          <a:custGeom>
            <a:avLst/>
            <a:gdLst>
              <a:gd name="sw" fmla="*/ 1 w 13412"/>
              <a:gd name="sh" fmla="*/ 1 h 3307"/>
              <a:gd name="mins" fmla="min sw sh"/>
              <a:gd name="dsw" fmla="+- 0 sw mins"/>
              <a:gd name="dsh" fmla="+- 0 sh mins"/>
              <a:gd name="p0x0" fmla="*/ 420 w 13412"/>
              <a:gd name="p0y0" fmla="*/ 0 h 3307"/>
              <a:gd name="p0x1" fmla="*/ 12992 w 13412"/>
              <a:gd name="p0y1" fmla="*/ 0 h 3307"/>
              <a:gd name="p0x2" fmla="*/ 13224 w 13412"/>
              <a:gd name="p0y2" fmla="*/ 0 h 3307"/>
              <a:gd name="p0x3" fmla="*/ 13412 w 13412"/>
              <a:gd name="p0y3" fmla="*/ 188 h 3307"/>
              <a:gd name="p0x4" fmla="*/ 13412 w 13412"/>
              <a:gd name="p0y4" fmla="*/ 420 h 3307"/>
              <a:gd name="p0x5" fmla="*/ 13412 w 13412"/>
              <a:gd name="p0y5" fmla="*/ 2887 h 3307"/>
              <a:gd name="p0x6" fmla="*/ 13412 w 13412"/>
              <a:gd name="p0y6" fmla="*/ 3119 h 3307"/>
              <a:gd name="p0x7" fmla="*/ 13224 w 13412"/>
              <a:gd name="p0y7" fmla="*/ 3307 h 3307"/>
              <a:gd name="p0x8" fmla="*/ 12992 w 13412"/>
              <a:gd name="p0y8" fmla="*/ 3307 h 3307"/>
              <a:gd name="p0x9" fmla="*/ 420 w 13412"/>
              <a:gd name="p0y9" fmla="*/ 3307 h 3307"/>
              <a:gd name="p0x10" fmla="*/ 188 w 13412"/>
              <a:gd name="p0y10" fmla="*/ 3307 h 3307"/>
              <a:gd name="p0x11" fmla="*/ 0 w 13412"/>
              <a:gd name="p0y11" fmla="*/ 3119 h 3307"/>
              <a:gd name="p0x12" fmla="*/ 0 w 13412"/>
              <a:gd name="p0y12" fmla="*/ 2887 h 3307"/>
              <a:gd name="p0x13" fmla="*/ 0 w 13412"/>
              <a:gd name="p0y13" fmla="*/ 420 h 3307"/>
              <a:gd name="p0x14" fmla="*/ 0 w 13412"/>
              <a:gd name="p0y14" fmla="*/ 188 h 3307"/>
              <a:gd name="p0x15" fmla="*/ 188 w 13412"/>
              <a:gd name="p0y15" fmla="*/ 0 h 3307"/>
              <a:gd name="p0x16" fmla="*/ 420 w 13412"/>
              <a:gd name="p0y16" fmla="*/ 0 h 330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6023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46"/>
            </p:custDataLst>
          </p:nvPr>
        </p:nvSpPr>
        <p:spPr>
          <a:xfrm>
            <a:off x="6007100" y="2617470"/>
            <a:ext cx="264795" cy="26543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000" t="-897" r="-2000" b="-897"/>
          <a:stretch>
            <a:fillRect/>
          </a:stretch>
        </p:blipFill>
        <p:spPr>
          <a:xfrm>
            <a:off x="6061710" y="2668905"/>
            <a:ext cx="156210" cy="159385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0"/>
            </p:custDataLst>
          </p:nvPr>
        </p:nvSpPr>
        <p:spPr>
          <a:xfrm>
            <a:off x="6344285" y="2634615"/>
            <a:ext cx="843280" cy="2317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核心改动</a:t>
            </a:r>
            <a:endParaRPr sz="13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51"/>
            </p:custDataLst>
          </p:nvPr>
        </p:nvSpPr>
        <p:spPr>
          <a:xfrm>
            <a:off x="6007100" y="2946400"/>
            <a:ext cx="513842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新增复用标记判断：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reused = hit_count &gt; 0 or share_degree &gt; 1</a:t>
            </a:r>
            <a:endParaRPr sz="10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2"/>
            </p:custDataLst>
          </p:nvPr>
        </p:nvSpPr>
        <p:spPr>
          <a:xfrm>
            <a:off x="6007100" y="3244215"/>
            <a:ext cx="36195" cy="36195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1CC55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3"/>
            </p:custDataLst>
          </p:nvPr>
        </p:nvSpPr>
        <p:spPr>
          <a:xfrm>
            <a:off x="6091555" y="3211195"/>
            <a:ext cx="294195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有复用的块：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正常计算保留分数，优先保留</a:t>
            </a:r>
            <a:endParaRPr sz="10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54"/>
            </p:custDataLst>
          </p:nvPr>
        </p:nvSpPr>
        <p:spPr>
          <a:xfrm>
            <a:off x="6007100" y="3448685"/>
            <a:ext cx="36195" cy="36195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9182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55"/>
            </p:custDataLst>
          </p:nvPr>
        </p:nvSpPr>
        <p:spPr>
          <a:xfrm>
            <a:off x="6091555" y="3416300"/>
            <a:ext cx="356806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无复用的冷块：</a:t>
            </a:r>
            <a:r>
              <a:rPr lang="zh-CN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保留分数直接置为</a:t>
            </a:r>
            <a:r>
              <a:rPr lang="en-US" altLang="zh-CN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，列为最高优先级驱逐对象</a:t>
            </a:r>
            <a:endParaRPr lang="zh-CN" altLang="en-US" sz="10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56"/>
            </p:custDataLst>
          </p:nvPr>
        </p:nvSpPr>
        <p:spPr>
          <a:xfrm>
            <a:off x="5883275" y="3799840"/>
            <a:ext cx="5385435" cy="1328420"/>
          </a:xfrm>
          <a:custGeom>
            <a:avLst/>
            <a:gdLst>
              <a:gd name="sw" fmla="*/ 1 w 13412"/>
              <a:gd name="sh" fmla="*/ 1 h 3307"/>
              <a:gd name="mins" fmla="min sw sh"/>
              <a:gd name="dsw" fmla="+- 0 sw mins"/>
              <a:gd name="dsh" fmla="+- 0 sh mins"/>
              <a:gd name="p0x0" fmla="*/ 420 w 13412"/>
              <a:gd name="p0y0" fmla="*/ 0 h 3307"/>
              <a:gd name="p0x1" fmla="*/ 12992 w 13412"/>
              <a:gd name="p0y1" fmla="*/ 0 h 3307"/>
              <a:gd name="p0x2" fmla="*/ 13224 w 13412"/>
              <a:gd name="p0y2" fmla="*/ 0 h 3307"/>
              <a:gd name="p0x3" fmla="*/ 13412 w 13412"/>
              <a:gd name="p0y3" fmla="*/ 188 h 3307"/>
              <a:gd name="p0x4" fmla="*/ 13412 w 13412"/>
              <a:gd name="p0y4" fmla="*/ 420 h 3307"/>
              <a:gd name="p0x5" fmla="*/ 13412 w 13412"/>
              <a:gd name="p0y5" fmla="*/ 2887 h 3307"/>
              <a:gd name="p0x6" fmla="*/ 13412 w 13412"/>
              <a:gd name="p0y6" fmla="*/ 3119 h 3307"/>
              <a:gd name="p0x7" fmla="*/ 13224 w 13412"/>
              <a:gd name="p0y7" fmla="*/ 3307 h 3307"/>
              <a:gd name="p0x8" fmla="*/ 12992 w 13412"/>
              <a:gd name="p0y8" fmla="*/ 3307 h 3307"/>
              <a:gd name="p0x9" fmla="*/ 420 w 13412"/>
              <a:gd name="p0y9" fmla="*/ 3307 h 3307"/>
              <a:gd name="p0x10" fmla="*/ 188 w 13412"/>
              <a:gd name="p0y10" fmla="*/ 3307 h 3307"/>
              <a:gd name="p0x11" fmla="*/ 0 w 13412"/>
              <a:gd name="p0y11" fmla="*/ 3119 h 3307"/>
              <a:gd name="p0x12" fmla="*/ 0 w 13412"/>
              <a:gd name="p0y12" fmla="*/ 2887 h 3307"/>
              <a:gd name="p0x13" fmla="*/ 0 w 13412"/>
              <a:gd name="p0y13" fmla="*/ 420 h 3307"/>
              <a:gd name="p0x14" fmla="*/ 0 w 13412"/>
              <a:gd name="p0y14" fmla="*/ 188 h 3307"/>
              <a:gd name="p0x15" fmla="*/ 188 w 13412"/>
              <a:gd name="p0y15" fmla="*/ 0 h 3307"/>
              <a:gd name="p0x16" fmla="*/ 420 w 13412"/>
              <a:gd name="p0y16" fmla="*/ 0 h 330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6023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>
            <p:custDataLst>
              <p:tags r:id="rId57"/>
            </p:custDataLst>
          </p:nvPr>
        </p:nvSpPr>
        <p:spPr>
          <a:xfrm>
            <a:off x="6007100" y="4002405"/>
            <a:ext cx="264795" cy="26543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6061710" y="4053840"/>
            <a:ext cx="156210" cy="159385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61"/>
            </p:custDataLst>
          </p:nvPr>
        </p:nvSpPr>
        <p:spPr>
          <a:xfrm>
            <a:off x="6344285" y="4019550"/>
            <a:ext cx="843280" cy="231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优化效果</a:t>
            </a:r>
            <a:endParaRPr sz="13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62"/>
            </p:custDataLst>
          </p:nvPr>
        </p:nvSpPr>
        <p:spPr>
          <a:xfrm>
            <a:off x="6007100" y="4330700"/>
            <a:ext cx="5295265" cy="208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高价值共享块误驱逐率下降到</a:t>
            </a:r>
            <a:r>
              <a:rPr lang="en-US" altLang="zh-CN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冷块占驱逐块总数的比例从</a:t>
            </a:r>
            <a:r>
              <a:rPr lang="en-US" altLang="zh-CN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62%</a:t>
            </a:r>
            <a:r>
              <a:rPr lang="zh-CN" altLang="en-US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升到</a:t>
            </a:r>
            <a:r>
              <a:rPr lang="en-US" altLang="zh-CN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91%</a:t>
            </a:r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，驱逐质量显著提升</a:t>
            </a:r>
            <a:endParaRPr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63"/>
            </p:custDataLst>
          </p:nvPr>
        </p:nvSpPr>
        <p:spPr>
          <a:xfrm>
            <a:off x="5883275" y="5146040"/>
            <a:ext cx="5385435" cy="1327785"/>
          </a:xfrm>
          <a:custGeom>
            <a:avLst/>
            <a:gdLst>
              <a:gd name="sw" fmla="*/ 1 w 13412"/>
              <a:gd name="sh" fmla="*/ 1 h 3307"/>
              <a:gd name="mins" fmla="min sw sh"/>
              <a:gd name="dsw" fmla="+- 0 sw mins"/>
              <a:gd name="dsh" fmla="+- 0 sh mins"/>
              <a:gd name="p0x0" fmla="*/ 420 w 13412"/>
              <a:gd name="p0y0" fmla="*/ 0 h 3307"/>
              <a:gd name="p0x1" fmla="*/ 12992 w 13412"/>
              <a:gd name="p0y1" fmla="*/ 0 h 3307"/>
              <a:gd name="p0x2" fmla="*/ 13224 w 13412"/>
              <a:gd name="p0y2" fmla="*/ 0 h 3307"/>
              <a:gd name="p0x3" fmla="*/ 13412 w 13412"/>
              <a:gd name="p0y3" fmla="*/ 188 h 3307"/>
              <a:gd name="p0x4" fmla="*/ 13412 w 13412"/>
              <a:gd name="p0y4" fmla="*/ 420 h 3307"/>
              <a:gd name="p0x5" fmla="*/ 13412 w 13412"/>
              <a:gd name="p0y5" fmla="*/ 2887 h 3307"/>
              <a:gd name="p0x6" fmla="*/ 13412 w 13412"/>
              <a:gd name="p0y6" fmla="*/ 3119 h 3307"/>
              <a:gd name="p0x7" fmla="*/ 13224 w 13412"/>
              <a:gd name="p0y7" fmla="*/ 3307 h 3307"/>
              <a:gd name="p0x8" fmla="*/ 12992 w 13412"/>
              <a:gd name="p0y8" fmla="*/ 3307 h 3307"/>
              <a:gd name="p0x9" fmla="*/ 420 w 13412"/>
              <a:gd name="p0y9" fmla="*/ 3307 h 3307"/>
              <a:gd name="p0x10" fmla="*/ 188 w 13412"/>
              <a:gd name="p0y10" fmla="*/ 3307 h 3307"/>
              <a:gd name="p0x11" fmla="*/ 0 w 13412"/>
              <a:gd name="p0y11" fmla="*/ 3119 h 3307"/>
              <a:gd name="p0x12" fmla="*/ 0 w 13412"/>
              <a:gd name="p0y12" fmla="*/ 2887 h 3307"/>
              <a:gd name="p0x13" fmla="*/ 0 w 13412"/>
              <a:gd name="p0y13" fmla="*/ 420 h 3307"/>
              <a:gd name="p0x14" fmla="*/ 0 w 13412"/>
              <a:gd name="p0y14" fmla="*/ 188 h 3307"/>
              <a:gd name="p0x15" fmla="*/ 188 w 13412"/>
              <a:gd name="p0y15" fmla="*/ 0 h 3307"/>
              <a:gd name="p0x16" fmla="*/ 420 w 13412"/>
              <a:gd name="p0y16" fmla="*/ 0 h 330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6023" cmpd="sng">
            <a:solidFill>
              <a:srgbClr val="E4AF2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>
            <p:custDataLst>
              <p:tags r:id="rId64"/>
            </p:custDataLst>
          </p:nvPr>
        </p:nvSpPr>
        <p:spPr>
          <a:xfrm>
            <a:off x="6007100" y="5351780"/>
            <a:ext cx="264795" cy="26543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6061710" y="5403215"/>
            <a:ext cx="156210" cy="159385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68"/>
            </p:custDataLst>
          </p:nvPr>
        </p:nvSpPr>
        <p:spPr>
          <a:xfrm>
            <a:off x="6344285" y="5368925"/>
            <a:ext cx="843280" cy="2317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endParaRPr sz="13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69"/>
            </p:custDataLst>
          </p:nvPr>
        </p:nvSpPr>
        <p:spPr>
          <a:xfrm>
            <a:off x="6007100" y="5680710"/>
            <a:ext cx="5065395" cy="5930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前缀命中率仍稳定在</a:t>
            </a: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20.4%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无明显提升，根因是冷块仍能无限制进入缓存，即使优先驱逐，也会持续占用缓存带宽和空间，总热点缓存容量没有实质增加。</a:t>
            </a: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说明仅在驱逐阶段做块优先级排序不够，需要从准入层减少冷块进入</a:t>
            </a:r>
            <a:endParaRPr sz="1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0" name="文本框 59"/>
          <p:cNvSpPr txBox="1"/>
          <p:nvPr>
            <p:custDataLst>
              <p:tags r:id="rId1"/>
            </p:custDataLst>
          </p:nvPr>
        </p:nvSpPr>
        <p:spPr>
          <a:xfrm>
            <a:off x="533400" y="357505"/>
            <a:ext cx="10598785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V3 Multi-Hot Pressure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2"/>
            </p:custDataLst>
          </p:nvPr>
        </p:nvSpPr>
        <p:spPr>
          <a:xfrm>
            <a:off x="253365" y="1109345"/>
            <a:ext cx="3156585" cy="2581275"/>
          </a:xfrm>
          <a:custGeom>
            <a:avLst/>
            <a:gdLst>
              <a:gd name="sw" fmla="*/ 1 w 4970"/>
              <a:gd name="sh" fmla="*/ 1 h 4065"/>
              <a:gd name="mins" fmla="min sw sh"/>
              <a:gd name="dsw" fmla="+- 0 sw mins"/>
              <a:gd name="dsh" fmla="+- 0 sh mins"/>
              <a:gd name="p0x0" fmla="*/ 420 w 4970"/>
              <a:gd name="p0y0" fmla="*/ 0 h 4065"/>
              <a:gd name="p0x1" fmla="*/ 4550 w 4970"/>
              <a:gd name="p0y1" fmla="*/ 0 h 4065"/>
              <a:gd name="p0x2" fmla="*/ 4782 w 4970"/>
              <a:gd name="p0y2" fmla="*/ 0 h 4065"/>
              <a:gd name="p0x3" fmla="*/ 4970 w 4970"/>
              <a:gd name="p0y3" fmla="*/ 188 h 4065"/>
              <a:gd name="p0x4" fmla="*/ 4970 w 4970"/>
              <a:gd name="p0y4" fmla="*/ 420 h 4065"/>
              <a:gd name="p0x5" fmla="*/ 4970 w 4970"/>
              <a:gd name="p0y5" fmla="*/ 3645 h 4065"/>
              <a:gd name="p0x6" fmla="*/ 4970 w 4970"/>
              <a:gd name="p0y6" fmla="*/ 3876 h 4065"/>
              <a:gd name="p0x7" fmla="*/ 4782 w 4970"/>
              <a:gd name="p0y7" fmla="*/ 4065 h 4065"/>
              <a:gd name="p0x8" fmla="*/ 4550 w 4970"/>
              <a:gd name="p0y8" fmla="*/ 4065 h 4065"/>
              <a:gd name="p0x9" fmla="*/ 420 w 4970"/>
              <a:gd name="p0y9" fmla="*/ 4065 h 4065"/>
              <a:gd name="p0x10" fmla="*/ 188 w 4970"/>
              <a:gd name="p0y10" fmla="*/ 4065 h 4065"/>
              <a:gd name="p0x11" fmla="*/ 0 w 4970"/>
              <a:gd name="p0y11" fmla="*/ 3876 h 4065"/>
              <a:gd name="p0x12" fmla="*/ 0 w 4970"/>
              <a:gd name="p0y12" fmla="*/ 3645 h 4065"/>
              <a:gd name="p0x13" fmla="*/ 0 w 4970"/>
              <a:gd name="p0y13" fmla="*/ 420 h 4065"/>
              <a:gd name="p0x14" fmla="*/ 0 w 4970"/>
              <a:gd name="p0y14" fmla="*/ 188 h 4065"/>
              <a:gd name="p0x15" fmla="*/ 188 w 4970"/>
              <a:gd name="p0y15" fmla="*/ 0 h 4065"/>
              <a:gd name="p0x16" fmla="*/ 420 w 4970"/>
              <a:gd name="p0y16" fmla="*/ 0 h 40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448945" y="1352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3" name="图片 6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1026" r="-2273" b="-1026"/>
          <a:stretch>
            <a:fillRect/>
          </a:stretch>
        </p:blipFill>
        <p:spPr>
          <a:xfrm>
            <a:off x="548640" y="1433195"/>
            <a:ext cx="219075" cy="252730"/>
          </a:xfrm>
          <a:prstGeom prst="rect">
            <a:avLst/>
          </a:prstGeom>
        </p:spPr>
      </p:pic>
      <p:sp>
        <p:nvSpPr>
          <p:cNvPr id="64" name="文本框 63"/>
          <p:cNvSpPr txBox="1"/>
          <p:nvPr>
            <p:custDataLst>
              <p:tags r:id="rId7"/>
            </p:custDataLst>
          </p:nvPr>
        </p:nvSpPr>
        <p:spPr>
          <a:xfrm>
            <a:off x="982345" y="13792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研究动机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8"/>
            </p:custDataLst>
          </p:nvPr>
        </p:nvSpPr>
        <p:spPr>
          <a:xfrm>
            <a:off x="448945" y="1909763"/>
            <a:ext cx="2766041" cy="1547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单热点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hot/cold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场景过于简化。真实长对话、模板化服务、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服务中往往存在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多个长期热点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family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，需要更复杂的压力测试场景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9"/>
            </p:custDataLst>
          </p:nvPr>
        </p:nvSpPr>
        <p:spPr>
          <a:xfrm>
            <a:off x="253365" y="3890645"/>
            <a:ext cx="3156585" cy="2581275"/>
          </a:xfrm>
          <a:custGeom>
            <a:avLst/>
            <a:gdLst>
              <a:gd name="sw" fmla="*/ 1 w 4970"/>
              <a:gd name="sh" fmla="*/ 1 h 4065"/>
              <a:gd name="mins" fmla="min sw sh"/>
              <a:gd name="dsw" fmla="+- 0 sw mins"/>
              <a:gd name="dsh" fmla="+- 0 sh mins"/>
              <a:gd name="p0x0" fmla="*/ 420 w 4970"/>
              <a:gd name="p0y0" fmla="*/ 0 h 4065"/>
              <a:gd name="p0x1" fmla="*/ 4550 w 4970"/>
              <a:gd name="p0y1" fmla="*/ 0 h 4065"/>
              <a:gd name="p0x2" fmla="*/ 4782 w 4970"/>
              <a:gd name="p0y2" fmla="*/ 0 h 4065"/>
              <a:gd name="p0x3" fmla="*/ 4970 w 4970"/>
              <a:gd name="p0y3" fmla="*/ 188 h 4065"/>
              <a:gd name="p0x4" fmla="*/ 4970 w 4970"/>
              <a:gd name="p0y4" fmla="*/ 420 h 4065"/>
              <a:gd name="p0x5" fmla="*/ 4970 w 4970"/>
              <a:gd name="p0y5" fmla="*/ 3645 h 4065"/>
              <a:gd name="p0x6" fmla="*/ 4970 w 4970"/>
              <a:gd name="p0y6" fmla="*/ 3876 h 4065"/>
              <a:gd name="p0x7" fmla="*/ 4782 w 4970"/>
              <a:gd name="p0y7" fmla="*/ 4065 h 4065"/>
              <a:gd name="p0x8" fmla="*/ 4550 w 4970"/>
              <a:gd name="p0y8" fmla="*/ 4065 h 4065"/>
              <a:gd name="p0x9" fmla="*/ 420 w 4970"/>
              <a:gd name="p0y9" fmla="*/ 4065 h 4065"/>
              <a:gd name="p0x10" fmla="*/ 188 w 4970"/>
              <a:gd name="p0y10" fmla="*/ 4065 h 4065"/>
              <a:gd name="p0x11" fmla="*/ 0 w 4970"/>
              <a:gd name="p0y11" fmla="*/ 3876 h 4065"/>
              <a:gd name="p0x12" fmla="*/ 0 w 4970"/>
              <a:gd name="p0y12" fmla="*/ 3645 h 4065"/>
              <a:gd name="p0x13" fmla="*/ 0 w 4970"/>
              <a:gd name="p0y13" fmla="*/ 420 h 4065"/>
              <a:gd name="p0x14" fmla="*/ 0 w 4970"/>
              <a:gd name="p0y14" fmla="*/ 188 h 4065"/>
              <a:gd name="p0x15" fmla="*/ 188 w 4970"/>
              <a:gd name="p0y15" fmla="*/ 0 h 4065"/>
              <a:gd name="p0x16" fmla="*/ 420 w 4970"/>
              <a:gd name="p0y16" fmla="*/ 0 h 40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10"/>
            </p:custDataLst>
          </p:nvPr>
        </p:nvSpPr>
        <p:spPr>
          <a:xfrm>
            <a:off x="448945" y="42862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34670" y="4366895"/>
            <a:ext cx="247650" cy="252730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14"/>
            </p:custDataLst>
          </p:nvPr>
        </p:nvSpPr>
        <p:spPr>
          <a:xfrm>
            <a:off x="982345" y="43129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测试结构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15"/>
            </p:custDataLst>
          </p:nvPr>
        </p:nvSpPr>
        <p:spPr>
          <a:xfrm>
            <a:off x="448945" y="4843463"/>
            <a:ext cx="2766041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hot family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，每个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family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跨多个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cycle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回访，每次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hot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后插入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cold pressure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请求，形成</a:t>
            </a: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多热点交错压力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的复杂场景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16"/>
            </p:custDataLst>
          </p:nvPr>
        </p:nvSpPr>
        <p:spPr>
          <a:xfrm>
            <a:off x="366712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420 w 5801"/>
              <a:gd name="p0y0" fmla="*/ 0 h 8445"/>
              <a:gd name="p0x1" fmla="*/ 5381 w 5801"/>
              <a:gd name="p0y1" fmla="*/ 0 h 8445"/>
              <a:gd name="p0x2" fmla="*/ 5613 w 5801"/>
              <a:gd name="p0y2" fmla="*/ 0 h 8445"/>
              <a:gd name="p0x3" fmla="*/ 5801 w 5801"/>
              <a:gd name="p0y3" fmla="*/ 188 h 8445"/>
              <a:gd name="p0x4" fmla="*/ 5801 w 5801"/>
              <a:gd name="p0y4" fmla="*/ 420 h 8445"/>
              <a:gd name="p0x5" fmla="*/ 5801 w 5801"/>
              <a:gd name="p0y5" fmla="*/ 8025 h 8445"/>
              <a:gd name="p0x6" fmla="*/ 5801 w 5801"/>
              <a:gd name="p0y6" fmla="*/ 8256 h 8445"/>
              <a:gd name="p0x7" fmla="*/ 5613 w 5801"/>
              <a:gd name="p0y7" fmla="*/ 8445 h 8445"/>
              <a:gd name="p0x8" fmla="*/ 5381 w 5801"/>
              <a:gd name="p0y8" fmla="*/ 8445 h 8445"/>
              <a:gd name="p0x9" fmla="*/ 420 w 5801"/>
              <a:gd name="p0y9" fmla="*/ 8445 h 8445"/>
              <a:gd name="p0x10" fmla="*/ 188 w 5801"/>
              <a:gd name="p0y10" fmla="*/ 8445 h 8445"/>
              <a:gd name="p0x11" fmla="*/ 0 w 5801"/>
              <a:gd name="p0y11" fmla="*/ 8256 h 8445"/>
              <a:gd name="p0x12" fmla="*/ 0 w 5801"/>
              <a:gd name="p0y12" fmla="*/ 8025 h 8445"/>
              <a:gd name="p0x13" fmla="*/ 0 w 5801"/>
              <a:gd name="p0y13" fmla="*/ 420 h 8445"/>
              <a:gd name="p0x14" fmla="*/ 0 w 5801"/>
              <a:gd name="p0y14" fmla="*/ 188 h 8445"/>
              <a:gd name="p0x15" fmla="*/ 188 w 5801"/>
              <a:gd name="p0y15" fmla="*/ 0 h 8445"/>
              <a:gd name="p0x16" fmla="*/ 420 w 5801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71"/>
          <p:cNvSpPr/>
          <p:nvPr>
            <p:custDataLst>
              <p:tags r:id="rId17"/>
            </p:custDataLst>
          </p:nvPr>
        </p:nvSpPr>
        <p:spPr>
          <a:xfrm>
            <a:off x="5052060" y="2357120"/>
            <a:ext cx="914400" cy="352425"/>
          </a:xfrm>
          <a:custGeom>
            <a:avLst/>
            <a:gdLst>
              <a:gd name="sw" fmla="*/ 1 w 1440"/>
              <a:gd name="sh" fmla="*/ 1 h 555"/>
              <a:gd name="mins" fmla="min sw sh"/>
              <a:gd name="dsw" fmla="+- 0 sw mins"/>
              <a:gd name="dsh" fmla="+- 0 sh mins"/>
              <a:gd name="p0x0" fmla="*/ 277 w 1440"/>
              <a:gd name="p0y0" fmla="*/ 0 h 555"/>
              <a:gd name="p0x1" fmla="*/ 1162 w 1440"/>
              <a:gd name="p0y1" fmla="*/ 0 h 555"/>
              <a:gd name="p0x2" fmla="*/ 1315 w 1440"/>
              <a:gd name="p0y2" fmla="*/ 0 h 555"/>
              <a:gd name="p0x3" fmla="*/ 1440 w 1440"/>
              <a:gd name="p0y3" fmla="*/ 124 h 555"/>
              <a:gd name="p0x4" fmla="*/ 1440 w 1440"/>
              <a:gd name="p0y4" fmla="*/ 277 h 555"/>
              <a:gd name="p0x5" fmla="*/ 1440 w 1440"/>
              <a:gd name="p0y5" fmla="*/ 430 h 555"/>
              <a:gd name="p0x6" fmla="*/ 1315 w 1440"/>
              <a:gd name="p0y6" fmla="*/ 555 h 555"/>
              <a:gd name="p0x7" fmla="*/ 1162 w 1440"/>
              <a:gd name="p0y7" fmla="*/ 555 h 555"/>
              <a:gd name="p0x8" fmla="*/ 277 w 1440"/>
              <a:gd name="p0y8" fmla="*/ 555 h 555"/>
              <a:gd name="p0x9" fmla="*/ 124 w 1440"/>
              <a:gd name="p0y9" fmla="*/ 555 h 555"/>
              <a:gd name="p0x10" fmla="*/ 0 w 1440"/>
              <a:gd name="p0y10" fmla="*/ 430 h 555"/>
              <a:gd name="p0x11" fmla="*/ 0 w 1440"/>
              <a:gd name="p0y11" fmla="*/ 277 h 555"/>
              <a:gd name="p0x12" fmla="*/ 0 w 1440"/>
              <a:gd name="p0y12" fmla="*/ 124 h 555"/>
              <a:gd name="p0x13" fmla="*/ 124 w 1440"/>
              <a:gd name="p0y13" fmla="*/ 0 h 555"/>
              <a:gd name="p0x14" fmla="*/ 277 w 1440"/>
              <a:gd name="p0y14" fmla="*/ 0 h 55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3E8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>
            <p:custDataLst>
              <p:tags r:id="rId18"/>
            </p:custDataLst>
          </p:nvPr>
        </p:nvSpPr>
        <p:spPr>
          <a:xfrm>
            <a:off x="5128473" y="2433638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>
                <a:solidFill>
                  <a:srgbClr val="001A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sz="1200">
              <a:solidFill>
                <a:srgbClr val="001A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9"/>
            </p:custDataLst>
          </p:nvPr>
        </p:nvSpPr>
        <p:spPr>
          <a:xfrm>
            <a:off x="4088533" y="2846070"/>
            <a:ext cx="2842022" cy="1365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139065" algn="ctr">
              <a:lnSpc>
                <a:spcPct val="104000"/>
              </a:lnSpc>
            </a:pPr>
            <a:r>
              <a:rPr lang="en-US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multi-hot </a:t>
            </a:r>
            <a:r>
              <a:rPr lang="zh-CN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能制造更多</a:t>
            </a:r>
            <a:r>
              <a:rPr lang="en-US" alt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eviction</a:t>
            </a:r>
            <a:r>
              <a:rPr lang="zh-CN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，但早期版本仍主要体现为</a:t>
            </a:r>
            <a:r>
              <a:rPr lang="en-US"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eviction quality </a:t>
            </a:r>
            <a:r>
              <a:rPr lang="zh-CN"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改善</a:t>
            </a:r>
            <a:endParaRPr lang="zh-CN"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20"/>
            </p:custDataLst>
          </p:nvPr>
        </p:nvSpPr>
        <p:spPr>
          <a:xfrm>
            <a:off x="3890289" y="4295775"/>
            <a:ext cx="32385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35560" algn="ctr">
              <a:lnSpc>
                <a:spcPct val="133000"/>
              </a:lnSpc>
            </a:pPr>
            <a:r>
              <a:rPr 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hit rate </a:t>
            </a:r>
            <a:r>
              <a:rPr 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没有稳定拉开差距，说明单纯增加热点数量不足以从根本上解决缓存效率问题</a:t>
            </a:r>
            <a:endParaRPr lang="zh-CN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21"/>
            </p:custDataLst>
          </p:nvPr>
        </p:nvSpPr>
        <p:spPr>
          <a:xfrm>
            <a:off x="760857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420 w 5801"/>
              <a:gd name="p0y0" fmla="*/ 0 h 8445"/>
              <a:gd name="p0x1" fmla="*/ 5381 w 5801"/>
              <a:gd name="p0y1" fmla="*/ 0 h 8445"/>
              <a:gd name="p0x2" fmla="*/ 5613 w 5801"/>
              <a:gd name="p0y2" fmla="*/ 0 h 8445"/>
              <a:gd name="p0x3" fmla="*/ 5801 w 5801"/>
              <a:gd name="p0y3" fmla="*/ 188 h 8445"/>
              <a:gd name="p0x4" fmla="*/ 5801 w 5801"/>
              <a:gd name="p0y4" fmla="*/ 420 h 8445"/>
              <a:gd name="p0x5" fmla="*/ 5801 w 5801"/>
              <a:gd name="p0y5" fmla="*/ 8025 h 8445"/>
              <a:gd name="p0x6" fmla="*/ 5801 w 5801"/>
              <a:gd name="p0y6" fmla="*/ 8256 h 8445"/>
              <a:gd name="p0x7" fmla="*/ 5613 w 5801"/>
              <a:gd name="p0y7" fmla="*/ 8445 h 8445"/>
              <a:gd name="p0x8" fmla="*/ 5381 w 5801"/>
              <a:gd name="p0y8" fmla="*/ 8445 h 8445"/>
              <a:gd name="p0x9" fmla="*/ 420 w 5801"/>
              <a:gd name="p0y9" fmla="*/ 8445 h 8445"/>
              <a:gd name="p0x10" fmla="*/ 188 w 5801"/>
              <a:gd name="p0y10" fmla="*/ 8445 h 8445"/>
              <a:gd name="p0x11" fmla="*/ 0 w 5801"/>
              <a:gd name="p0y11" fmla="*/ 8256 h 8445"/>
              <a:gd name="p0x12" fmla="*/ 0 w 5801"/>
              <a:gd name="p0y12" fmla="*/ 8025 h 8445"/>
              <a:gd name="p0x13" fmla="*/ 0 w 5801"/>
              <a:gd name="p0y13" fmla="*/ 420 h 8445"/>
              <a:gd name="p0x14" fmla="*/ 0 w 5801"/>
              <a:gd name="p0y14" fmla="*/ 188 h 8445"/>
              <a:gd name="p0x15" fmla="*/ 188 w 5801"/>
              <a:gd name="p0y15" fmla="*/ 0 h 8445"/>
              <a:gd name="p0x16" fmla="*/ 420 w 5801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22"/>
            </p:custDataLst>
          </p:nvPr>
        </p:nvSpPr>
        <p:spPr>
          <a:xfrm>
            <a:off x="7975848" y="2889250"/>
            <a:ext cx="2950216" cy="801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只改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victim selection 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不够</a:t>
            </a:r>
            <a:endParaRPr lang="zh-CN" altLang="en-US"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23"/>
            </p:custDataLst>
          </p:nvPr>
        </p:nvSpPr>
        <p:spPr>
          <a:xfrm>
            <a:off x="7818914" y="3773170"/>
            <a:ext cx="3233137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sz="150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需要更轻、更明确的</a:t>
            </a:r>
            <a:r>
              <a:rPr sz="1500" b="1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family_protect</a:t>
            </a:r>
            <a:r>
              <a:rPr sz="240"/>
              <a:t> </a:t>
            </a:r>
            <a:r>
              <a:rPr sz="150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机制，还需要</a:t>
            </a:r>
            <a:r>
              <a:rPr sz="1500" b="1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admission control</a:t>
            </a:r>
            <a:r>
              <a:rPr sz="240"/>
              <a:t> </a:t>
            </a:r>
            <a:r>
              <a:rPr sz="150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限制冷长尾污染</a:t>
            </a:r>
            <a:endParaRPr sz="1500">
              <a:solidFill>
                <a:srgbClr val="FFFFFF">
                  <a:alpha val="9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V4 Family-Protect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05740" y="1035050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401320" y="1174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487045" y="125539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934720" y="1201560"/>
            <a:ext cx="330123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Family-Protect 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硬桶策略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331470" y="1593850"/>
            <a:ext cx="5130800" cy="938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shared-aware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软分数可解释性强，但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层排序开销大，大候选窗口下性能不稳定，因此设计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family-protect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硬桶策略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01320" y="2322830"/>
            <a:ext cx="1586865" cy="800100"/>
          </a:xfrm>
          <a:custGeom>
            <a:avLst/>
            <a:gdLst>
              <a:gd name="sw" fmla="*/ 1 w 2499"/>
              <a:gd name="sh" fmla="*/ 1 h 1260"/>
              <a:gd name="mins" fmla="min sw sh"/>
              <a:gd name="dsw" fmla="+- 0 sw mins"/>
              <a:gd name="dsh" fmla="+- 0 sh mins"/>
              <a:gd name="p0x0" fmla="*/ 300 w 2499"/>
              <a:gd name="p0y0" fmla="*/ 0 h 1260"/>
              <a:gd name="p0x1" fmla="*/ 2199 w 2499"/>
              <a:gd name="p0y1" fmla="*/ 0 h 1260"/>
              <a:gd name="p0x2" fmla="*/ 2365 w 2499"/>
              <a:gd name="p0y2" fmla="*/ 0 h 1260"/>
              <a:gd name="p0x3" fmla="*/ 2499 w 2499"/>
              <a:gd name="p0y3" fmla="*/ 134 h 1260"/>
              <a:gd name="p0x4" fmla="*/ 2499 w 2499"/>
              <a:gd name="p0y4" fmla="*/ 300 h 1260"/>
              <a:gd name="p0x5" fmla="*/ 2499 w 2499"/>
              <a:gd name="p0y5" fmla="*/ 960 h 1260"/>
              <a:gd name="p0x6" fmla="*/ 2499 w 2499"/>
              <a:gd name="p0y6" fmla="*/ 1125 h 1260"/>
              <a:gd name="p0x7" fmla="*/ 2365 w 2499"/>
              <a:gd name="p0y7" fmla="*/ 1260 h 1260"/>
              <a:gd name="p0x8" fmla="*/ 2199 w 2499"/>
              <a:gd name="p0y8" fmla="*/ 1260 h 1260"/>
              <a:gd name="p0x9" fmla="*/ 300 w 2499"/>
              <a:gd name="p0y9" fmla="*/ 1260 h 1260"/>
              <a:gd name="p0x10" fmla="*/ 134 w 2499"/>
              <a:gd name="p0y10" fmla="*/ 1260 h 1260"/>
              <a:gd name="p0x11" fmla="*/ 0 w 2499"/>
              <a:gd name="p0y11" fmla="*/ 1125 h 1260"/>
              <a:gd name="p0x12" fmla="*/ 0 w 2499"/>
              <a:gd name="p0y12" fmla="*/ 960 h 1260"/>
              <a:gd name="p0x13" fmla="*/ 0 w 2499"/>
              <a:gd name="p0y13" fmla="*/ 300 h 1260"/>
              <a:gd name="p0x14" fmla="*/ 0 w 2499"/>
              <a:gd name="p0y14" fmla="*/ 134 h 1260"/>
              <a:gd name="p0x15" fmla="*/ 134 w 2499"/>
              <a:gd name="p0y15" fmla="*/ 0 h 1260"/>
              <a:gd name="p0x16" fmla="*/ 300 w 2499"/>
              <a:gd name="p0y16" fmla="*/ 0 h 12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61619" y="24210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命中次数</a:t>
            </a:r>
            <a:endParaRPr sz="21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941645" y="2808688"/>
            <a:ext cx="6591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≥ </a:t>
            </a:r>
            <a:r>
              <a:rPr lang="zh-CN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</a:t>
            </a:r>
            <a:endParaRPr lang="zh-CN"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2102485" y="2322830"/>
            <a:ext cx="1587500" cy="800100"/>
          </a:xfrm>
          <a:custGeom>
            <a:avLst/>
            <a:gdLst>
              <a:gd name="sw" fmla="*/ 1 w 2499"/>
              <a:gd name="sh" fmla="*/ 1 h 1260"/>
              <a:gd name="mins" fmla="min sw sh"/>
              <a:gd name="dsw" fmla="+- 0 sw mins"/>
              <a:gd name="dsh" fmla="+- 0 sh mins"/>
              <a:gd name="p0x0" fmla="*/ 300 w 2499"/>
              <a:gd name="p0y0" fmla="*/ 0 h 1260"/>
              <a:gd name="p0x1" fmla="*/ 2199 w 2499"/>
              <a:gd name="p0y1" fmla="*/ 0 h 1260"/>
              <a:gd name="p0x2" fmla="*/ 2365 w 2499"/>
              <a:gd name="p0y2" fmla="*/ 0 h 1260"/>
              <a:gd name="p0x3" fmla="*/ 2499 w 2499"/>
              <a:gd name="p0y3" fmla="*/ 134 h 1260"/>
              <a:gd name="p0x4" fmla="*/ 2499 w 2499"/>
              <a:gd name="p0y4" fmla="*/ 300 h 1260"/>
              <a:gd name="p0x5" fmla="*/ 2499 w 2499"/>
              <a:gd name="p0y5" fmla="*/ 960 h 1260"/>
              <a:gd name="p0x6" fmla="*/ 2499 w 2499"/>
              <a:gd name="p0y6" fmla="*/ 1125 h 1260"/>
              <a:gd name="p0x7" fmla="*/ 2365 w 2499"/>
              <a:gd name="p0y7" fmla="*/ 1260 h 1260"/>
              <a:gd name="p0x8" fmla="*/ 2199 w 2499"/>
              <a:gd name="p0y8" fmla="*/ 1260 h 1260"/>
              <a:gd name="p0x9" fmla="*/ 300 w 2499"/>
              <a:gd name="p0y9" fmla="*/ 1260 h 1260"/>
              <a:gd name="p0x10" fmla="*/ 134 w 2499"/>
              <a:gd name="p0y10" fmla="*/ 1260 h 1260"/>
              <a:gd name="p0x11" fmla="*/ 0 w 2499"/>
              <a:gd name="p0y11" fmla="*/ 1125 h 1260"/>
              <a:gd name="p0x12" fmla="*/ 0 w 2499"/>
              <a:gd name="p0y12" fmla="*/ 960 h 1260"/>
              <a:gd name="p0x13" fmla="*/ 0 w 2499"/>
              <a:gd name="p0y13" fmla="*/ 300 h 1260"/>
              <a:gd name="p0x14" fmla="*/ 0 w 2499"/>
              <a:gd name="p0y14" fmla="*/ 134 h 1260"/>
              <a:gd name="p0x15" fmla="*/ 134 w 2499"/>
              <a:gd name="p0y15" fmla="*/ 0 h 1260"/>
              <a:gd name="p0x16" fmla="*/ 300 w 2499"/>
              <a:gd name="p0y16" fmla="*/ 0 h 12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2496744" y="2421020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共享度</a:t>
            </a:r>
            <a:endParaRPr sz="21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2643419" y="2808688"/>
            <a:ext cx="6591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≥ </a:t>
            </a:r>
            <a:r>
              <a:rPr lang="zh-CN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</a:t>
            </a:r>
            <a:endParaRPr lang="zh-CN"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3804285" y="2322830"/>
            <a:ext cx="1587500" cy="800100"/>
          </a:xfrm>
          <a:custGeom>
            <a:avLst/>
            <a:gdLst>
              <a:gd name="sw" fmla="*/ 1 w 2499"/>
              <a:gd name="sh" fmla="*/ 1 h 1260"/>
              <a:gd name="mins" fmla="min sw sh"/>
              <a:gd name="dsw" fmla="+- 0 sw mins"/>
              <a:gd name="dsh" fmla="+- 0 sh mins"/>
              <a:gd name="p0x0" fmla="*/ 300 w 2499"/>
              <a:gd name="p0y0" fmla="*/ 0 h 1260"/>
              <a:gd name="p0x1" fmla="*/ 2199 w 2499"/>
              <a:gd name="p0y1" fmla="*/ 0 h 1260"/>
              <a:gd name="p0x2" fmla="*/ 2365 w 2499"/>
              <a:gd name="p0y2" fmla="*/ 0 h 1260"/>
              <a:gd name="p0x3" fmla="*/ 2499 w 2499"/>
              <a:gd name="p0y3" fmla="*/ 134 h 1260"/>
              <a:gd name="p0x4" fmla="*/ 2499 w 2499"/>
              <a:gd name="p0y4" fmla="*/ 300 h 1260"/>
              <a:gd name="p0x5" fmla="*/ 2499 w 2499"/>
              <a:gd name="p0y5" fmla="*/ 960 h 1260"/>
              <a:gd name="p0x6" fmla="*/ 2499 w 2499"/>
              <a:gd name="p0y6" fmla="*/ 1125 h 1260"/>
              <a:gd name="p0x7" fmla="*/ 2365 w 2499"/>
              <a:gd name="p0y7" fmla="*/ 1260 h 1260"/>
              <a:gd name="p0x8" fmla="*/ 2199 w 2499"/>
              <a:gd name="p0y8" fmla="*/ 1260 h 1260"/>
              <a:gd name="p0x9" fmla="*/ 300 w 2499"/>
              <a:gd name="p0y9" fmla="*/ 1260 h 1260"/>
              <a:gd name="p0x10" fmla="*/ 134 w 2499"/>
              <a:gd name="p0y10" fmla="*/ 1260 h 1260"/>
              <a:gd name="p0x11" fmla="*/ 0 w 2499"/>
              <a:gd name="p0y11" fmla="*/ 1125 h 1260"/>
              <a:gd name="p0x12" fmla="*/ 0 w 2499"/>
              <a:gd name="p0y12" fmla="*/ 960 h 1260"/>
              <a:gd name="p0x13" fmla="*/ 0 w 2499"/>
              <a:gd name="p0y13" fmla="*/ 300 h 1260"/>
              <a:gd name="p0x14" fmla="*/ 0 w 2499"/>
              <a:gd name="p0y14" fmla="*/ 134 h 1260"/>
              <a:gd name="p0x15" fmla="*/ 134 w 2499"/>
              <a:gd name="p0y15" fmla="*/ 0 h 1260"/>
              <a:gd name="p0x16" fmla="*/ 300 w 2499"/>
              <a:gd name="p0y16" fmla="*/ 0 h 12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4198518" y="2421020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分支数</a:t>
            </a:r>
            <a:endParaRPr sz="21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4345194" y="2808688"/>
            <a:ext cx="65915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≥ </a:t>
            </a:r>
            <a:r>
              <a:rPr lang="zh-CN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</a:t>
            </a:r>
            <a:endParaRPr lang="zh-CN"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401320" y="3253654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满足任一条件即标记为受保护块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205740" y="3816350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401320" y="40119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87045" y="4092575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934720" y="403860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优先级逻辑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401320" y="46431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507362" y="4693234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16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16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858520" y="4548531"/>
            <a:ext cx="45339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真空闲块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858520" y="4839043"/>
            <a:ext cx="4533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最先分配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9"/>
            </p:custDataLst>
          </p:nvPr>
        </p:nvSpPr>
        <p:spPr>
          <a:xfrm>
            <a:off x="401320" y="52209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507362" y="5271059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16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16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858520" y="5126355"/>
            <a:ext cx="45339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普通缓存块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858520" y="5416868"/>
            <a:ext cx="4533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优先驱逐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3"/>
            </p:custDataLst>
          </p:nvPr>
        </p:nvSpPr>
        <p:spPr>
          <a:xfrm>
            <a:off x="401320" y="57988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507362" y="5848883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83000"/>
              </a:lnSpc>
            </a:pPr>
            <a:r>
              <a:rPr sz="16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16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858520" y="5704179"/>
            <a:ext cx="45339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受保护块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858520" y="5994692"/>
            <a:ext cx="4533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最后考虑驱逐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7"/>
            </p:custDataLst>
          </p:nvPr>
        </p:nvSpPr>
        <p:spPr>
          <a:xfrm>
            <a:off x="5863590" y="1035050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6059170" y="12306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6144895" y="1311275"/>
            <a:ext cx="247650" cy="25273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6592570" y="125730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遇到问题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3"/>
            </p:custDataLst>
          </p:nvPr>
        </p:nvSpPr>
        <p:spPr>
          <a:xfrm>
            <a:off x="6059170" y="198691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4AF2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6249670" y="1856480"/>
            <a:ext cx="4914005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候选窗口超过</a:t>
            </a:r>
            <a:r>
              <a:rPr lang="en-US" sz="1575" b="1" spc="-1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lang="zh-CN" altLang="en-US" sz="1575" b="1" spc="-1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块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时，排序开销占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总耗时的</a:t>
            </a:r>
            <a:r>
              <a:rPr sz="1575" b="1" spc="-1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endParaRPr sz="1575" b="1" spc="-1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5"/>
            </p:custDataLst>
          </p:nvPr>
        </p:nvSpPr>
        <p:spPr>
          <a:xfrm>
            <a:off x="6059170" y="24212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4AF2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6"/>
            </p:custDataLst>
          </p:nvPr>
        </p:nvSpPr>
        <p:spPr>
          <a:xfrm>
            <a:off x="6249670" y="2290763"/>
            <a:ext cx="48006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端到端吞吐比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</a:t>
            </a:r>
            <a:r>
              <a:rPr sz="1575" b="1" spc="-1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左右，性能不稳定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7"/>
            </p:custDataLst>
          </p:nvPr>
        </p:nvSpPr>
        <p:spPr>
          <a:xfrm>
            <a:off x="6059170" y="285496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4AF2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8"/>
            </p:custDataLst>
          </p:nvPr>
        </p:nvSpPr>
        <p:spPr>
          <a:xfrm>
            <a:off x="6249670" y="2726950"/>
            <a:ext cx="48006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即使简化为硬桶策略，仍需对所有候选块按所属桶排序，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层排序的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overhead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仍然较高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9"/>
            </p:custDataLst>
          </p:nvPr>
        </p:nvSpPr>
        <p:spPr>
          <a:xfrm>
            <a:off x="5863590" y="3816350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53AD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50"/>
            </p:custDataLst>
          </p:nvPr>
        </p:nvSpPr>
        <p:spPr>
          <a:xfrm>
            <a:off x="6059170" y="40119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9067" t="-10303" r="-9067" b="-10303"/>
          <a:stretch>
            <a:fillRect/>
          </a:stretch>
        </p:blipFill>
        <p:spPr>
          <a:xfrm>
            <a:off x="6127750" y="4092575"/>
            <a:ext cx="281305" cy="25273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54"/>
            </p:custDataLst>
          </p:nvPr>
        </p:nvSpPr>
        <p:spPr>
          <a:xfrm>
            <a:off x="6592570" y="403860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下一步思路</a:t>
            </a:r>
            <a:endParaRPr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5"/>
            </p:custDataLst>
          </p:nvPr>
        </p:nvSpPr>
        <p:spPr>
          <a:xfrm>
            <a:off x="6059170" y="476059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56"/>
            </p:custDataLst>
          </p:nvPr>
        </p:nvSpPr>
        <p:spPr>
          <a:xfrm>
            <a:off x="6249670" y="4630188"/>
            <a:ext cx="48006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取消全量排序逻辑，改为</a:t>
            </a:r>
            <a:r>
              <a:rPr sz="1575" b="1" spc="-1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线性遍历</a:t>
            </a: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选择驱逐块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57"/>
            </p:custDataLst>
          </p:nvPr>
        </p:nvSpPr>
        <p:spPr>
          <a:xfrm>
            <a:off x="6059170" y="519493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58"/>
            </p:custDataLst>
          </p:nvPr>
        </p:nvSpPr>
        <p:spPr>
          <a:xfrm>
            <a:off x="6249670" y="5066376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顺序遍历候选块，遇到未保护块直接选为驱逐对象</a:t>
            </a:r>
            <a:endParaRPr lang="zh-CN" altLang="en-US"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59"/>
            </p:custDataLst>
          </p:nvPr>
        </p:nvSpPr>
        <p:spPr>
          <a:xfrm>
            <a:off x="6059170" y="561403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60"/>
            </p:custDataLst>
          </p:nvPr>
        </p:nvSpPr>
        <p:spPr>
          <a:xfrm>
            <a:off x="6249670" y="5483571"/>
            <a:ext cx="4800600" cy="6666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时间复杂度降为</a:t>
            </a:r>
            <a:r>
              <a:rPr sz="1575" b="1" spc="-1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且无需排序计算，预计开销降低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3000"/>
              </a:lnSpc>
            </a:pPr>
            <a:r>
              <a:rPr sz="1575" b="1" spc="-1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55" name="文本框 54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V5 Admission Control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2"/>
            </p:custDataLst>
          </p:nvPr>
        </p:nvSpPr>
        <p:spPr>
          <a:xfrm>
            <a:off x="253365" y="1102360"/>
            <a:ext cx="11039475" cy="1790700"/>
          </a:xfrm>
          <a:custGeom>
            <a:avLst/>
            <a:gdLst>
              <a:gd name="sw" fmla="*/ 1 w 17385"/>
              <a:gd name="sh" fmla="*/ 1 h 2820"/>
              <a:gd name="mins" fmla="min sw sh"/>
              <a:gd name="dsw" fmla="+- 0 sw mins"/>
              <a:gd name="dsh" fmla="+- 0 sh mins"/>
              <a:gd name="p0x0" fmla="*/ 420 w 17385"/>
              <a:gd name="p0y0" fmla="*/ 0 h 2820"/>
              <a:gd name="p0x1" fmla="*/ 16965 w 17385"/>
              <a:gd name="p0y1" fmla="*/ 0 h 2820"/>
              <a:gd name="p0x2" fmla="*/ 17196 w 17385"/>
              <a:gd name="p0y2" fmla="*/ 0 h 2820"/>
              <a:gd name="p0x3" fmla="*/ 17385 w 17385"/>
              <a:gd name="p0y3" fmla="*/ 188 h 2820"/>
              <a:gd name="p0x4" fmla="*/ 17385 w 17385"/>
              <a:gd name="p0y4" fmla="*/ 420 h 2820"/>
              <a:gd name="p0x5" fmla="*/ 17385 w 17385"/>
              <a:gd name="p0y5" fmla="*/ 2400 h 2820"/>
              <a:gd name="p0x6" fmla="*/ 17385 w 17385"/>
              <a:gd name="p0y6" fmla="*/ 2631 h 2820"/>
              <a:gd name="p0x7" fmla="*/ 17196 w 17385"/>
              <a:gd name="p0y7" fmla="*/ 2820 h 2820"/>
              <a:gd name="p0x8" fmla="*/ 16965 w 17385"/>
              <a:gd name="p0y8" fmla="*/ 2820 h 2820"/>
              <a:gd name="p0x9" fmla="*/ 420 w 17385"/>
              <a:gd name="p0y9" fmla="*/ 2820 h 2820"/>
              <a:gd name="p0x10" fmla="*/ 188 w 17385"/>
              <a:gd name="p0y10" fmla="*/ 2820 h 2820"/>
              <a:gd name="p0x11" fmla="*/ 0 w 17385"/>
              <a:gd name="p0y11" fmla="*/ 2631 h 2820"/>
              <a:gd name="p0x12" fmla="*/ 0 w 17385"/>
              <a:gd name="p0y12" fmla="*/ 2400 h 2820"/>
              <a:gd name="p0x13" fmla="*/ 0 w 17385"/>
              <a:gd name="p0y13" fmla="*/ 420 h 2820"/>
              <a:gd name="p0x14" fmla="*/ 0 w 17385"/>
              <a:gd name="p0y14" fmla="*/ 188 h 2820"/>
              <a:gd name="p0x15" fmla="*/ 188 w 17385"/>
              <a:gd name="p0y15" fmla="*/ 0 h 2820"/>
              <a:gd name="p0x16" fmla="*/ 420 w 17385"/>
              <a:gd name="p0y16" fmla="*/ 0 h 28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2172894" y="1596549"/>
            <a:ext cx="7200976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从入口减少冷块污染，避免驱逐阶段被动选块</a:t>
            </a:r>
            <a:endParaRPr sz="2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2556723" y="2124234"/>
            <a:ext cx="643339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初版逻辑：当缓存空闲率低于阈值时，所有请求仅允许缓存前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个锚点块</a:t>
            </a:r>
            <a:endParaRPr lang="zh-CN" altLang="en-US"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5"/>
            </p:custDataLst>
          </p:nvPr>
        </p:nvSpPr>
        <p:spPr>
          <a:xfrm>
            <a:off x="253365" y="3131185"/>
            <a:ext cx="5419725" cy="3333750"/>
          </a:xfrm>
          <a:custGeom>
            <a:avLst/>
            <a:gdLst>
              <a:gd name="sw" fmla="*/ 1 w 8535"/>
              <a:gd name="sh" fmla="*/ 1 h 5249"/>
              <a:gd name="mins" fmla="min sw sh"/>
              <a:gd name="dsw" fmla="+- 0 sw mins"/>
              <a:gd name="dsh" fmla="+- 0 sh mins"/>
              <a:gd name="p0x0" fmla="*/ 420 w 8535"/>
              <a:gd name="p0y0" fmla="*/ 0 h 5249"/>
              <a:gd name="p0x1" fmla="*/ 8115 w 8535"/>
              <a:gd name="p0y1" fmla="*/ 0 h 5249"/>
              <a:gd name="p0x2" fmla="*/ 8346 w 8535"/>
              <a:gd name="p0y2" fmla="*/ 0 h 5249"/>
              <a:gd name="p0x3" fmla="*/ 8535 w 8535"/>
              <a:gd name="p0y3" fmla="*/ 188 h 5249"/>
              <a:gd name="p0x4" fmla="*/ 8535 w 8535"/>
              <a:gd name="p0y4" fmla="*/ 420 h 5249"/>
              <a:gd name="p0x5" fmla="*/ 8535 w 8535"/>
              <a:gd name="p0y5" fmla="*/ 4829 h 5249"/>
              <a:gd name="p0x6" fmla="*/ 8535 w 8535"/>
              <a:gd name="p0y6" fmla="*/ 5061 h 5249"/>
              <a:gd name="p0x7" fmla="*/ 8346 w 8535"/>
              <a:gd name="p0y7" fmla="*/ 5249 h 5249"/>
              <a:gd name="p0x8" fmla="*/ 8115 w 8535"/>
              <a:gd name="p0y8" fmla="*/ 5249 h 5249"/>
              <a:gd name="p0x9" fmla="*/ 420 w 8535"/>
              <a:gd name="p0y9" fmla="*/ 5249 h 5249"/>
              <a:gd name="p0x10" fmla="*/ 188 w 8535"/>
              <a:gd name="p0y10" fmla="*/ 5249 h 5249"/>
              <a:gd name="p0x11" fmla="*/ 0 w 8535"/>
              <a:gd name="p0y11" fmla="*/ 5061 h 5249"/>
              <a:gd name="p0x12" fmla="*/ 0 w 8535"/>
              <a:gd name="p0y12" fmla="*/ 4829 h 5249"/>
              <a:gd name="p0x13" fmla="*/ 0 w 8535"/>
              <a:gd name="p0y13" fmla="*/ 420 h 5249"/>
              <a:gd name="p0x14" fmla="*/ 0 w 8535"/>
              <a:gd name="p0y14" fmla="*/ 188 h 5249"/>
              <a:gd name="p0x15" fmla="*/ 188 w 8535"/>
              <a:gd name="p0y15" fmla="*/ 0 h 5249"/>
              <a:gd name="p0x16" fmla="*/ 420 w 8535"/>
              <a:gd name="p0y16" fmla="*/ 0 h 524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>
            <p:custDataLst>
              <p:tags r:id="rId6"/>
            </p:custDataLst>
          </p:nvPr>
        </p:nvSpPr>
        <p:spPr>
          <a:xfrm>
            <a:off x="448945" y="33267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534670" y="3407410"/>
            <a:ext cx="247650" cy="252730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982345" y="335343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遇到问题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448945" y="4050665"/>
            <a:ext cx="50292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具体表现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448945" y="4325937"/>
            <a:ext cx="502920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新出现的热点家族首次请求时，因缓存空闲率低于阈值，被限制仅缓存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个锚点块，后续第二次访问时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前缀命中率从预期的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82%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降到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31%</a:t>
            </a: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，收益被抵消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448945" y="5278352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根因分析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14"/>
            </p:custDataLst>
          </p:nvPr>
        </p:nvSpPr>
        <p:spPr>
          <a:xfrm>
            <a:off x="1287145" y="5285105"/>
            <a:ext cx="1219200" cy="238125"/>
          </a:xfrm>
          <a:custGeom>
            <a:avLst/>
            <a:gdLst>
              <a:gd name="sw" fmla="*/ 1 w 1920"/>
              <a:gd name="sh" fmla="*/ 1 h 375"/>
              <a:gd name="mins" fmla="min sw sh"/>
              <a:gd name="dsw" fmla="+- 0 sw mins"/>
              <a:gd name="dsh" fmla="+- 0 sh mins"/>
              <a:gd name="p0x0" fmla="*/ 180 w 1920"/>
              <a:gd name="p0y0" fmla="*/ 0 h 375"/>
              <a:gd name="p0x1" fmla="*/ 1740 w 1920"/>
              <a:gd name="p0y1" fmla="*/ 0 h 375"/>
              <a:gd name="p0x2" fmla="*/ 1839 w 1920"/>
              <a:gd name="p0y2" fmla="*/ 0 h 375"/>
              <a:gd name="p0x3" fmla="*/ 1920 w 1920"/>
              <a:gd name="p0y3" fmla="*/ 80 h 375"/>
              <a:gd name="p0x4" fmla="*/ 1920 w 1920"/>
              <a:gd name="p0y4" fmla="*/ 180 h 375"/>
              <a:gd name="p0x5" fmla="*/ 1920 w 1920"/>
              <a:gd name="p0y5" fmla="*/ 195 h 375"/>
              <a:gd name="p0x6" fmla="*/ 1920 w 1920"/>
              <a:gd name="p0y6" fmla="*/ 294 h 375"/>
              <a:gd name="p0x7" fmla="*/ 1839 w 1920"/>
              <a:gd name="p0y7" fmla="*/ 375 h 375"/>
              <a:gd name="p0x8" fmla="*/ 1740 w 1920"/>
              <a:gd name="p0y8" fmla="*/ 375 h 375"/>
              <a:gd name="p0x9" fmla="*/ 180 w 1920"/>
              <a:gd name="p0y9" fmla="*/ 375 h 375"/>
              <a:gd name="p0x10" fmla="*/ 80 w 1920"/>
              <a:gd name="p0y10" fmla="*/ 375 h 375"/>
              <a:gd name="p0x11" fmla="*/ 0 w 1920"/>
              <a:gd name="p0y11" fmla="*/ 294 h 375"/>
              <a:gd name="p0x12" fmla="*/ 0 w 1920"/>
              <a:gd name="p0y12" fmla="*/ 195 h 375"/>
              <a:gd name="p0x13" fmla="*/ 0 w 1920"/>
              <a:gd name="p0y13" fmla="*/ 180 h 375"/>
              <a:gd name="p0x14" fmla="*/ 0 w 1920"/>
              <a:gd name="p0y14" fmla="*/ 80 h 375"/>
              <a:gd name="p0x15" fmla="*/ 80 w 1920"/>
              <a:gd name="p0y15" fmla="*/ 0 h 375"/>
              <a:gd name="p0x16" fmla="*/ 180 w 1920"/>
              <a:gd name="p0y16" fmla="*/ 0 h 3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>
            <p:custDataLst>
              <p:tags r:id="rId15"/>
            </p:custDataLst>
          </p:nvPr>
        </p:nvSpPr>
        <p:spPr>
          <a:xfrm>
            <a:off x="1363345" y="5304545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674D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误伤高价值热点</a:t>
            </a:r>
            <a:endParaRPr sz="1200">
              <a:solidFill>
                <a:srgbClr val="674D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16"/>
            </p:custDataLst>
          </p:nvPr>
        </p:nvSpPr>
        <p:spPr>
          <a:xfrm>
            <a:off x="448945" y="5553624"/>
            <a:ext cx="50292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准入逻辑仅依赖全局空闲率，没有判断请求本身是否有复用潜力，误伤了首次出现的高价值热点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17"/>
            </p:custDataLst>
          </p:nvPr>
        </p:nvSpPr>
        <p:spPr>
          <a:xfrm>
            <a:off x="5873115" y="3131185"/>
            <a:ext cx="5419725" cy="3333750"/>
          </a:xfrm>
          <a:custGeom>
            <a:avLst/>
            <a:gdLst>
              <a:gd name="sw" fmla="*/ 1 w 8535"/>
              <a:gd name="sh" fmla="*/ 1 h 5249"/>
              <a:gd name="mins" fmla="min sw sh"/>
              <a:gd name="dsw" fmla="+- 0 sw mins"/>
              <a:gd name="dsh" fmla="+- 0 sh mins"/>
              <a:gd name="p0x0" fmla="*/ 420 w 8535"/>
              <a:gd name="p0y0" fmla="*/ 0 h 5249"/>
              <a:gd name="p0x1" fmla="*/ 8115 w 8535"/>
              <a:gd name="p0y1" fmla="*/ 0 h 5249"/>
              <a:gd name="p0x2" fmla="*/ 8346 w 8535"/>
              <a:gd name="p0y2" fmla="*/ 0 h 5249"/>
              <a:gd name="p0x3" fmla="*/ 8535 w 8535"/>
              <a:gd name="p0y3" fmla="*/ 188 h 5249"/>
              <a:gd name="p0x4" fmla="*/ 8535 w 8535"/>
              <a:gd name="p0y4" fmla="*/ 420 h 5249"/>
              <a:gd name="p0x5" fmla="*/ 8535 w 8535"/>
              <a:gd name="p0y5" fmla="*/ 4829 h 5249"/>
              <a:gd name="p0x6" fmla="*/ 8535 w 8535"/>
              <a:gd name="p0y6" fmla="*/ 5061 h 5249"/>
              <a:gd name="p0x7" fmla="*/ 8346 w 8535"/>
              <a:gd name="p0y7" fmla="*/ 5249 h 5249"/>
              <a:gd name="p0x8" fmla="*/ 8115 w 8535"/>
              <a:gd name="p0y8" fmla="*/ 5249 h 5249"/>
              <a:gd name="p0x9" fmla="*/ 420 w 8535"/>
              <a:gd name="p0y9" fmla="*/ 5249 h 5249"/>
              <a:gd name="p0x10" fmla="*/ 188 w 8535"/>
              <a:gd name="p0y10" fmla="*/ 5249 h 5249"/>
              <a:gd name="p0x11" fmla="*/ 0 w 8535"/>
              <a:gd name="p0y11" fmla="*/ 5061 h 5249"/>
              <a:gd name="p0x12" fmla="*/ 0 w 8535"/>
              <a:gd name="p0y12" fmla="*/ 4829 h 5249"/>
              <a:gd name="p0x13" fmla="*/ 0 w 8535"/>
              <a:gd name="p0y13" fmla="*/ 420 h 5249"/>
              <a:gd name="p0x14" fmla="*/ 0 w 8535"/>
              <a:gd name="p0y14" fmla="*/ 188 h 5249"/>
              <a:gd name="p0x15" fmla="*/ 188 w 8535"/>
              <a:gd name="p0y15" fmla="*/ 0 h 5249"/>
              <a:gd name="p0x16" fmla="*/ 420 w 8535"/>
              <a:gd name="p0y16" fmla="*/ 0 h 524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>
            <p:custDataLst>
              <p:tags r:id="rId18"/>
            </p:custDataLst>
          </p:nvPr>
        </p:nvSpPr>
        <p:spPr>
          <a:xfrm>
            <a:off x="6068695" y="33267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1" name="图片 7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9067" t="-3067" r="-9067" b="-3067"/>
          <a:stretch>
            <a:fillRect/>
          </a:stretch>
        </p:blipFill>
        <p:spPr>
          <a:xfrm>
            <a:off x="6137275" y="3407410"/>
            <a:ext cx="281305" cy="252730"/>
          </a:xfrm>
          <a:prstGeom prst="rect">
            <a:avLst/>
          </a:prstGeom>
        </p:spPr>
      </p:pic>
      <p:sp>
        <p:nvSpPr>
          <p:cNvPr id="72" name="文本框 71"/>
          <p:cNvSpPr txBox="1"/>
          <p:nvPr>
            <p:custDataLst>
              <p:tags r:id="rId22"/>
            </p:custDataLst>
          </p:nvPr>
        </p:nvSpPr>
        <p:spPr>
          <a:xfrm>
            <a:off x="6602095" y="3353435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核心改进思路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23"/>
            </p:custDataLst>
          </p:nvPr>
        </p:nvSpPr>
        <p:spPr>
          <a:xfrm>
            <a:off x="6068695" y="4187806"/>
            <a:ext cx="1714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新增复用状态标记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24"/>
            </p:custDataLst>
          </p:nvPr>
        </p:nvSpPr>
        <p:spPr>
          <a:xfrm>
            <a:off x="7668895" y="4194810"/>
            <a:ext cx="762000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180 w 1200"/>
              <a:gd name="p0y0" fmla="*/ 0 h 375"/>
              <a:gd name="p0x1" fmla="*/ 1020 w 1200"/>
              <a:gd name="p0y1" fmla="*/ 0 h 375"/>
              <a:gd name="p0x2" fmla="*/ 1119 w 1200"/>
              <a:gd name="p0y2" fmla="*/ 0 h 375"/>
              <a:gd name="p0x3" fmla="*/ 1200 w 1200"/>
              <a:gd name="p0y3" fmla="*/ 80 h 375"/>
              <a:gd name="p0x4" fmla="*/ 1200 w 1200"/>
              <a:gd name="p0y4" fmla="*/ 180 h 375"/>
              <a:gd name="p0x5" fmla="*/ 1200 w 1200"/>
              <a:gd name="p0y5" fmla="*/ 195 h 375"/>
              <a:gd name="p0x6" fmla="*/ 1200 w 1200"/>
              <a:gd name="p0y6" fmla="*/ 294 h 375"/>
              <a:gd name="p0x7" fmla="*/ 1119 w 1200"/>
              <a:gd name="p0y7" fmla="*/ 375 h 375"/>
              <a:gd name="p0x8" fmla="*/ 1020 w 1200"/>
              <a:gd name="p0y8" fmla="*/ 375 h 375"/>
              <a:gd name="p0x9" fmla="*/ 180 w 1200"/>
              <a:gd name="p0y9" fmla="*/ 375 h 375"/>
              <a:gd name="p0x10" fmla="*/ 80 w 1200"/>
              <a:gd name="p0y10" fmla="*/ 375 h 375"/>
              <a:gd name="p0x11" fmla="*/ 0 w 1200"/>
              <a:gd name="p0y11" fmla="*/ 294 h 375"/>
              <a:gd name="p0x12" fmla="*/ 0 w 1200"/>
              <a:gd name="p0y12" fmla="*/ 195 h 375"/>
              <a:gd name="p0x13" fmla="*/ 0 w 1200"/>
              <a:gd name="p0y13" fmla="*/ 180 h 375"/>
              <a:gd name="p0x14" fmla="*/ 0 w 1200"/>
              <a:gd name="p0y14" fmla="*/ 80 h 375"/>
              <a:gd name="p0x15" fmla="*/ 80 w 1200"/>
              <a:gd name="p0y15" fmla="*/ 0 h 375"/>
              <a:gd name="p0x16" fmla="*/ 180 w 1200"/>
              <a:gd name="p0y16" fmla="*/ 0 h 3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25"/>
            </p:custDataLst>
          </p:nvPr>
        </p:nvSpPr>
        <p:spPr>
          <a:xfrm>
            <a:off x="7745095" y="42140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关键机制</a:t>
            </a:r>
            <a:endParaRPr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26"/>
            </p:custDataLst>
          </p:nvPr>
        </p:nvSpPr>
        <p:spPr>
          <a:xfrm>
            <a:off x="6068695" y="4463079"/>
            <a:ext cx="50292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记录请求的前缀命中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数，若命中数超过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（即已有部分前缀被缓存，属于有复用潜力的请求），则允许完整缓存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27"/>
            </p:custDataLst>
          </p:nvPr>
        </p:nvSpPr>
        <p:spPr>
          <a:xfrm>
            <a:off x="6068695" y="5141201"/>
            <a:ext cx="50292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精准限制策略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28"/>
            </p:custDataLst>
          </p:nvPr>
        </p:nvSpPr>
        <p:spPr>
          <a:xfrm>
            <a:off x="6068695" y="5416474"/>
            <a:ext cx="50292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仅对完全无前缀命中的长冷请求做缓存长度限制，避免误伤有复用潜力的新热点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Request-aware</a:t>
            </a: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Length-aware Admission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53365" y="1109345"/>
            <a:ext cx="5419725" cy="1310640"/>
          </a:xfrm>
          <a:custGeom>
            <a:avLst/>
            <a:gdLst>
              <a:gd name="sw" fmla="*/ 1 w 8535"/>
              <a:gd name="sh" fmla="*/ 1 h 2063"/>
              <a:gd name="mins" fmla="min sw sh"/>
              <a:gd name="dsw" fmla="+- 0 sw mins"/>
              <a:gd name="dsh" fmla="+- 0 sh mins"/>
              <a:gd name="p0x0" fmla="*/ 420 w 8535"/>
              <a:gd name="p0y0" fmla="*/ 0 h 2063"/>
              <a:gd name="p0x1" fmla="*/ 8115 w 8535"/>
              <a:gd name="p0y1" fmla="*/ 0 h 2063"/>
              <a:gd name="p0x2" fmla="*/ 8346 w 8535"/>
              <a:gd name="p0y2" fmla="*/ 0 h 2063"/>
              <a:gd name="p0x3" fmla="*/ 8535 w 8535"/>
              <a:gd name="p0y3" fmla="*/ 188 h 2063"/>
              <a:gd name="p0x4" fmla="*/ 8535 w 8535"/>
              <a:gd name="p0y4" fmla="*/ 420 h 2063"/>
              <a:gd name="p0x5" fmla="*/ 8535 w 8535"/>
              <a:gd name="p0y5" fmla="*/ 1643 h 2063"/>
              <a:gd name="p0x6" fmla="*/ 8535 w 8535"/>
              <a:gd name="p0y6" fmla="*/ 1875 h 2063"/>
              <a:gd name="p0x7" fmla="*/ 8346 w 8535"/>
              <a:gd name="p0y7" fmla="*/ 2063 h 2063"/>
              <a:gd name="p0x8" fmla="*/ 8115 w 8535"/>
              <a:gd name="p0y8" fmla="*/ 2063 h 2063"/>
              <a:gd name="p0x9" fmla="*/ 420 w 8535"/>
              <a:gd name="p0y9" fmla="*/ 2063 h 2063"/>
              <a:gd name="p0x10" fmla="*/ 188 w 8535"/>
              <a:gd name="p0y10" fmla="*/ 2063 h 2063"/>
              <a:gd name="p0x11" fmla="*/ 0 w 8535"/>
              <a:gd name="p0y11" fmla="*/ 1875 h 2063"/>
              <a:gd name="p0x12" fmla="*/ 0 w 8535"/>
              <a:gd name="p0y12" fmla="*/ 1643 h 2063"/>
              <a:gd name="p0x13" fmla="*/ 0 w 8535"/>
              <a:gd name="p0y13" fmla="*/ 420 h 2063"/>
              <a:gd name="p0x14" fmla="*/ 0 w 8535"/>
              <a:gd name="p0y14" fmla="*/ 188 h 2063"/>
              <a:gd name="p0x15" fmla="*/ 188 w 8535"/>
              <a:gd name="p0y15" fmla="*/ 0 h 2063"/>
              <a:gd name="p0x16" fmla="*/ 420 w 8535"/>
              <a:gd name="p0y16" fmla="*/ 0 h 206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448945" y="15551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34670" y="163576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020445" y="1288732"/>
            <a:ext cx="44577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Request-aware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准入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020445" y="1661160"/>
            <a:ext cx="44577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前缀命中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≥10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的请求允许完整缓存，完全无命中的长冷请求才限制缓存长度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873115" y="1109345"/>
            <a:ext cx="5419725" cy="1310640"/>
          </a:xfrm>
          <a:custGeom>
            <a:avLst/>
            <a:gdLst>
              <a:gd name="sw" fmla="*/ 1 w 8535"/>
              <a:gd name="sh" fmla="*/ 1 h 2063"/>
              <a:gd name="mins" fmla="min sw sh"/>
              <a:gd name="dsw" fmla="+- 0 sw mins"/>
              <a:gd name="dsh" fmla="+- 0 sh mins"/>
              <a:gd name="p0x0" fmla="*/ 420 w 8535"/>
              <a:gd name="p0y0" fmla="*/ 0 h 2063"/>
              <a:gd name="p0x1" fmla="*/ 8115 w 8535"/>
              <a:gd name="p0y1" fmla="*/ 0 h 2063"/>
              <a:gd name="p0x2" fmla="*/ 8346 w 8535"/>
              <a:gd name="p0y2" fmla="*/ 0 h 2063"/>
              <a:gd name="p0x3" fmla="*/ 8535 w 8535"/>
              <a:gd name="p0y3" fmla="*/ 188 h 2063"/>
              <a:gd name="p0x4" fmla="*/ 8535 w 8535"/>
              <a:gd name="p0y4" fmla="*/ 420 h 2063"/>
              <a:gd name="p0x5" fmla="*/ 8535 w 8535"/>
              <a:gd name="p0y5" fmla="*/ 1643 h 2063"/>
              <a:gd name="p0x6" fmla="*/ 8535 w 8535"/>
              <a:gd name="p0y6" fmla="*/ 1875 h 2063"/>
              <a:gd name="p0x7" fmla="*/ 8346 w 8535"/>
              <a:gd name="p0y7" fmla="*/ 2063 h 2063"/>
              <a:gd name="p0x8" fmla="*/ 8115 w 8535"/>
              <a:gd name="p0y8" fmla="*/ 2063 h 2063"/>
              <a:gd name="p0x9" fmla="*/ 420 w 8535"/>
              <a:gd name="p0y9" fmla="*/ 2063 h 2063"/>
              <a:gd name="p0x10" fmla="*/ 188 w 8535"/>
              <a:gd name="p0y10" fmla="*/ 2063 h 2063"/>
              <a:gd name="p0x11" fmla="*/ 0 w 8535"/>
              <a:gd name="p0y11" fmla="*/ 1875 h 2063"/>
              <a:gd name="p0x12" fmla="*/ 0 w 8535"/>
              <a:gd name="p0y12" fmla="*/ 1643 h 2063"/>
              <a:gd name="p0x13" fmla="*/ 0 w 8535"/>
              <a:gd name="p0y13" fmla="*/ 420 h 2063"/>
              <a:gd name="p0x14" fmla="*/ 0 w 8535"/>
              <a:gd name="p0y14" fmla="*/ 188 h 2063"/>
              <a:gd name="p0x15" fmla="*/ 188 w 8535"/>
              <a:gd name="p0y15" fmla="*/ 0 h 2063"/>
              <a:gd name="p0x16" fmla="*/ 420 w 8535"/>
              <a:gd name="p0y16" fmla="*/ 0 h 206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6068695" y="15551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5653" r="-5653"/>
          <a:stretch>
            <a:fillRect/>
          </a:stretch>
        </p:blipFill>
        <p:spPr>
          <a:xfrm>
            <a:off x="6137275" y="1635760"/>
            <a:ext cx="281305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6640195" y="1288732"/>
            <a:ext cx="44577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Length-aware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准入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6640195" y="1661160"/>
            <a:ext cx="44577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长度低于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800token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的短请求不限制缓存，仅超过长度阈值的长冷请求在低空闲率下最多缓存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个前缀块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253365" y="2658110"/>
            <a:ext cx="5419725" cy="1606550"/>
          </a:xfrm>
          <a:custGeom>
            <a:avLst/>
            <a:gdLst>
              <a:gd name="sw" fmla="*/ 1 w 8535"/>
              <a:gd name="sh" fmla="*/ 1 h 2530"/>
              <a:gd name="mins" fmla="min sw sh"/>
              <a:gd name="dsw" fmla="+- 0 sw mins"/>
              <a:gd name="dsh" fmla="+- 0 sh mins"/>
              <a:gd name="p0x0" fmla="*/ 420 w 8535"/>
              <a:gd name="p0y0" fmla="*/ 0 h 2530"/>
              <a:gd name="p0x1" fmla="*/ 8115 w 8535"/>
              <a:gd name="p0y1" fmla="*/ 0 h 2530"/>
              <a:gd name="p0x2" fmla="*/ 8346 w 8535"/>
              <a:gd name="p0y2" fmla="*/ 0 h 2530"/>
              <a:gd name="p0x3" fmla="*/ 8535 w 8535"/>
              <a:gd name="p0y3" fmla="*/ 188 h 2530"/>
              <a:gd name="p0x4" fmla="*/ 8535 w 8535"/>
              <a:gd name="p0y4" fmla="*/ 420 h 2530"/>
              <a:gd name="p0x5" fmla="*/ 8535 w 8535"/>
              <a:gd name="p0y5" fmla="*/ 2110 h 2530"/>
              <a:gd name="p0x6" fmla="*/ 8535 w 8535"/>
              <a:gd name="p0y6" fmla="*/ 2342 h 2530"/>
              <a:gd name="p0x7" fmla="*/ 8346 w 8535"/>
              <a:gd name="p0y7" fmla="*/ 2530 h 2530"/>
              <a:gd name="p0x8" fmla="*/ 8115 w 8535"/>
              <a:gd name="p0y8" fmla="*/ 2530 h 2530"/>
              <a:gd name="p0x9" fmla="*/ 420 w 8535"/>
              <a:gd name="p0y9" fmla="*/ 2530 h 2530"/>
              <a:gd name="p0x10" fmla="*/ 188 w 8535"/>
              <a:gd name="p0y10" fmla="*/ 2530 h 2530"/>
              <a:gd name="p0x11" fmla="*/ 0 w 8535"/>
              <a:gd name="p0y11" fmla="*/ 2342 h 2530"/>
              <a:gd name="p0x12" fmla="*/ 0 w 8535"/>
              <a:gd name="p0y12" fmla="*/ 2110 h 2530"/>
              <a:gd name="p0x13" fmla="*/ 0 w 8535"/>
              <a:gd name="p0y13" fmla="*/ 420 h 2530"/>
              <a:gd name="p0x14" fmla="*/ 0 w 8535"/>
              <a:gd name="p0y14" fmla="*/ 188 h 2530"/>
              <a:gd name="p0x15" fmla="*/ 188 w 8535"/>
              <a:gd name="p0y15" fmla="*/ 0 h 2530"/>
              <a:gd name="p0x16" fmla="*/ 420 w 8535"/>
              <a:gd name="p0y16" fmla="*/ 0 h 253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448945" y="28067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381" t="-6333" r="-2381" b="-6333"/>
          <a:stretch>
            <a:fillRect/>
          </a:stretch>
        </p:blipFill>
        <p:spPr>
          <a:xfrm>
            <a:off x="515620" y="2868295"/>
            <a:ext cx="209550" cy="2146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906145" y="2820162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调参细节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448945" y="3329940"/>
            <a:ext cx="28575" cy="47625"/>
          </a:xfrm>
          <a:custGeom>
            <a:avLst/>
            <a:gdLst>
              <a:gd name="sw" fmla="*/ 1 w 45"/>
              <a:gd name="sh" fmla="*/ 1 h 75"/>
              <a:gd name="mins" fmla="min sw sh"/>
              <a:gd name="dsw" fmla="+- 0 sw mins"/>
              <a:gd name="dsh" fmla="+- 0 sh mins"/>
              <a:gd name="p0x0" fmla="*/ 22 w 45"/>
              <a:gd name="p0y0" fmla="*/ 0 h 75"/>
              <a:gd name="p0x1" fmla="*/ 35 w 45"/>
              <a:gd name="p0y1" fmla="*/ 0 h 75"/>
              <a:gd name="p0x2" fmla="*/ 45 w 45"/>
              <a:gd name="p0y2" fmla="*/ 16 h 75"/>
              <a:gd name="p0x3" fmla="*/ 45 w 45"/>
              <a:gd name="p0y3" fmla="*/ 37 h 75"/>
              <a:gd name="p0x4" fmla="*/ 45 w 45"/>
              <a:gd name="p0y4" fmla="*/ 58 h 75"/>
              <a:gd name="p0x5" fmla="*/ 35 w 45"/>
              <a:gd name="p0y5" fmla="*/ 75 h 75"/>
              <a:gd name="p0x6" fmla="*/ 22 w 45"/>
              <a:gd name="p0y6" fmla="*/ 75 h 75"/>
              <a:gd name="p0x7" fmla="*/ 10 w 45"/>
              <a:gd name="p0y7" fmla="*/ 75 h 75"/>
              <a:gd name="p0x8" fmla="*/ 0 w 45"/>
              <a:gd name="p0y8" fmla="*/ 58 h 75"/>
              <a:gd name="p0x9" fmla="*/ 0 w 45"/>
              <a:gd name="p0y9" fmla="*/ 37 h 75"/>
              <a:gd name="p0x10" fmla="*/ 0 w 45"/>
              <a:gd name="p0y10" fmla="*/ 16 h 75"/>
              <a:gd name="p0x11" fmla="*/ 10 w 45"/>
              <a:gd name="p0y11" fmla="*/ 0 h 75"/>
              <a:gd name="p0x12" fmla="*/ 22 w 45"/>
              <a:gd name="p0y12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554320" y="3201905"/>
            <a:ext cx="492383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长度阈值测试了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1200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三个值，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800token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时既能覆盖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90%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的普通短请求，又能识别出长冷请求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448945" y="3794760"/>
            <a:ext cx="29845" cy="47625"/>
          </a:xfrm>
          <a:custGeom>
            <a:avLst/>
            <a:gdLst>
              <a:gd name="sw" fmla="*/ 1 w 47"/>
              <a:gd name="sh" fmla="*/ 1 h 75"/>
              <a:gd name="mins" fmla="min sw sh"/>
              <a:gd name="dsw" fmla="+- 0 sw mins"/>
              <a:gd name="dsh" fmla="+- 0 sh mins"/>
              <a:gd name="p0x0" fmla="*/ 23 w 47"/>
              <a:gd name="p0y0" fmla="*/ 0 h 75"/>
              <a:gd name="p0x1" fmla="*/ 23 w 47"/>
              <a:gd name="p0y1" fmla="*/ 0 h 75"/>
              <a:gd name="p0x2" fmla="*/ 36 w 47"/>
              <a:gd name="p0y2" fmla="*/ 0 h 75"/>
              <a:gd name="p0x3" fmla="*/ 47 w 47"/>
              <a:gd name="p0y3" fmla="*/ 16 h 75"/>
              <a:gd name="p0x4" fmla="*/ 47 w 47"/>
              <a:gd name="p0y4" fmla="*/ 37 h 75"/>
              <a:gd name="p0x5" fmla="*/ 47 w 47"/>
              <a:gd name="p0y5" fmla="*/ 58 h 75"/>
              <a:gd name="p0x6" fmla="*/ 36 w 47"/>
              <a:gd name="p0y6" fmla="*/ 75 h 75"/>
              <a:gd name="p0x7" fmla="*/ 23 w 47"/>
              <a:gd name="p0y7" fmla="*/ 75 h 75"/>
              <a:gd name="p0x8" fmla="*/ 23 w 47"/>
              <a:gd name="p0y8" fmla="*/ 75 h 75"/>
              <a:gd name="p0x9" fmla="*/ 10 w 47"/>
              <a:gd name="p0y9" fmla="*/ 75 h 75"/>
              <a:gd name="p0x10" fmla="*/ 0 w 47"/>
              <a:gd name="p0y10" fmla="*/ 58 h 75"/>
              <a:gd name="p0x11" fmla="*/ 0 w 47"/>
              <a:gd name="p0y11" fmla="*/ 37 h 75"/>
              <a:gd name="p0x12" fmla="*/ 0 w 47"/>
              <a:gd name="p0y12" fmla="*/ 16 h 75"/>
              <a:gd name="p0x13" fmla="*/ 10 w 47"/>
              <a:gd name="p0y13" fmla="*/ 0 h 75"/>
              <a:gd name="p0x14" fmla="*/ 23 w 47"/>
              <a:gd name="p0y14" fmla="*/ 0 h 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555130" y="3666401"/>
            <a:ext cx="492301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锚点块数测试了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四个值，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块时既能限制冷块污染，又不会截断大多数热点的公共前缀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5873115" y="2658110"/>
            <a:ext cx="5419725" cy="1606550"/>
          </a:xfrm>
          <a:custGeom>
            <a:avLst/>
            <a:gdLst>
              <a:gd name="sw" fmla="*/ 1 w 8535"/>
              <a:gd name="sh" fmla="*/ 1 h 2530"/>
              <a:gd name="mins" fmla="min sw sh"/>
              <a:gd name="dsw" fmla="+- 0 sw mins"/>
              <a:gd name="dsh" fmla="+- 0 sh mins"/>
              <a:gd name="p0x0" fmla="*/ 420 w 8535"/>
              <a:gd name="p0y0" fmla="*/ 0 h 2530"/>
              <a:gd name="p0x1" fmla="*/ 8115 w 8535"/>
              <a:gd name="p0y1" fmla="*/ 0 h 2530"/>
              <a:gd name="p0x2" fmla="*/ 8346 w 8535"/>
              <a:gd name="p0y2" fmla="*/ 0 h 2530"/>
              <a:gd name="p0x3" fmla="*/ 8535 w 8535"/>
              <a:gd name="p0y3" fmla="*/ 188 h 2530"/>
              <a:gd name="p0x4" fmla="*/ 8535 w 8535"/>
              <a:gd name="p0y4" fmla="*/ 420 h 2530"/>
              <a:gd name="p0x5" fmla="*/ 8535 w 8535"/>
              <a:gd name="p0y5" fmla="*/ 2110 h 2530"/>
              <a:gd name="p0x6" fmla="*/ 8535 w 8535"/>
              <a:gd name="p0y6" fmla="*/ 2342 h 2530"/>
              <a:gd name="p0x7" fmla="*/ 8346 w 8535"/>
              <a:gd name="p0y7" fmla="*/ 2530 h 2530"/>
              <a:gd name="p0x8" fmla="*/ 8115 w 8535"/>
              <a:gd name="p0y8" fmla="*/ 2530 h 2530"/>
              <a:gd name="p0x9" fmla="*/ 420 w 8535"/>
              <a:gd name="p0y9" fmla="*/ 2530 h 2530"/>
              <a:gd name="p0x10" fmla="*/ 188 w 8535"/>
              <a:gd name="p0y10" fmla="*/ 2530 h 2530"/>
              <a:gd name="p0x11" fmla="*/ 0 w 8535"/>
              <a:gd name="p0y11" fmla="*/ 2342 h 2530"/>
              <a:gd name="p0x12" fmla="*/ 0 w 8535"/>
              <a:gd name="p0y12" fmla="*/ 2110 h 2530"/>
              <a:gd name="p0x13" fmla="*/ 0 w 8535"/>
              <a:gd name="p0y13" fmla="*/ 420 h 2530"/>
              <a:gd name="p0x14" fmla="*/ 0 w 8535"/>
              <a:gd name="p0y14" fmla="*/ 188 h 2530"/>
              <a:gd name="p0x15" fmla="*/ 188 w 8535"/>
              <a:gd name="p0y15" fmla="*/ 0 h 2530"/>
              <a:gd name="p0x16" fmla="*/ 420 w 8535"/>
              <a:gd name="p0y16" fmla="*/ 0 h 253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6068695" y="28530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4889" t="-9123" r="-4889" b="-9123"/>
          <a:stretch>
            <a:fillRect/>
          </a:stretch>
        </p:blipFill>
        <p:spPr>
          <a:xfrm>
            <a:off x="6161405" y="2915285"/>
            <a:ext cx="156845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6525895" y="2866968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最终参数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6068695" y="3163570"/>
            <a:ext cx="2457450" cy="1053465"/>
          </a:xfrm>
          <a:custGeom>
            <a:avLst/>
            <a:gdLst>
              <a:gd name="sw" fmla="*/ 1 w 3870"/>
              <a:gd name="sh" fmla="*/ 1 h 1658"/>
              <a:gd name="mins" fmla="min sw sh"/>
              <a:gd name="dsw" fmla="+- 0 sw mins"/>
              <a:gd name="dsh" fmla="+- 0 sh mins"/>
              <a:gd name="p0x0" fmla="*/ 300 w 3870"/>
              <a:gd name="p0y0" fmla="*/ 0 h 1658"/>
              <a:gd name="p0x1" fmla="*/ 3570 w 3870"/>
              <a:gd name="p0y1" fmla="*/ 0 h 1658"/>
              <a:gd name="p0x2" fmla="*/ 3735 w 3870"/>
              <a:gd name="p0y2" fmla="*/ 0 h 1658"/>
              <a:gd name="p0x3" fmla="*/ 3870 w 3870"/>
              <a:gd name="p0y3" fmla="*/ 134 h 1658"/>
              <a:gd name="p0x4" fmla="*/ 3870 w 3870"/>
              <a:gd name="p0y4" fmla="*/ 300 h 1658"/>
              <a:gd name="p0x5" fmla="*/ 3870 w 3870"/>
              <a:gd name="p0y5" fmla="*/ 1358 h 1658"/>
              <a:gd name="p0x6" fmla="*/ 3870 w 3870"/>
              <a:gd name="p0y6" fmla="*/ 1524 h 1658"/>
              <a:gd name="p0x7" fmla="*/ 3735 w 3870"/>
              <a:gd name="p0y7" fmla="*/ 1658 h 1658"/>
              <a:gd name="p0x8" fmla="*/ 3570 w 3870"/>
              <a:gd name="p0y8" fmla="*/ 1658 h 1658"/>
              <a:gd name="p0x9" fmla="*/ 300 w 3870"/>
              <a:gd name="p0y9" fmla="*/ 1658 h 1658"/>
              <a:gd name="p0x10" fmla="*/ 134 w 3870"/>
              <a:gd name="p0y10" fmla="*/ 1658 h 1658"/>
              <a:gd name="p0x11" fmla="*/ 0 w 3870"/>
              <a:gd name="p0y11" fmla="*/ 1524 h 1658"/>
              <a:gd name="p0x12" fmla="*/ 0 w 3870"/>
              <a:gd name="p0y12" fmla="*/ 1358 h 1658"/>
              <a:gd name="p0x13" fmla="*/ 0 w 3870"/>
              <a:gd name="p0y13" fmla="*/ 300 h 1658"/>
              <a:gd name="p0x14" fmla="*/ 0 w 3870"/>
              <a:gd name="p0y14" fmla="*/ 134 h 1658"/>
              <a:gd name="p0x15" fmla="*/ 134 w 3870"/>
              <a:gd name="p0y15" fmla="*/ 0 h 1658"/>
              <a:gd name="p0x16" fmla="*/ 300 w 3870"/>
              <a:gd name="p0y16" fmla="*/ 0 h 1658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6545916" y="3242777"/>
            <a:ext cx="2036417" cy="651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42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</a:t>
            </a:r>
            <a:r>
              <a:rPr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endParaRPr sz="15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4"/>
            </p:custDataLst>
          </p:nvPr>
        </p:nvSpPr>
        <p:spPr>
          <a:xfrm>
            <a:off x="6992544" y="3902802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长度阈值</a:t>
            </a:r>
            <a:endParaRPr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8640445" y="3163570"/>
            <a:ext cx="2457450" cy="1053465"/>
          </a:xfrm>
          <a:custGeom>
            <a:avLst/>
            <a:gdLst>
              <a:gd name="sw" fmla="*/ 1 w 3870"/>
              <a:gd name="sh" fmla="*/ 1 h 1658"/>
              <a:gd name="mins" fmla="min sw sh"/>
              <a:gd name="dsw" fmla="+- 0 sw mins"/>
              <a:gd name="dsh" fmla="+- 0 sh mins"/>
              <a:gd name="p0x0" fmla="*/ 300 w 3870"/>
              <a:gd name="p0y0" fmla="*/ 0 h 1658"/>
              <a:gd name="p0x1" fmla="*/ 3570 w 3870"/>
              <a:gd name="p0y1" fmla="*/ 0 h 1658"/>
              <a:gd name="p0x2" fmla="*/ 3735 w 3870"/>
              <a:gd name="p0y2" fmla="*/ 0 h 1658"/>
              <a:gd name="p0x3" fmla="*/ 3870 w 3870"/>
              <a:gd name="p0y3" fmla="*/ 134 h 1658"/>
              <a:gd name="p0x4" fmla="*/ 3870 w 3870"/>
              <a:gd name="p0y4" fmla="*/ 300 h 1658"/>
              <a:gd name="p0x5" fmla="*/ 3870 w 3870"/>
              <a:gd name="p0y5" fmla="*/ 1358 h 1658"/>
              <a:gd name="p0x6" fmla="*/ 3870 w 3870"/>
              <a:gd name="p0y6" fmla="*/ 1524 h 1658"/>
              <a:gd name="p0x7" fmla="*/ 3735 w 3870"/>
              <a:gd name="p0y7" fmla="*/ 1658 h 1658"/>
              <a:gd name="p0x8" fmla="*/ 3570 w 3870"/>
              <a:gd name="p0y8" fmla="*/ 1658 h 1658"/>
              <a:gd name="p0x9" fmla="*/ 300 w 3870"/>
              <a:gd name="p0y9" fmla="*/ 1658 h 1658"/>
              <a:gd name="p0x10" fmla="*/ 134 w 3870"/>
              <a:gd name="p0y10" fmla="*/ 1658 h 1658"/>
              <a:gd name="p0x11" fmla="*/ 0 w 3870"/>
              <a:gd name="p0y11" fmla="*/ 1524 h 1658"/>
              <a:gd name="p0x12" fmla="*/ 0 w 3870"/>
              <a:gd name="p0y12" fmla="*/ 1358 h 1658"/>
              <a:gd name="p0x13" fmla="*/ 0 w 3870"/>
              <a:gd name="p0y13" fmla="*/ 300 h 1658"/>
              <a:gd name="p0x14" fmla="*/ 0 w 3870"/>
              <a:gd name="p0y14" fmla="*/ 134 h 1658"/>
              <a:gd name="p0x15" fmla="*/ 134 w 3870"/>
              <a:gd name="p0y15" fmla="*/ 0 h 1658"/>
              <a:gd name="p0x16" fmla="*/ 300 w 3870"/>
              <a:gd name="p0y16" fmla="*/ 0 h 1658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6"/>
            </p:custDataLst>
          </p:nvPr>
        </p:nvSpPr>
        <p:spPr>
          <a:xfrm>
            <a:off x="9441069" y="3242777"/>
            <a:ext cx="1389612" cy="651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42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</a:t>
            </a:r>
            <a:endParaRPr sz="15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9564294" y="3902802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锚点块数</a:t>
            </a:r>
            <a:endParaRPr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253365" y="4464685"/>
            <a:ext cx="11039475" cy="2007235"/>
          </a:xfrm>
          <a:custGeom>
            <a:avLst/>
            <a:gdLst>
              <a:gd name="sw" fmla="*/ 1 w 17385"/>
              <a:gd name="sh" fmla="*/ 1 h 3160"/>
              <a:gd name="mins" fmla="min sw sh"/>
              <a:gd name="dsw" fmla="+- 0 sw mins"/>
              <a:gd name="dsh" fmla="+- 0 sh mins"/>
              <a:gd name="p0x0" fmla="*/ 420 w 17385"/>
              <a:gd name="p0y0" fmla="*/ 0 h 3160"/>
              <a:gd name="p0x1" fmla="*/ 16965 w 17385"/>
              <a:gd name="p0y1" fmla="*/ 0 h 3160"/>
              <a:gd name="p0x2" fmla="*/ 17196 w 17385"/>
              <a:gd name="p0y2" fmla="*/ 0 h 3160"/>
              <a:gd name="p0x3" fmla="*/ 17385 w 17385"/>
              <a:gd name="p0y3" fmla="*/ 188 h 3160"/>
              <a:gd name="p0x4" fmla="*/ 17385 w 17385"/>
              <a:gd name="p0y4" fmla="*/ 420 h 3160"/>
              <a:gd name="p0x5" fmla="*/ 17385 w 17385"/>
              <a:gd name="p0y5" fmla="*/ 2740 h 3160"/>
              <a:gd name="p0x6" fmla="*/ 17385 w 17385"/>
              <a:gd name="p0y6" fmla="*/ 2972 h 3160"/>
              <a:gd name="p0x7" fmla="*/ 17196 w 17385"/>
              <a:gd name="p0y7" fmla="*/ 3160 h 3160"/>
              <a:gd name="p0x8" fmla="*/ 16965 w 17385"/>
              <a:gd name="p0y8" fmla="*/ 3160 h 3160"/>
              <a:gd name="p0x9" fmla="*/ 420 w 17385"/>
              <a:gd name="p0y9" fmla="*/ 3160 h 3160"/>
              <a:gd name="p0x10" fmla="*/ 188 w 17385"/>
              <a:gd name="p0y10" fmla="*/ 3160 h 3160"/>
              <a:gd name="p0x11" fmla="*/ 0 w 17385"/>
              <a:gd name="p0y11" fmla="*/ 2972 h 3160"/>
              <a:gd name="p0x12" fmla="*/ 0 w 17385"/>
              <a:gd name="p0y12" fmla="*/ 2740 h 3160"/>
              <a:gd name="p0x13" fmla="*/ 0 w 17385"/>
              <a:gd name="p0y13" fmla="*/ 420 h 3160"/>
              <a:gd name="p0x14" fmla="*/ 0 w 17385"/>
              <a:gd name="p0y14" fmla="*/ 188 h 3160"/>
              <a:gd name="p0x15" fmla="*/ 188 w 17385"/>
              <a:gd name="p0y15" fmla="*/ 0 h 3160"/>
              <a:gd name="p0x16" fmla="*/ 420 w 17385"/>
              <a:gd name="p0y16" fmla="*/ 0 h 31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9"/>
            </p:custDataLst>
          </p:nvPr>
        </p:nvSpPr>
        <p:spPr>
          <a:xfrm>
            <a:off x="448945" y="4660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515620" y="4721860"/>
            <a:ext cx="209550" cy="21463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3"/>
            </p:custDataLst>
          </p:nvPr>
        </p:nvSpPr>
        <p:spPr>
          <a:xfrm>
            <a:off x="906145" y="4673889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优化效果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4"/>
            </p:custDataLst>
          </p:nvPr>
        </p:nvSpPr>
        <p:spPr>
          <a:xfrm>
            <a:off x="993651" y="5330657"/>
            <a:ext cx="1136971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sz="24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4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5"/>
            </p:custDataLst>
          </p:nvPr>
        </p:nvSpPr>
        <p:spPr>
          <a:xfrm>
            <a:off x="857253" y="5811669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冷长尾块减少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>
            <p:custDataLst>
              <p:tags r:id="rId46"/>
            </p:custDataLst>
          </p:nvPr>
        </p:nvSpPr>
        <p:spPr>
          <a:xfrm>
            <a:off x="2446655" y="5506720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7"/>
            </p:custDataLst>
          </p:nvPr>
        </p:nvSpPr>
        <p:spPr>
          <a:xfrm>
            <a:off x="3291634" y="5330657"/>
            <a:ext cx="1374724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sz="24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4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8"/>
            </p:custDataLst>
          </p:nvPr>
        </p:nvSpPr>
        <p:spPr>
          <a:xfrm>
            <a:off x="3016971" y="5811669"/>
            <a:ext cx="17145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热点首次请求完整率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49"/>
            </p:custDataLst>
          </p:nvPr>
        </p:nvSpPr>
        <p:spPr>
          <a:xfrm>
            <a:off x="5120640" y="5506720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50"/>
            </p:custDataLst>
          </p:nvPr>
        </p:nvSpPr>
        <p:spPr>
          <a:xfrm>
            <a:off x="5913171" y="5330657"/>
            <a:ext cx="1136971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sz="24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4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1"/>
            </p:custDataLst>
          </p:nvPr>
        </p:nvSpPr>
        <p:spPr>
          <a:xfrm>
            <a:off x="5691048" y="5811669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后续回访命中率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52"/>
            </p:custDataLst>
          </p:nvPr>
        </p:nvSpPr>
        <p:spPr>
          <a:xfrm>
            <a:off x="7451725" y="5506720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3"/>
            </p:custDataLst>
          </p:nvPr>
        </p:nvSpPr>
        <p:spPr>
          <a:xfrm>
            <a:off x="8022215" y="5133546"/>
            <a:ext cx="2667000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热点家族首次请求的缓存完整率从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升到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，后续回访命中率稳定保持在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85%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以上，不会出现误伤导致的命中率下降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V7 Phased Hot Revisit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253365" y="1109345"/>
            <a:ext cx="4842510" cy="4314825"/>
          </a:xfrm>
          <a:custGeom>
            <a:avLst/>
            <a:gdLst>
              <a:gd name="sw" fmla="*/ 1 w 7625"/>
              <a:gd name="sh" fmla="*/ 1 h 6795"/>
              <a:gd name="mins" fmla="min sw sh"/>
              <a:gd name="dsw" fmla="+- 0 sw mins"/>
              <a:gd name="dsh" fmla="+- 0 sh mins"/>
              <a:gd name="p0x0" fmla="*/ 420 w 7625"/>
              <a:gd name="p0y0" fmla="*/ 0 h 6795"/>
              <a:gd name="p0x1" fmla="*/ 7205 w 7625"/>
              <a:gd name="p0y1" fmla="*/ 0 h 6795"/>
              <a:gd name="p0x2" fmla="*/ 7437 w 7625"/>
              <a:gd name="p0y2" fmla="*/ 0 h 6795"/>
              <a:gd name="p0x3" fmla="*/ 7625 w 7625"/>
              <a:gd name="p0y3" fmla="*/ 188 h 6795"/>
              <a:gd name="p0x4" fmla="*/ 7625 w 7625"/>
              <a:gd name="p0y4" fmla="*/ 420 h 6795"/>
              <a:gd name="p0x5" fmla="*/ 7625 w 7625"/>
              <a:gd name="p0y5" fmla="*/ 6375 h 6795"/>
              <a:gd name="p0x6" fmla="*/ 7625 w 7625"/>
              <a:gd name="p0y6" fmla="*/ 6606 h 6795"/>
              <a:gd name="p0x7" fmla="*/ 7437 w 7625"/>
              <a:gd name="p0y7" fmla="*/ 6795 h 6795"/>
              <a:gd name="p0x8" fmla="*/ 7205 w 7625"/>
              <a:gd name="p0y8" fmla="*/ 6795 h 6795"/>
              <a:gd name="p0x9" fmla="*/ 420 w 7625"/>
              <a:gd name="p0y9" fmla="*/ 6795 h 6795"/>
              <a:gd name="p0x10" fmla="*/ 188 w 7625"/>
              <a:gd name="p0y10" fmla="*/ 6795 h 6795"/>
              <a:gd name="p0x11" fmla="*/ 0 w 7625"/>
              <a:gd name="p0y11" fmla="*/ 6606 h 6795"/>
              <a:gd name="p0x12" fmla="*/ 0 w 7625"/>
              <a:gd name="p0y12" fmla="*/ 6375 h 6795"/>
              <a:gd name="p0x13" fmla="*/ 0 w 7625"/>
              <a:gd name="p0y13" fmla="*/ 420 h 6795"/>
              <a:gd name="p0x14" fmla="*/ 0 w 7625"/>
              <a:gd name="p0y14" fmla="*/ 188 h 6795"/>
              <a:gd name="p0x15" fmla="*/ 188 w 7625"/>
              <a:gd name="p0y15" fmla="*/ 0 h 6795"/>
              <a:gd name="p0x16" fmla="*/ 420 w 7625"/>
              <a:gd name="p0y16" fmla="*/ 0 h 67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562654" y="1288732"/>
            <a:ext cx="4224556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 vs family_protect 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核心指标对比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448945" y="2082800"/>
          <a:ext cx="4448175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253365" y="5624195"/>
            <a:ext cx="4842510" cy="847725"/>
          </a:xfrm>
          <a:custGeom>
            <a:avLst/>
            <a:gdLst>
              <a:gd name="sw" fmla="*/ 1 w 7625"/>
              <a:gd name="sh" fmla="*/ 1 h 1335"/>
              <a:gd name="mins" fmla="min sw sh"/>
              <a:gd name="dsw" fmla="+- 0 sw mins"/>
              <a:gd name="dsh" fmla="+- 0 sh mins"/>
              <a:gd name="p0x0" fmla="*/ 420 w 7625"/>
              <a:gd name="p0y0" fmla="*/ 0 h 1335"/>
              <a:gd name="p0x1" fmla="*/ 7205 w 7625"/>
              <a:gd name="p0y1" fmla="*/ 0 h 1335"/>
              <a:gd name="p0x2" fmla="*/ 7437 w 7625"/>
              <a:gd name="p0y2" fmla="*/ 0 h 1335"/>
              <a:gd name="p0x3" fmla="*/ 7625 w 7625"/>
              <a:gd name="p0y3" fmla="*/ 188 h 1335"/>
              <a:gd name="p0x4" fmla="*/ 7625 w 7625"/>
              <a:gd name="p0y4" fmla="*/ 420 h 1335"/>
              <a:gd name="p0x5" fmla="*/ 7625 w 7625"/>
              <a:gd name="p0y5" fmla="*/ 915 h 1335"/>
              <a:gd name="p0x6" fmla="*/ 7625 w 7625"/>
              <a:gd name="p0y6" fmla="*/ 1146 h 1335"/>
              <a:gd name="p0x7" fmla="*/ 7437 w 7625"/>
              <a:gd name="p0y7" fmla="*/ 1335 h 1335"/>
              <a:gd name="p0x8" fmla="*/ 7205 w 7625"/>
              <a:gd name="p0y8" fmla="*/ 1335 h 1335"/>
              <a:gd name="p0x9" fmla="*/ 420 w 7625"/>
              <a:gd name="p0y9" fmla="*/ 1335 h 1335"/>
              <a:gd name="p0x10" fmla="*/ 188 w 7625"/>
              <a:gd name="p0y10" fmla="*/ 1335 h 1335"/>
              <a:gd name="p0x11" fmla="*/ 0 w 7625"/>
              <a:gd name="p0y11" fmla="*/ 1146 h 1335"/>
              <a:gd name="p0x12" fmla="*/ 0 w 7625"/>
              <a:gd name="p0y12" fmla="*/ 915 h 1335"/>
              <a:gd name="p0x13" fmla="*/ 0 w 7625"/>
              <a:gd name="p0y13" fmla="*/ 420 h 1335"/>
              <a:gd name="p0x14" fmla="*/ 0 w 7625"/>
              <a:gd name="p0y14" fmla="*/ 188 h 1335"/>
              <a:gd name="p0x15" fmla="*/ 188 w 7625"/>
              <a:gd name="p0y15" fmla="*/ 0 h 1335"/>
              <a:gd name="p0x16" fmla="*/ 420 w 7625"/>
              <a:gd name="p0y16" fmla="*/ 0 h 13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578133" y="5735003"/>
            <a:ext cx="215235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rebuilt-from-eviction </a:t>
            </a:r>
            <a:r>
              <a:rPr lang="zh-CN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降幅</a:t>
            </a:r>
            <a:endParaRPr lang="zh-CN"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965086" y="5950267"/>
            <a:ext cx="1378372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 → 0</a:t>
            </a:r>
            <a:endParaRPr sz="24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2835910" y="5857875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3256886" y="5735003"/>
            <a:ext cx="166717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hit tokens </a:t>
            </a:r>
            <a:r>
              <a:rPr lang="zh-CN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提升</a:t>
            </a:r>
            <a:endParaRPr lang="zh-CN"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3261868" y="5950267"/>
            <a:ext cx="171048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+752</a:t>
            </a:r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(+9.8%)</a:t>
            </a:r>
            <a:endParaRPr sz="13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5372100" y="11093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a3dx" fmla="*/ dsw 9388 1"/>
              <a:gd name="p0a3dy" fmla="*/ dsh 2167 1"/>
              <a:gd name="p0x0" fmla="*/ 420 w 9324"/>
              <a:gd name="p0y0" fmla="*/ 0 h 2604"/>
              <a:gd name="p0x1" fmla="*/ 8904 w 9324"/>
              <a:gd name="p0y1" fmla="*/ 0 h 2604"/>
              <a:gd name="p0x2" fmla="*/ 9135 w 9324"/>
              <a:gd name="p0y2" fmla="*/ 0 h 2604"/>
              <a:gd name="p0x3" fmla="*/ 9324 w 9324"/>
              <a:gd name="p0y3" fmla="*/ 188 h 2604"/>
              <a:gd name="p0x4" fmla="*/ 9324 w 9324"/>
              <a:gd name="p0y4" fmla="*/ 420 h 2604"/>
              <a:gd name="p0x5s" fmla="*/ 9324 mins 1"/>
              <a:gd name="p0x5" fmla="+- p0x5s p0a3dx 0"/>
              <a:gd name="p0y5s" fmla="*/ 2184 mins 1"/>
              <a:gd name="p0y5" fmla="+- p0y5s p0a3dy 0"/>
              <a:gd name="p0x6s" fmla="*/ 9324 mins 1"/>
              <a:gd name="p0x6" fmla="+- p0x6s p0a3dx 0"/>
              <a:gd name="p0y6s" fmla="*/ 2416 mins 1"/>
              <a:gd name="p0y6" fmla="+- p0y6s p0a3dy 0"/>
              <a:gd name="p0x7s" fmla="*/ 9135 mins 1"/>
              <a:gd name="p0x7" fmla="+- p0x7s p0a3dx 0"/>
              <a:gd name="p0y7s" fmla="*/ 2604 mins 1"/>
              <a:gd name="p0y7" fmla="+- p0y7s p0a3dy 0"/>
              <a:gd name="p0x8s" fmla="*/ 8904 mins 1"/>
              <a:gd name="p0x8" fmla="+- p0x8s p0a3dx 0"/>
              <a:gd name="p0y8s" fmla="*/ 2604 mins 1"/>
              <a:gd name="p0y8" fmla="+- p0y8s p0a3dy 0"/>
              <a:gd name="p0x9" fmla="*/ 420 w 9324"/>
              <a:gd name="p0y9" fmla="*/ 2604 h 2604"/>
              <a:gd name="p0x10" fmla="*/ 188 w 9324"/>
              <a:gd name="p0y10" fmla="*/ 2604 h 2604"/>
              <a:gd name="p0x11" fmla="*/ 0 w 9324"/>
              <a:gd name="p0y11" fmla="*/ 2416 h 2604"/>
              <a:gd name="p0x12" fmla="*/ 0 w 9324"/>
              <a:gd name="p0y12" fmla="*/ 2184 h 2604"/>
              <a:gd name="p0x13" fmla="*/ 0 w 9324"/>
              <a:gd name="p0y13" fmla="*/ 420 h 2604"/>
              <a:gd name="p0x14" fmla="*/ 0 w 9324"/>
              <a:gd name="p0y14" fmla="*/ 188 h 2604"/>
              <a:gd name="p0x15" fmla="*/ 188 w 9324"/>
              <a:gd name="p0y15" fmla="*/ 0 h 2604"/>
              <a:gd name="p0x16" fmla="*/ 420 w 9324"/>
              <a:gd name="p0y16" fmla="*/ 0 h 260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5567045" y="17265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5652770" y="1807845"/>
            <a:ext cx="247650" cy="2520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139161" y="1429969"/>
            <a:ext cx="49587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6139161" y="1803349"/>
            <a:ext cx="49587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验证项目最关心的链路：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hot warmup → cold pressure evicts hot prefix → hot revisit pays recompute</a:t>
            </a:r>
            <a:endParaRPr lang="en-US" altLang="zh-CN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5372100" y="29635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420 w 9324"/>
              <a:gd name="p0y0" fmla="*/ 0 h 2604"/>
              <a:gd name="p0x1" fmla="*/ 8904 w 9324"/>
              <a:gd name="p0y1" fmla="*/ 0 h 2604"/>
              <a:gd name="p0x2" fmla="*/ 9135 w 9324"/>
              <a:gd name="p0y2" fmla="*/ 0 h 2604"/>
              <a:gd name="p0x3" fmla="*/ 9324 w 9324"/>
              <a:gd name="p0y3" fmla="*/ 188 h 2604"/>
              <a:gd name="p0x4" fmla="*/ 9324 w 9324"/>
              <a:gd name="p0y4" fmla="*/ 420 h 2604"/>
              <a:gd name="p0x5" fmla="*/ 9324 w 9324"/>
              <a:gd name="p0y5" fmla="*/ 2184 h 2604"/>
              <a:gd name="p0x6" fmla="*/ 9324 w 9324"/>
              <a:gd name="p0y6" fmla="*/ 2416 h 2604"/>
              <a:gd name="p0x7" fmla="*/ 9135 w 9324"/>
              <a:gd name="p0y7" fmla="*/ 2604 h 2604"/>
              <a:gd name="p0x8" fmla="*/ 8904 w 9324"/>
              <a:gd name="p0y8" fmla="*/ 2604 h 2604"/>
              <a:gd name="p0x9" fmla="*/ 420 w 9324"/>
              <a:gd name="p0y9" fmla="*/ 2604 h 2604"/>
              <a:gd name="p0x10" fmla="*/ 188 w 9324"/>
              <a:gd name="p0y10" fmla="*/ 2604 h 2604"/>
              <a:gd name="p0x11" fmla="*/ 0 w 9324"/>
              <a:gd name="p0y11" fmla="*/ 2416 h 2604"/>
              <a:gd name="p0x12" fmla="*/ 0 w 9324"/>
              <a:gd name="p0y12" fmla="*/ 2184 h 2604"/>
              <a:gd name="p0x13" fmla="*/ 0 w 9324"/>
              <a:gd name="p0y13" fmla="*/ 420 h 2604"/>
              <a:gd name="p0x14" fmla="*/ 0 w 9324"/>
              <a:gd name="p0y14" fmla="*/ 188 h 2604"/>
              <a:gd name="p0x15" fmla="*/ 188 w 9324"/>
              <a:gd name="p0y15" fmla="*/ 0 h 2604"/>
              <a:gd name="p0x16" fmla="*/ 420 w 9324"/>
              <a:gd name="p0y16" fmla="*/ 0 h 260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5567045" y="35807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00" t="-10152" r="-2000" b="-10152"/>
          <a:stretch>
            <a:fillRect/>
          </a:stretch>
        </p:blipFill>
        <p:spPr>
          <a:xfrm>
            <a:off x="5652770" y="3662045"/>
            <a:ext cx="247650" cy="2520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6139161" y="2979420"/>
            <a:ext cx="49587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典型结果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6139161" y="3352800"/>
            <a:ext cx="4958734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rebuilt-from-eviction blocks = 47, prefix hit tokens = 7680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family_protect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rebuilt-from-eviction blocks = 0, prefix hit tokens = 8432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5372100" y="48177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420 w 9324"/>
              <a:gd name="p0y0" fmla="*/ 0 h 2604"/>
              <a:gd name="p0x1" fmla="*/ 8904 w 9324"/>
              <a:gd name="p0y1" fmla="*/ 0 h 2604"/>
              <a:gd name="p0x2" fmla="*/ 9135 w 9324"/>
              <a:gd name="p0y2" fmla="*/ 0 h 2604"/>
              <a:gd name="p0x3" fmla="*/ 9324 w 9324"/>
              <a:gd name="p0y3" fmla="*/ 188 h 2604"/>
              <a:gd name="p0x4" fmla="*/ 9324 w 9324"/>
              <a:gd name="p0y4" fmla="*/ 420 h 2604"/>
              <a:gd name="p0x5" fmla="*/ 9324 w 9324"/>
              <a:gd name="p0y5" fmla="*/ 2184 h 2604"/>
              <a:gd name="p0x6" fmla="*/ 9324 w 9324"/>
              <a:gd name="p0y6" fmla="*/ 2416 h 2604"/>
              <a:gd name="p0x7" fmla="*/ 9135 w 9324"/>
              <a:gd name="p0y7" fmla="*/ 2604 h 2604"/>
              <a:gd name="p0x8" fmla="*/ 8904 w 9324"/>
              <a:gd name="p0y8" fmla="*/ 2604 h 2604"/>
              <a:gd name="p0x9" fmla="*/ 420 w 9324"/>
              <a:gd name="p0y9" fmla="*/ 2604 h 2604"/>
              <a:gd name="p0x10" fmla="*/ 188 w 9324"/>
              <a:gd name="p0y10" fmla="*/ 2604 h 2604"/>
              <a:gd name="p0x11" fmla="*/ 0 w 9324"/>
              <a:gd name="p0y11" fmla="*/ 2416 h 2604"/>
              <a:gd name="p0x12" fmla="*/ 0 w 9324"/>
              <a:gd name="p0y12" fmla="*/ 2184 h 2604"/>
              <a:gd name="p0x13" fmla="*/ 0 w 9324"/>
              <a:gd name="p0y13" fmla="*/ 420 h 2604"/>
              <a:gd name="p0x14" fmla="*/ 0 w 9324"/>
              <a:gd name="p0y14" fmla="*/ 188 h 2604"/>
              <a:gd name="p0x15" fmla="*/ 188 w 9324"/>
              <a:gd name="p0y15" fmla="*/ 0 h 2604"/>
              <a:gd name="p0x16" fmla="*/ 420 w 9324"/>
              <a:gd name="p0y16" fmla="*/ 0 h 2604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5567045" y="54349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1404" t="-897" r="-1404" b="-897"/>
          <a:stretch>
            <a:fillRect/>
          </a:stretch>
        </p:blipFill>
        <p:spPr>
          <a:xfrm>
            <a:off x="5683885" y="5516245"/>
            <a:ext cx="186055" cy="2520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0"/>
            </p:custDataLst>
          </p:nvPr>
        </p:nvSpPr>
        <p:spPr>
          <a:xfrm>
            <a:off x="6139161" y="4985994"/>
            <a:ext cx="49587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1"/>
            </p:custDataLst>
          </p:nvPr>
        </p:nvSpPr>
        <p:spPr>
          <a:xfrm>
            <a:off x="6139161" y="5359374"/>
            <a:ext cx="4958734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比单纯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evicted blocks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下降更有说服力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证明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LRU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真的误驱逐了后面还会回访的热点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prefix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真的把这部分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rebuilt-from-eviction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压掉了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V8 Ambiguous Hot Revisit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05740" y="1128395"/>
            <a:ext cx="3367405" cy="5362575"/>
          </a:xfrm>
          <a:custGeom>
            <a:avLst/>
            <a:gdLst>
              <a:gd name="sw" fmla="*/ 1 w 5303"/>
              <a:gd name="sh" fmla="*/ 1 h 8445"/>
              <a:gd name="mins" fmla="min sw sh"/>
              <a:gd name="dsw" fmla="+- 0 sw mins"/>
              <a:gd name="dsh" fmla="+- 0 sh mins"/>
              <a:gd name="p0x0" fmla="*/ 420 w 5303"/>
              <a:gd name="p0y0" fmla="*/ 0 h 8445"/>
              <a:gd name="p0x1" fmla="*/ 4883 w 5303"/>
              <a:gd name="p0y1" fmla="*/ 0 h 8445"/>
              <a:gd name="p0x2" fmla="*/ 5115 w 5303"/>
              <a:gd name="p0y2" fmla="*/ 0 h 8445"/>
              <a:gd name="p0x3" fmla="*/ 5303 w 5303"/>
              <a:gd name="p0y3" fmla="*/ 188 h 8445"/>
              <a:gd name="p0x4" fmla="*/ 5303 w 5303"/>
              <a:gd name="p0y4" fmla="*/ 420 h 8445"/>
              <a:gd name="p0x5" fmla="*/ 5303 w 5303"/>
              <a:gd name="p0y5" fmla="*/ 8025 h 8445"/>
              <a:gd name="p0x6" fmla="*/ 5303 w 5303"/>
              <a:gd name="p0y6" fmla="*/ 8256 h 8445"/>
              <a:gd name="p0x7" fmla="*/ 5115 w 5303"/>
              <a:gd name="p0y7" fmla="*/ 8445 h 8445"/>
              <a:gd name="p0x8" fmla="*/ 4883 w 5303"/>
              <a:gd name="p0y8" fmla="*/ 8445 h 8445"/>
              <a:gd name="p0x9" fmla="*/ 420 w 5303"/>
              <a:gd name="p0y9" fmla="*/ 8445 h 8445"/>
              <a:gd name="p0x10" fmla="*/ 188 w 5303"/>
              <a:gd name="p0y10" fmla="*/ 8445 h 8445"/>
              <a:gd name="p0x11" fmla="*/ 0 w 5303"/>
              <a:gd name="p0y11" fmla="*/ 8256 h 8445"/>
              <a:gd name="p0x12" fmla="*/ 0 w 5303"/>
              <a:gd name="p0y12" fmla="*/ 8025 h 8445"/>
              <a:gd name="p0x13" fmla="*/ 0 w 5303"/>
              <a:gd name="p0y13" fmla="*/ 420 h 8445"/>
              <a:gd name="p0x14" fmla="*/ 0 w 5303"/>
              <a:gd name="p0y14" fmla="*/ 188 h 8445"/>
              <a:gd name="p0x15" fmla="*/ 188 w 5303"/>
              <a:gd name="p0y15" fmla="*/ 0 h 8445"/>
              <a:gd name="p0x16" fmla="*/ 420 w 5303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1680210" y="21247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1765935" y="2205990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489847" y="2642321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477520" y="31438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7143" r="-7143"/>
          <a:stretch>
            <a:fillRect/>
          </a:stretch>
        </p:blipFill>
        <p:spPr>
          <a:xfrm>
            <a:off x="534670" y="3201035"/>
            <a:ext cx="1524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858520" y="3130001"/>
            <a:ext cx="244375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冷热区分明显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858520" y="3405273"/>
            <a:ext cx="2443753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phased hot revisit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能证明热点误驱逐，但原有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中冷热边界过于清晰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477520" y="43954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534670" y="445262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858520" y="4381500"/>
            <a:ext cx="244375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验证策略非简单保护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858520" y="4656772"/>
            <a:ext cx="2443753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ambiguous workload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，验证策略不是简单保护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看起来深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</a:t>
            </a:r>
            <a:endParaRPr lang="en-US" alt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3830320" y="1128395"/>
            <a:ext cx="3790315" cy="5362575"/>
          </a:xfrm>
          <a:custGeom>
            <a:avLst/>
            <a:gdLst>
              <a:gd name="sw" fmla="*/ 1 w 5968"/>
              <a:gd name="sh" fmla="*/ 1 h 8445"/>
              <a:gd name="mins" fmla="min sw sh"/>
              <a:gd name="dsw" fmla="+- 0 sw mins"/>
              <a:gd name="dsh" fmla="+- 0 sh mins"/>
              <a:gd name="p0x0" fmla="*/ 420 w 5968"/>
              <a:gd name="p0y0" fmla="*/ 0 h 8445"/>
              <a:gd name="p0x1" fmla="*/ 5548 w 5968"/>
              <a:gd name="p0y1" fmla="*/ 0 h 8445"/>
              <a:gd name="p0x2" fmla="*/ 5780 w 5968"/>
              <a:gd name="p0y2" fmla="*/ 0 h 8445"/>
              <a:gd name="p0x3" fmla="*/ 5968 w 5968"/>
              <a:gd name="p0y3" fmla="*/ 188 h 8445"/>
              <a:gd name="p0x4" fmla="*/ 5968 w 5968"/>
              <a:gd name="p0y4" fmla="*/ 420 h 8445"/>
              <a:gd name="p0x5" fmla="*/ 5968 w 5968"/>
              <a:gd name="p0y5" fmla="*/ 8025 h 8445"/>
              <a:gd name="p0x6" fmla="*/ 5968 w 5968"/>
              <a:gd name="p0y6" fmla="*/ 8256 h 8445"/>
              <a:gd name="p0x7" fmla="*/ 5780 w 5968"/>
              <a:gd name="p0y7" fmla="*/ 8445 h 8445"/>
              <a:gd name="p0x8" fmla="*/ 5548 w 5968"/>
              <a:gd name="p0y8" fmla="*/ 8445 h 8445"/>
              <a:gd name="p0x9" fmla="*/ 420 w 5968"/>
              <a:gd name="p0y9" fmla="*/ 8445 h 8445"/>
              <a:gd name="p0x10" fmla="*/ 188 w 5968"/>
              <a:gd name="p0y10" fmla="*/ 8445 h 8445"/>
              <a:gd name="p0x11" fmla="*/ 0 w 5968"/>
              <a:gd name="p0y11" fmla="*/ 8256 h 8445"/>
              <a:gd name="p0x12" fmla="*/ 0 w 5968"/>
              <a:gd name="p0y12" fmla="*/ 8025 h 8445"/>
              <a:gd name="p0x13" fmla="*/ 0 w 5968"/>
              <a:gd name="p0y13" fmla="*/ 420 h 8445"/>
              <a:gd name="p0x14" fmla="*/ 0 w 5968"/>
              <a:gd name="p0y14" fmla="*/ 188 h 8445"/>
              <a:gd name="p0x15" fmla="*/ 188 w 5968"/>
              <a:gd name="p0y15" fmla="*/ 0 h 8445"/>
              <a:gd name="p0x16" fmla="*/ 420 w 5968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5478145" y="189992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300 w 780"/>
              <a:gd name="p0y0" fmla="*/ 0 h 780"/>
              <a:gd name="p0x1" fmla="*/ 480 w 780"/>
              <a:gd name="p0y1" fmla="*/ 0 h 780"/>
              <a:gd name="p0x2" fmla="*/ 645 w 780"/>
              <a:gd name="p0y2" fmla="*/ 0 h 780"/>
              <a:gd name="p0x3" fmla="*/ 780 w 780"/>
              <a:gd name="p0y3" fmla="*/ 134 h 780"/>
              <a:gd name="p0x4" fmla="*/ 780 w 780"/>
              <a:gd name="p0y4" fmla="*/ 300 h 780"/>
              <a:gd name="p0x5" fmla="*/ 780 w 780"/>
              <a:gd name="p0y5" fmla="*/ 480 h 780"/>
              <a:gd name="p0x6" fmla="*/ 780 w 780"/>
              <a:gd name="p0y6" fmla="*/ 645 h 780"/>
              <a:gd name="p0x7" fmla="*/ 645 w 780"/>
              <a:gd name="p0y7" fmla="*/ 780 h 780"/>
              <a:gd name="p0x8" fmla="*/ 480 w 780"/>
              <a:gd name="p0y8" fmla="*/ 780 h 780"/>
              <a:gd name="p0x9" fmla="*/ 300 w 780"/>
              <a:gd name="p0y9" fmla="*/ 780 h 780"/>
              <a:gd name="p0x10" fmla="*/ 134 w 780"/>
              <a:gd name="p0y10" fmla="*/ 780 h 780"/>
              <a:gd name="p0x11" fmla="*/ 0 w 780"/>
              <a:gd name="p0y11" fmla="*/ 645 h 780"/>
              <a:gd name="p0x12" fmla="*/ 0 w 780"/>
              <a:gd name="p0y12" fmla="*/ 480 h 780"/>
              <a:gd name="p0x13" fmla="*/ 0 w 780"/>
              <a:gd name="p0y13" fmla="*/ 300 h 780"/>
              <a:gd name="p0x14" fmla="*/ 0 w 780"/>
              <a:gd name="p0y14" fmla="*/ 134 h 780"/>
              <a:gd name="p0x15" fmla="*/ 134 w 780"/>
              <a:gd name="p0y15" fmla="*/ 0 h 780"/>
              <a:gd name="p0x16" fmla="*/ 300 w 780"/>
              <a:gd name="p0y16" fmla="*/ 0 h 7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592445" y="1995170"/>
            <a:ext cx="266700" cy="3048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4477877" y="2455545"/>
            <a:ext cx="196244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r>
              <a:rPr lang="zh-CN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特点</a:t>
            </a:r>
            <a:endParaRPr lang="zh-CN"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6383020" y="2519045"/>
            <a:ext cx="457200" cy="238125"/>
          </a:xfrm>
          <a:custGeom>
            <a:avLst/>
            <a:gdLst>
              <a:gd name="sw" fmla="*/ 1 w 720"/>
              <a:gd name="sh" fmla="*/ 1 h 375"/>
              <a:gd name="mins" fmla="min sw sh"/>
              <a:gd name="dsw" fmla="+- 0 sw mins"/>
              <a:gd name="dsh" fmla="+- 0 sh mins"/>
              <a:gd name="p0x0" fmla="*/ 180 w 720"/>
              <a:gd name="p0y0" fmla="*/ 0 h 375"/>
              <a:gd name="p0x1" fmla="*/ 540 w 720"/>
              <a:gd name="p0y1" fmla="*/ 0 h 375"/>
              <a:gd name="p0x2" fmla="*/ 639 w 720"/>
              <a:gd name="p0y2" fmla="*/ 0 h 375"/>
              <a:gd name="p0x3" fmla="*/ 720 w 720"/>
              <a:gd name="p0y3" fmla="*/ 80 h 375"/>
              <a:gd name="p0x4" fmla="*/ 720 w 720"/>
              <a:gd name="p0y4" fmla="*/ 180 h 375"/>
              <a:gd name="p0x5" fmla="*/ 720 w 720"/>
              <a:gd name="p0y5" fmla="*/ 195 h 375"/>
              <a:gd name="p0x6" fmla="*/ 720 w 720"/>
              <a:gd name="p0y6" fmla="*/ 294 h 375"/>
              <a:gd name="p0x7" fmla="*/ 639 w 720"/>
              <a:gd name="p0y7" fmla="*/ 375 h 375"/>
              <a:gd name="p0x8" fmla="*/ 540 w 720"/>
              <a:gd name="p0y8" fmla="*/ 375 h 375"/>
              <a:gd name="p0x9" fmla="*/ 180 w 720"/>
              <a:gd name="p0y9" fmla="*/ 375 h 375"/>
              <a:gd name="p0x10" fmla="*/ 80 w 720"/>
              <a:gd name="p0y10" fmla="*/ 375 h 375"/>
              <a:gd name="p0x11" fmla="*/ 0 w 720"/>
              <a:gd name="p0y11" fmla="*/ 294 h 375"/>
              <a:gd name="p0x12" fmla="*/ 0 w 720"/>
              <a:gd name="p0y12" fmla="*/ 195 h 375"/>
              <a:gd name="p0x13" fmla="*/ 0 w 720"/>
              <a:gd name="p0y13" fmla="*/ 180 h 375"/>
              <a:gd name="p0x14" fmla="*/ 0 w 720"/>
              <a:gd name="p0y14" fmla="*/ 80 h 375"/>
              <a:gd name="p0x15" fmla="*/ 80 w 720"/>
              <a:gd name="p0y15" fmla="*/ 0 h 375"/>
              <a:gd name="p0x16" fmla="*/ 180 w 720"/>
              <a:gd name="p0y16" fmla="*/ 0 h 37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6459373" y="253841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endParaRPr sz="12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4025900" y="2957195"/>
            <a:ext cx="3399155" cy="419100"/>
          </a:xfrm>
          <a:custGeom>
            <a:avLst/>
            <a:gdLst>
              <a:gd name="sw" fmla="*/ 1 w 5353"/>
              <a:gd name="sh" fmla="*/ 1 h 660"/>
              <a:gd name="mins" fmla="min sw sh"/>
              <a:gd name="dsw" fmla="+- 0 sw mins"/>
              <a:gd name="dsh" fmla="+- 0 sh mins"/>
              <a:gd name="p0x0" fmla="*/ 300 w 5353"/>
              <a:gd name="p0y0" fmla="*/ 0 h 660"/>
              <a:gd name="p0x1" fmla="*/ 5053 w 5353"/>
              <a:gd name="p0y1" fmla="*/ 0 h 660"/>
              <a:gd name="p0x2" fmla="*/ 5218 w 5353"/>
              <a:gd name="p0y2" fmla="*/ 0 h 660"/>
              <a:gd name="p0x3" fmla="*/ 5353 w 5353"/>
              <a:gd name="p0y3" fmla="*/ 134 h 660"/>
              <a:gd name="p0x4" fmla="*/ 5353 w 5353"/>
              <a:gd name="p0y4" fmla="*/ 300 h 660"/>
              <a:gd name="p0x5" fmla="*/ 5353 w 5353"/>
              <a:gd name="p0y5" fmla="*/ 360 h 660"/>
              <a:gd name="p0x6" fmla="*/ 5353 w 5353"/>
              <a:gd name="p0y6" fmla="*/ 525 h 660"/>
              <a:gd name="p0x7" fmla="*/ 5218 w 5353"/>
              <a:gd name="p0y7" fmla="*/ 660 h 660"/>
              <a:gd name="p0x8" fmla="*/ 5053 w 5353"/>
              <a:gd name="p0y8" fmla="*/ 660 h 660"/>
              <a:gd name="p0x9" fmla="*/ 300 w 5353"/>
              <a:gd name="p0y9" fmla="*/ 660 h 660"/>
              <a:gd name="p0x10" fmla="*/ 134 w 5353"/>
              <a:gd name="p0y10" fmla="*/ 660 h 660"/>
              <a:gd name="p0x11" fmla="*/ 0 w 5353"/>
              <a:gd name="p0y11" fmla="*/ 525 h 660"/>
              <a:gd name="p0x12" fmla="*/ 0 w 5353"/>
              <a:gd name="p0y12" fmla="*/ 360 h 660"/>
              <a:gd name="p0x13" fmla="*/ 0 w 5353"/>
              <a:gd name="p0y13" fmla="*/ 300 h 660"/>
              <a:gd name="p0x14" fmla="*/ 0 w 5353"/>
              <a:gd name="p0y14" fmla="*/ 134 h 660"/>
              <a:gd name="p0x15" fmla="*/ 134 w 5353"/>
              <a:gd name="p0y15" fmla="*/ 0 h 660"/>
              <a:gd name="p0x16" fmla="*/ 300 w 5353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9"/>
            </p:custDataLst>
          </p:nvPr>
        </p:nvSpPr>
        <p:spPr>
          <a:xfrm>
            <a:off x="4140200" y="30333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t="-7143" b="-7143"/>
          <a:stretch>
            <a:fillRect/>
          </a:stretch>
        </p:blipFill>
        <p:spPr>
          <a:xfrm>
            <a:off x="4187825" y="3090545"/>
            <a:ext cx="171450" cy="1524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3"/>
            </p:custDataLst>
          </p:nvPr>
        </p:nvSpPr>
        <p:spPr>
          <a:xfrm>
            <a:off x="4521482" y="3033713"/>
            <a:ext cx="272534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冷族内部也有短期共享</a:t>
            </a:r>
            <a:r>
              <a:rPr lang="en-US" altLang="zh-CN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anchor</a:t>
            </a:r>
            <a:endParaRPr lang="en-US" altLang="zh-CN"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4"/>
            </p:custDataLst>
          </p:nvPr>
        </p:nvSpPr>
        <p:spPr>
          <a:xfrm>
            <a:off x="4025900" y="3490595"/>
            <a:ext cx="3399155" cy="419100"/>
          </a:xfrm>
          <a:custGeom>
            <a:avLst/>
            <a:gdLst>
              <a:gd name="sw" fmla="*/ 1 w 5353"/>
              <a:gd name="sh" fmla="*/ 1 h 660"/>
              <a:gd name="mins" fmla="min sw sh"/>
              <a:gd name="dsw" fmla="+- 0 sw mins"/>
              <a:gd name="dsh" fmla="+- 0 sh mins"/>
              <a:gd name="p0x0" fmla="*/ 300 w 5353"/>
              <a:gd name="p0y0" fmla="*/ 0 h 660"/>
              <a:gd name="p0x1" fmla="*/ 5053 w 5353"/>
              <a:gd name="p0y1" fmla="*/ 0 h 660"/>
              <a:gd name="p0x2" fmla="*/ 5218 w 5353"/>
              <a:gd name="p0y2" fmla="*/ 0 h 660"/>
              <a:gd name="p0x3" fmla="*/ 5353 w 5353"/>
              <a:gd name="p0y3" fmla="*/ 134 h 660"/>
              <a:gd name="p0x4" fmla="*/ 5353 w 5353"/>
              <a:gd name="p0y4" fmla="*/ 300 h 660"/>
              <a:gd name="p0x5" fmla="*/ 5353 w 5353"/>
              <a:gd name="p0y5" fmla="*/ 360 h 660"/>
              <a:gd name="p0x6" fmla="*/ 5353 w 5353"/>
              <a:gd name="p0y6" fmla="*/ 525 h 660"/>
              <a:gd name="p0x7" fmla="*/ 5218 w 5353"/>
              <a:gd name="p0y7" fmla="*/ 660 h 660"/>
              <a:gd name="p0x8" fmla="*/ 5053 w 5353"/>
              <a:gd name="p0y8" fmla="*/ 660 h 660"/>
              <a:gd name="p0x9" fmla="*/ 300 w 5353"/>
              <a:gd name="p0y9" fmla="*/ 660 h 660"/>
              <a:gd name="p0x10" fmla="*/ 134 w 5353"/>
              <a:gd name="p0y10" fmla="*/ 660 h 660"/>
              <a:gd name="p0x11" fmla="*/ 0 w 5353"/>
              <a:gd name="p0y11" fmla="*/ 525 h 660"/>
              <a:gd name="p0x12" fmla="*/ 0 w 5353"/>
              <a:gd name="p0y12" fmla="*/ 360 h 660"/>
              <a:gd name="p0x13" fmla="*/ 0 w 5353"/>
              <a:gd name="p0y13" fmla="*/ 300 h 660"/>
              <a:gd name="p0x14" fmla="*/ 0 w 5353"/>
              <a:gd name="p0y14" fmla="*/ 134 h 660"/>
              <a:gd name="p0x15" fmla="*/ 134 w 5353"/>
              <a:gd name="p0y15" fmla="*/ 0 h 660"/>
              <a:gd name="p0x16" fmla="*/ 300 w 5353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5"/>
            </p:custDataLst>
          </p:nvPr>
        </p:nvSpPr>
        <p:spPr>
          <a:xfrm>
            <a:off x="4140200" y="35667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6250" r="-6250"/>
          <a:stretch>
            <a:fillRect/>
          </a:stretch>
        </p:blipFill>
        <p:spPr>
          <a:xfrm>
            <a:off x="4225925" y="3623945"/>
            <a:ext cx="9525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9"/>
            </p:custDataLst>
          </p:nvPr>
        </p:nvSpPr>
        <p:spPr>
          <a:xfrm>
            <a:off x="4521482" y="3567113"/>
            <a:ext cx="222088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冷块也表现出较深</a:t>
            </a:r>
            <a:r>
              <a:rPr lang="en-US" altLang="zh-CN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</a:t>
            </a:r>
            <a:endParaRPr lang="en-US" altLang="zh-CN"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0"/>
            </p:custDataLst>
          </p:nvPr>
        </p:nvSpPr>
        <p:spPr>
          <a:xfrm>
            <a:off x="4025900" y="4023995"/>
            <a:ext cx="3399155" cy="419100"/>
          </a:xfrm>
          <a:custGeom>
            <a:avLst/>
            <a:gdLst>
              <a:gd name="sw" fmla="*/ 1 w 5353"/>
              <a:gd name="sh" fmla="*/ 1 h 660"/>
              <a:gd name="mins" fmla="min sw sh"/>
              <a:gd name="dsw" fmla="+- 0 sw mins"/>
              <a:gd name="dsh" fmla="+- 0 sh mins"/>
              <a:gd name="p0x0" fmla="*/ 300 w 5353"/>
              <a:gd name="p0y0" fmla="*/ 0 h 660"/>
              <a:gd name="p0x1" fmla="*/ 5053 w 5353"/>
              <a:gd name="p0y1" fmla="*/ 0 h 660"/>
              <a:gd name="p0x2" fmla="*/ 5218 w 5353"/>
              <a:gd name="p0y2" fmla="*/ 0 h 660"/>
              <a:gd name="p0x3" fmla="*/ 5353 w 5353"/>
              <a:gd name="p0y3" fmla="*/ 134 h 660"/>
              <a:gd name="p0x4" fmla="*/ 5353 w 5353"/>
              <a:gd name="p0y4" fmla="*/ 300 h 660"/>
              <a:gd name="p0x5" fmla="*/ 5353 w 5353"/>
              <a:gd name="p0y5" fmla="*/ 360 h 660"/>
              <a:gd name="p0x6" fmla="*/ 5353 w 5353"/>
              <a:gd name="p0y6" fmla="*/ 525 h 660"/>
              <a:gd name="p0x7" fmla="*/ 5218 w 5353"/>
              <a:gd name="p0y7" fmla="*/ 660 h 660"/>
              <a:gd name="p0x8" fmla="*/ 5053 w 5353"/>
              <a:gd name="p0y8" fmla="*/ 660 h 660"/>
              <a:gd name="p0x9" fmla="*/ 300 w 5353"/>
              <a:gd name="p0y9" fmla="*/ 660 h 660"/>
              <a:gd name="p0x10" fmla="*/ 134 w 5353"/>
              <a:gd name="p0y10" fmla="*/ 660 h 660"/>
              <a:gd name="p0x11" fmla="*/ 0 w 5353"/>
              <a:gd name="p0y11" fmla="*/ 525 h 660"/>
              <a:gd name="p0x12" fmla="*/ 0 w 5353"/>
              <a:gd name="p0y12" fmla="*/ 360 h 660"/>
              <a:gd name="p0x13" fmla="*/ 0 w 5353"/>
              <a:gd name="p0y13" fmla="*/ 300 h 660"/>
              <a:gd name="p0x14" fmla="*/ 0 w 5353"/>
              <a:gd name="p0y14" fmla="*/ 134 h 660"/>
              <a:gd name="p0x15" fmla="*/ 134 w 5353"/>
              <a:gd name="p0y15" fmla="*/ 0 h 660"/>
              <a:gd name="p0x16" fmla="*/ 300 w 5353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41"/>
            </p:custDataLst>
          </p:nvPr>
        </p:nvSpPr>
        <p:spPr>
          <a:xfrm>
            <a:off x="4140200" y="41001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4197350" y="4157345"/>
            <a:ext cx="152400" cy="15240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5"/>
            </p:custDataLst>
          </p:nvPr>
        </p:nvSpPr>
        <p:spPr>
          <a:xfrm>
            <a:off x="4521482" y="4100513"/>
            <a:ext cx="276404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冷块也有较高</a:t>
            </a:r>
            <a:r>
              <a:rPr lang="en-US" altLang="zh-CN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recompute cost</a:t>
            </a:r>
            <a:endParaRPr lang="en-US" altLang="zh-CN"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6"/>
            </p:custDataLst>
          </p:nvPr>
        </p:nvSpPr>
        <p:spPr>
          <a:xfrm>
            <a:off x="4025900" y="4557395"/>
            <a:ext cx="3399155" cy="419100"/>
          </a:xfrm>
          <a:custGeom>
            <a:avLst/>
            <a:gdLst>
              <a:gd name="sw" fmla="*/ 1 w 5353"/>
              <a:gd name="sh" fmla="*/ 1 h 660"/>
              <a:gd name="mins" fmla="min sw sh"/>
              <a:gd name="dsw" fmla="+- 0 sw mins"/>
              <a:gd name="dsh" fmla="+- 0 sh mins"/>
              <a:gd name="p0x0" fmla="*/ 300 w 5353"/>
              <a:gd name="p0y0" fmla="*/ 0 h 660"/>
              <a:gd name="p0x1" fmla="*/ 5053 w 5353"/>
              <a:gd name="p0y1" fmla="*/ 0 h 660"/>
              <a:gd name="p0x2" fmla="*/ 5218 w 5353"/>
              <a:gd name="p0y2" fmla="*/ 0 h 660"/>
              <a:gd name="p0x3" fmla="*/ 5353 w 5353"/>
              <a:gd name="p0y3" fmla="*/ 134 h 660"/>
              <a:gd name="p0x4" fmla="*/ 5353 w 5353"/>
              <a:gd name="p0y4" fmla="*/ 300 h 660"/>
              <a:gd name="p0x5" fmla="*/ 5353 w 5353"/>
              <a:gd name="p0y5" fmla="*/ 360 h 660"/>
              <a:gd name="p0x6" fmla="*/ 5353 w 5353"/>
              <a:gd name="p0y6" fmla="*/ 525 h 660"/>
              <a:gd name="p0x7" fmla="*/ 5218 w 5353"/>
              <a:gd name="p0y7" fmla="*/ 660 h 660"/>
              <a:gd name="p0x8" fmla="*/ 5053 w 5353"/>
              <a:gd name="p0y8" fmla="*/ 660 h 660"/>
              <a:gd name="p0x9" fmla="*/ 300 w 5353"/>
              <a:gd name="p0y9" fmla="*/ 660 h 660"/>
              <a:gd name="p0x10" fmla="*/ 134 w 5353"/>
              <a:gd name="p0y10" fmla="*/ 660 h 660"/>
              <a:gd name="p0x11" fmla="*/ 0 w 5353"/>
              <a:gd name="p0y11" fmla="*/ 525 h 660"/>
              <a:gd name="p0x12" fmla="*/ 0 w 5353"/>
              <a:gd name="p0y12" fmla="*/ 360 h 660"/>
              <a:gd name="p0x13" fmla="*/ 0 w 5353"/>
              <a:gd name="p0y13" fmla="*/ 300 h 660"/>
              <a:gd name="p0x14" fmla="*/ 0 w 5353"/>
              <a:gd name="p0y14" fmla="*/ 134 h 660"/>
              <a:gd name="p0x15" fmla="*/ 134 w 5353"/>
              <a:gd name="p0y15" fmla="*/ 0 h 660"/>
              <a:gd name="p0x16" fmla="*/ 300 w 5353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7"/>
            </p:custDataLst>
          </p:nvPr>
        </p:nvSpPr>
        <p:spPr>
          <a:xfrm>
            <a:off x="4140200" y="4633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4197350" y="4690745"/>
            <a:ext cx="1524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51"/>
            </p:custDataLst>
          </p:nvPr>
        </p:nvSpPr>
        <p:spPr>
          <a:xfrm>
            <a:off x="4521482" y="4633913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但冷族不会长期回访</a:t>
            </a:r>
            <a:endParaRPr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52"/>
            </p:custDataLst>
          </p:nvPr>
        </p:nvSpPr>
        <p:spPr>
          <a:xfrm>
            <a:off x="4025900" y="5090795"/>
            <a:ext cx="3399155" cy="628650"/>
          </a:xfrm>
          <a:custGeom>
            <a:avLst/>
            <a:gdLst>
              <a:gd name="sw" fmla="*/ 1 w 5353"/>
              <a:gd name="sh" fmla="*/ 1 h 990"/>
              <a:gd name="mins" fmla="min sw sh"/>
              <a:gd name="dsw" fmla="+- 0 sw mins"/>
              <a:gd name="dsh" fmla="+- 0 sh mins"/>
              <a:gd name="p0x0" fmla="*/ 300 w 5353"/>
              <a:gd name="p0y0" fmla="*/ 0 h 990"/>
              <a:gd name="p0x1" fmla="*/ 5053 w 5353"/>
              <a:gd name="p0y1" fmla="*/ 0 h 990"/>
              <a:gd name="p0x2" fmla="*/ 5218 w 5353"/>
              <a:gd name="p0y2" fmla="*/ 0 h 990"/>
              <a:gd name="p0x3" fmla="*/ 5353 w 5353"/>
              <a:gd name="p0y3" fmla="*/ 134 h 990"/>
              <a:gd name="p0x4" fmla="*/ 5353 w 5353"/>
              <a:gd name="p0y4" fmla="*/ 300 h 990"/>
              <a:gd name="p0x5" fmla="*/ 5353 w 5353"/>
              <a:gd name="p0y5" fmla="*/ 690 h 990"/>
              <a:gd name="p0x6" fmla="*/ 5353 w 5353"/>
              <a:gd name="p0y6" fmla="*/ 855 h 990"/>
              <a:gd name="p0x7" fmla="*/ 5218 w 5353"/>
              <a:gd name="p0y7" fmla="*/ 990 h 990"/>
              <a:gd name="p0x8" fmla="*/ 5053 w 5353"/>
              <a:gd name="p0y8" fmla="*/ 990 h 990"/>
              <a:gd name="p0x9" fmla="*/ 300 w 5353"/>
              <a:gd name="p0y9" fmla="*/ 990 h 990"/>
              <a:gd name="p0x10" fmla="*/ 134 w 5353"/>
              <a:gd name="p0y10" fmla="*/ 990 h 990"/>
              <a:gd name="p0x11" fmla="*/ 0 w 5353"/>
              <a:gd name="p0y11" fmla="*/ 855 h 990"/>
              <a:gd name="p0x12" fmla="*/ 0 w 5353"/>
              <a:gd name="p0y12" fmla="*/ 690 h 990"/>
              <a:gd name="p0x13" fmla="*/ 0 w 5353"/>
              <a:gd name="p0y13" fmla="*/ 300 h 990"/>
              <a:gd name="p0x14" fmla="*/ 0 w 5353"/>
              <a:gd name="p0y14" fmla="*/ 134 h 990"/>
              <a:gd name="p0x15" fmla="*/ 134 w 5353"/>
              <a:gd name="p0y15" fmla="*/ 0 h 990"/>
              <a:gd name="p0x16" fmla="*/ 300 w 5353"/>
              <a:gd name="p0y16" fmla="*/ 0 h 99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53"/>
            </p:custDataLst>
          </p:nvPr>
        </p:nvSpPr>
        <p:spPr>
          <a:xfrm>
            <a:off x="4140200" y="52717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3125" r="-3125"/>
          <a:stretch>
            <a:fillRect/>
          </a:stretch>
        </p:blipFill>
        <p:spPr>
          <a:xfrm>
            <a:off x="4206875" y="5328920"/>
            <a:ext cx="133350" cy="15240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7"/>
            </p:custDataLst>
          </p:nvPr>
        </p:nvSpPr>
        <p:spPr>
          <a:xfrm>
            <a:off x="4521482" y="5153025"/>
            <a:ext cx="2789711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热点族才会经历</a:t>
            </a:r>
            <a:r>
              <a:rPr lang="en-US" altLang="zh-CN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warmup → cold pressure → revisit</a:t>
            </a:r>
            <a:endParaRPr lang="en-US" altLang="zh-CN"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8"/>
            </p:custDataLst>
          </p:nvPr>
        </p:nvSpPr>
        <p:spPr>
          <a:xfrm>
            <a:off x="7877810" y="1128395"/>
            <a:ext cx="3367405" cy="5362575"/>
          </a:xfrm>
          <a:custGeom>
            <a:avLst/>
            <a:gdLst>
              <a:gd name="sw" fmla="*/ 1 w 5303"/>
              <a:gd name="sh" fmla="*/ 1 h 8445"/>
              <a:gd name="mins" fmla="min sw sh"/>
              <a:gd name="dsw" fmla="+- 0 sw mins"/>
              <a:gd name="dsh" fmla="+- 0 sh mins"/>
              <a:gd name="p0x0" fmla="*/ 420 w 5303"/>
              <a:gd name="p0y0" fmla="*/ 0 h 8445"/>
              <a:gd name="p0x1" fmla="*/ 4883 w 5303"/>
              <a:gd name="p0y1" fmla="*/ 0 h 8445"/>
              <a:gd name="p0x2" fmla="*/ 5115 w 5303"/>
              <a:gd name="p0y2" fmla="*/ 0 h 8445"/>
              <a:gd name="p0x3" fmla="*/ 5303 w 5303"/>
              <a:gd name="p0y3" fmla="*/ 188 h 8445"/>
              <a:gd name="p0x4" fmla="*/ 5303 w 5303"/>
              <a:gd name="p0y4" fmla="*/ 420 h 8445"/>
              <a:gd name="p0x5" fmla="*/ 5303 w 5303"/>
              <a:gd name="p0y5" fmla="*/ 8025 h 8445"/>
              <a:gd name="p0x6" fmla="*/ 5303 w 5303"/>
              <a:gd name="p0y6" fmla="*/ 8256 h 8445"/>
              <a:gd name="p0x7" fmla="*/ 5115 w 5303"/>
              <a:gd name="p0y7" fmla="*/ 8445 h 8445"/>
              <a:gd name="p0x8" fmla="*/ 4883 w 5303"/>
              <a:gd name="p0y8" fmla="*/ 8445 h 8445"/>
              <a:gd name="p0x9" fmla="*/ 420 w 5303"/>
              <a:gd name="p0y9" fmla="*/ 8445 h 8445"/>
              <a:gd name="p0x10" fmla="*/ 188 w 5303"/>
              <a:gd name="p0y10" fmla="*/ 8445 h 8445"/>
              <a:gd name="p0x11" fmla="*/ 0 w 5303"/>
              <a:gd name="p0y11" fmla="*/ 8256 h 8445"/>
              <a:gd name="p0x12" fmla="*/ 0 w 5303"/>
              <a:gd name="p0y12" fmla="*/ 8025 h 8445"/>
              <a:gd name="p0x13" fmla="*/ 0 w 5303"/>
              <a:gd name="p0y13" fmla="*/ 420 h 8445"/>
              <a:gd name="p0x14" fmla="*/ 0 w 5303"/>
              <a:gd name="p0y14" fmla="*/ 188 h 8445"/>
              <a:gd name="p0x15" fmla="*/ 188 w 5303"/>
              <a:gd name="p0y15" fmla="*/ 0 h 8445"/>
              <a:gd name="p0x16" fmla="*/ 420 w 5303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59"/>
            </p:custDataLst>
          </p:nvPr>
        </p:nvSpPr>
        <p:spPr>
          <a:xfrm>
            <a:off x="9351645" y="21247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9437370" y="2205990"/>
            <a:ext cx="247650" cy="252095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63"/>
            </p:custDataLst>
          </p:nvPr>
        </p:nvSpPr>
        <p:spPr>
          <a:xfrm>
            <a:off x="8494960" y="2642321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调参结论与说明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64"/>
            </p:custDataLst>
          </p:nvPr>
        </p:nvSpPr>
        <p:spPr>
          <a:xfrm>
            <a:off x="8148955" y="31438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t="-16667" b="-16667"/>
          <a:stretch>
            <a:fillRect/>
          </a:stretch>
        </p:blipFill>
        <p:spPr>
          <a:xfrm>
            <a:off x="8215630" y="3201035"/>
            <a:ext cx="13335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68"/>
            </p:custDataLst>
          </p:nvPr>
        </p:nvSpPr>
        <p:spPr>
          <a:xfrm>
            <a:off x="8530384" y="3130001"/>
            <a:ext cx="244375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参数值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69"/>
            </p:custDataLst>
          </p:nvPr>
        </p:nvSpPr>
        <p:spPr>
          <a:xfrm>
            <a:off x="8530384" y="3405273"/>
            <a:ext cx="2443753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KVFABRIC_PROTECT_MIN_HIT_COUNT=3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能避免过早保护短期冷族，同时保留真正多次复用的热点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70"/>
            </p:custDataLst>
          </p:nvPr>
        </p:nvSpPr>
        <p:spPr>
          <a:xfrm>
            <a:off x="8148955" y="466979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 t="-3333" b="-3333"/>
          <a:stretch>
            <a:fillRect/>
          </a:stretch>
        </p:blipFill>
        <p:spPr>
          <a:xfrm>
            <a:off x="8206105" y="4726940"/>
            <a:ext cx="152400" cy="1524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74"/>
            </p:custDataLst>
          </p:nvPr>
        </p:nvSpPr>
        <p:spPr>
          <a:xfrm>
            <a:off x="8530384" y="4655791"/>
            <a:ext cx="244375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条件不能太宽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75"/>
            </p:custDataLst>
          </p:nvPr>
        </p:nvSpPr>
        <p:spPr>
          <a:xfrm>
            <a:off x="8530384" y="4931064"/>
            <a:ext cx="248610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条件不能太宽，否则会把短期冷共享误当成长期热点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54" name="文本框 53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V9 Family-Protect</a:t>
            </a:r>
            <a:r>
              <a:rPr lang="zh-CN" altLang="en-US"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热路径优化</a:t>
            </a:r>
            <a:endParaRPr lang="zh-CN" altLang="en-US" sz="24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2"/>
            </p:custDataLst>
          </p:nvPr>
        </p:nvSpPr>
        <p:spPr>
          <a:xfrm>
            <a:off x="253365" y="1024255"/>
            <a:ext cx="11039475" cy="652145"/>
          </a:xfrm>
          <a:custGeom>
            <a:avLst/>
            <a:gdLst>
              <a:gd name="sw" fmla="*/ 1 w 17385"/>
              <a:gd name="sh" fmla="*/ 1 h 1027"/>
              <a:gd name="mins" fmla="min sw sh"/>
              <a:gd name="dsw" fmla="+- 0 sw mins"/>
              <a:gd name="dsh" fmla="+- 0 sh mins"/>
              <a:gd name="p0x0" fmla="*/ 420 w 17385"/>
              <a:gd name="p0y0" fmla="*/ 0 h 1027"/>
              <a:gd name="p0x1" fmla="*/ 16965 w 17385"/>
              <a:gd name="p0y1" fmla="*/ 0 h 1027"/>
              <a:gd name="p0x2" fmla="*/ 17196 w 17385"/>
              <a:gd name="p0y2" fmla="*/ 0 h 1027"/>
              <a:gd name="p0x3" fmla="*/ 17385 w 17385"/>
              <a:gd name="p0y3" fmla="*/ 188 h 1027"/>
              <a:gd name="p0x4" fmla="*/ 17385 w 17385"/>
              <a:gd name="p0y4" fmla="*/ 420 h 1027"/>
              <a:gd name="p0x5" fmla="*/ 17385 w 17385"/>
              <a:gd name="p0y5" fmla="*/ 607 h 1027"/>
              <a:gd name="p0x6" fmla="*/ 17385 w 17385"/>
              <a:gd name="p0y6" fmla="*/ 839 h 1027"/>
              <a:gd name="p0x7" fmla="*/ 17196 w 17385"/>
              <a:gd name="p0y7" fmla="*/ 1027 h 1027"/>
              <a:gd name="p0x8" fmla="*/ 16965 w 17385"/>
              <a:gd name="p0y8" fmla="*/ 1027 h 1027"/>
              <a:gd name="p0x9" fmla="*/ 420 w 17385"/>
              <a:gd name="p0y9" fmla="*/ 1027 h 1027"/>
              <a:gd name="p0x10" fmla="*/ 188 w 17385"/>
              <a:gd name="p0y10" fmla="*/ 1027 h 1027"/>
              <a:gd name="p0x11" fmla="*/ 0 w 17385"/>
              <a:gd name="p0y11" fmla="*/ 839 h 1027"/>
              <a:gd name="p0x12" fmla="*/ 0 w 17385"/>
              <a:gd name="p0y12" fmla="*/ 607 h 1027"/>
              <a:gd name="p0x13" fmla="*/ 0 w 17385"/>
              <a:gd name="p0y13" fmla="*/ 420 h 1027"/>
              <a:gd name="p0x14" fmla="*/ 0 w 17385"/>
              <a:gd name="p0y14" fmla="*/ 188 h 1027"/>
              <a:gd name="p0x15" fmla="*/ 188 w 17385"/>
              <a:gd name="p0y15" fmla="*/ 0 h 1027"/>
              <a:gd name="p0x16" fmla="*/ 420 w 17385"/>
              <a:gd name="p0y16" fmla="*/ 0 h 1027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3"/>
            </p:custDataLst>
          </p:nvPr>
        </p:nvSpPr>
        <p:spPr>
          <a:xfrm>
            <a:off x="2039030" y="1203147"/>
            <a:ext cx="7468791" cy="290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旧版</a:t>
            </a:r>
            <a:r>
              <a:rPr lang="en-US" altLang="zh-CN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family_protect</a:t>
            </a:r>
            <a:r>
              <a:rPr lang="zh-CN" altLang="en-US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能保护热点</a:t>
            </a:r>
            <a:r>
              <a:rPr lang="en-US" altLang="zh-CN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，但</a:t>
            </a:r>
            <a:r>
              <a:rPr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端到端吞吐仍可能负优化</a:t>
            </a:r>
            <a:endParaRPr sz="1875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4"/>
            </p:custDataLst>
          </p:nvPr>
        </p:nvSpPr>
        <p:spPr>
          <a:xfrm>
            <a:off x="253365" y="1914525"/>
            <a:ext cx="11039475" cy="991235"/>
          </a:xfrm>
          <a:custGeom>
            <a:avLst/>
            <a:gdLst>
              <a:gd name="sw" fmla="*/ 1 w 17385"/>
              <a:gd name="sh" fmla="*/ 1 h 1560"/>
              <a:gd name="mins" fmla="min sw sh"/>
              <a:gd name="dsw" fmla="+- 0 sw mins"/>
              <a:gd name="dsh" fmla="+- 0 sh mins"/>
              <a:gd name="p0x0" fmla="*/ 420 w 17385"/>
              <a:gd name="p0y0" fmla="*/ 0 h 1560"/>
              <a:gd name="p0x1" fmla="*/ 16965 w 17385"/>
              <a:gd name="p0y1" fmla="*/ 0 h 1560"/>
              <a:gd name="p0x2" fmla="*/ 17196 w 17385"/>
              <a:gd name="p0y2" fmla="*/ 0 h 1560"/>
              <a:gd name="p0x3" fmla="*/ 17385 w 17385"/>
              <a:gd name="p0y3" fmla="*/ 188 h 1560"/>
              <a:gd name="p0x4" fmla="*/ 17385 w 17385"/>
              <a:gd name="p0y4" fmla="*/ 420 h 1560"/>
              <a:gd name="p0x5" fmla="*/ 17385 w 17385"/>
              <a:gd name="p0y5" fmla="*/ 1140 h 1560"/>
              <a:gd name="p0x6" fmla="*/ 17385 w 17385"/>
              <a:gd name="p0y6" fmla="*/ 1372 h 1560"/>
              <a:gd name="p0x7" fmla="*/ 17196 w 17385"/>
              <a:gd name="p0y7" fmla="*/ 1560 h 1560"/>
              <a:gd name="p0x8" fmla="*/ 16965 w 17385"/>
              <a:gd name="p0y8" fmla="*/ 1560 h 1560"/>
              <a:gd name="p0x9" fmla="*/ 420 w 17385"/>
              <a:gd name="p0y9" fmla="*/ 1560 h 1560"/>
              <a:gd name="p0x10" fmla="*/ 188 w 17385"/>
              <a:gd name="p0y10" fmla="*/ 1560 h 1560"/>
              <a:gd name="p0x11" fmla="*/ 0 w 17385"/>
              <a:gd name="p0y11" fmla="*/ 1372 h 1560"/>
              <a:gd name="p0x12" fmla="*/ 0 w 17385"/>
              <a:gd name="p0y12" fmla="*/ 1140 h 1560"/>
              <a:gd name="p0x13" fmla="*/ 0 w 17385"/>
              <a:gd name="p0y13" fmla="*/ 420 h 1560"/>
              <a:gd name="p0x14" fmla="*/ 0 w 17385"/>
              <a:gd name="p0y14" fmla="*/ 188 h 1560"/>
              <a:gd name="p0x15" fmla="*/ 188 w 17385"/>
              <a:gd name="p0y15" fmla="*/ 0 h 1560"/>
              <a:gd name="p0x16" fmla="*/ 420 w 17385"/>
              <a:gd name="p0y16" fmla="*/ 0 h 15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 57"/>
          <p:cNvSpPr/>
          <p:nvPr>
            <p:custDataLst>
              <p:tags r:id="rId5"/>
            </p:custDataLst>
          </p:nvPr>
        </p:nvSpPr>
        <p:spPr>
          <a:xfrm>
            <a:off x="448945" y="225298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图片 5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496570" y="2281555"/>
            <a:ext cx="219075" cy="252730"/>
          </a:xfrm>
          <a:prstGeom prst="rect">
            <a:avLst/>
          </a:prstGeom>
        </p:spPr>
      </p:pic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839470" y="2203396"/>
            <a:ext cx="5581945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问题场景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0"/>
            </p:custDataLst>
          </p:nvPr>
        </p:nvSpPr>
        <p:spPr>
          <a:xfrm>
            <a:off x="839470" y="2428167"/>
            <a:ext cx="584864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qwen3.5-2B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cache_pressure_ambiguous_hot_revisit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压测中，保护机制生效但吞吐未提升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11"/>
            </p:custDataLst>
          </p:nvPr>
        </p:nvSpPr>
        <p:spPr>
          <a:xfrm>
            <a:off x="253365" y="3105785"/>
            <a:ext cx="11039475" cy="990600"/>
          </a:xfrm>
          <a:custGeom>
            <a:avLst/>
            <a:gdLst>
              <a:gd name="sw" fmla="*/ 1 w 17385"/>
              <a:gd name="sh" fmla="*/ 1 h 1560"/>
              <a:gd name="mins" fmla="min sw sh"/>
              <a:gd name="dsw" fmla="+- 0 sw mins"/>
              <a:gd name="dsh" fmla="+- 0 sh mins"/>
              <a:gd name="p0x0" fmla="*/ 420 w 17385"/>
              <a:gd name="p0y0" fmla="*/ 0 h 1560"/>
              <a:gd name="p0x1" fmla="*/ 16965 w 17385"/>
              <a:gd name="p0y1" fmla="*/ 0 h 1560"/>
              <a:gd name="p0x2" fmla="*/ 17196 w 17385"/>
              <a:gd name="p0y2" fmla="*/ 0 h 1560"/>
              <a:gd name="p0x3" fmla="*/ 17385 w 17385"/>
              <a:gd name="p0y3" fmla="*/ 188 h 1560"/>
              <a:gd name="p0x4" fmla="*/ 17385 w 17385"/>
              <a:gd name="p0y4" fmla="*/ 420 h 1560"/>
              <a:gd name="p0x5" fmla="*/ 17385 w 17385"/>
              <a:gd name="p0y5" fmla="*/ 1140 h 1560"/>
              <a:gd name="p0x6" fmla="*/ 17385 w 17385"/>
              <a:gd name="p0y6" fmla="*/ 1372 h 1560"/>
              <a:gd name="p0x7" fmla="*/ 17196 w 17385"/>
              <a:gd name="p0y7" fmla="*/ 1560 h 1560"/>
              <a:gd name="p0x8" fmla="*/ 16965 w 17385"/>
              <a:gd name="p0y8" fmla="*/ 1560 h 1560"/>
              <a:gd name="p0x9" fmla="*/ 420 w 17385"/>
              <a:gd name="p0y9" fmla="*/ 1560 h 1560"/>
              <a:gd name="p0x10" fmla="*/ 188 w 17385"/>
              <a:gd name="p0y10" fmla="*/ 1560 h 1560"/>
              <a:gd name="p0x11" fmla="*/ 0 w 17385"/>
              <a:gd name="p0y11" fmla="*/ 1372 h 1560"/>
              <a:gd name="p0x12" fmla="*/ 0 w 17385"/>
              <a:gd name="p0y12" fmla="*/ 1140 h 1560"/>
              <a:gd name="p0x13" fmla="*/ 0 w 17385"/>
              <a:gd name="p0y13" fmla="*/ 420 h 1560"/>
              <a:gd name="p0x14" fmla="*/ 0 w 17385"/>
              <a:gd name="p0y14" fmla="*/ 188 h 1560"/>
              <a:gd name="p0x15" fmla="*/ 188 w 17385"/>
              <a:gd name="p0y15" fmla="*/ 0 h 1560"/>
              <a:gd name="p0x16" fmla="*/ 420 w 17385"/>
              <a:gd name="p0y16" fmla="*/ 0 h 15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12"/>
            </p:custDataLst>
          </p:nvPr>
        </p:nvSpPr>
        <p:spPr>
          <a:xfrm>
            <a:off x="448945" y="344360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81965" y="3472180"/>
            <a:ext cx="247650" cy="25273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16"/>
            </p:custDataLst>
          </p:nvPr>
        </p:nvSpPr>
        <p:spPr>
          <a:xfrm>
            <a:off x="839470" y="3394240"/>
            <a:ext cx="7243543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根因分析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7"/>
            </p:custDataLst>
          </p:nvPr>
        </p:nvSpPr>
        <p:spPr>
          <a:xfrm>
            <a:off x="839470" y="3619011"/>
            <a:ext cx="7510243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不是策略方向错，而是实现成本太高：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层反复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retain-score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排序、每次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 selection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写入大量候选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 payload</a:t>
            </a:r>
            <a:endParaRPr lang="en-US" alt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18"/>
            </p:custDataLst>
          </p:nvPr>
        </p:nvSpPr>
        <p:spPr>
          <a:xfrm>
            <a:off x="253365" y="4296410"/>
            <a:ext cx="11039475" cy="991235"/>
          </a:xfrm>
          <a:custGeom>
            <a:avLst/>
            <a:gdLst>
              <a:gd name="sw" fmla="*/ 1 w 17385"/>
              <a:gd name="sh" fmla="*/ 1 h 1560"/>
              <a:gd name="mins" fmla="min sw sh"/>
              <a:gd name="dsw" fmla="+- 0 sw mins"/>
              <a:gd name="dsh" fmla="+- 0 sh mins"/>
              <a:gd name="p0x0" fmla="*/ 420 w 17385"/>
              <a:gd name="p0y0" fmla="*/ 0 h 1560"/>
              <a:gd name="p0x1" fmla="*/ 16965 w 17385"/>
              <a:gd name="p0y1" fmla="*/ 0 h 1560"/>
              <a:gd name="p0x2" fmla="*/ 17196 w 17385"/>
              <a:gd name="p0y2" fmla="*/ 0 h 1560"/>
              <a:gd name="p0x3" fmla="*/ 17385 w 17385"/>
              <a:gd name="p0y3" fmla="*/ 188 h 1560"/>
              <a:gd name="p0x4" fmla="*/ 17385 w 17385"/>
              <a:gd name="p0y4" fmla="*/ 420 h 1560"/>
              <a:gd name="p0x5" fmla="*/ 17385 w 17385"/>
              <a:gd name="p0y5" fmla="*/ 1140 h 1560"/>
              <a:gd name="p0x6" fmla="*/ 17385 w 17385"/>
              <a:gd name="p0y6" fmla="*/ 1372 h 1560"/>
              <a:gd name="p0x7" fmla="*/ 17196 w 17385"/>
              <a:gd name="p0y7" fmla="*/ 1560 h 1560"/>
              <a:gd name="p0x8" fmla="*/ 16965 w 17385"/>
              <a:gd name="p0y8" fmla="*/ 1560 h 1560"/>
              <a:gd name="p0x9" fmla="*/ 420 w 17385"/>
              <a:gd name="p0y9" fmla="*/ 1560 h 1560"/>
              <a:gd name="p0x10" fmla="*/ 188 w 17385"/>
              <a:gd name="p0y10" fmla="*/ 1560 h 1560"/>
              <a:gd name="p0x11" fmla="*/ 0 w 17385"/>
              <a:gd name="p0y11" fmla="*/ 1372 h 1560"/>
              <a:gd name="p0x12" fmla="*/ 0 w 17385"/>
              <a:gd name="p0y12" fmla="*/ 1140 h 1560"/>
              <a:gd name="p0x13" fmla="*/ 0 w 17385"/>
              <a:gd name="p0y13" fmla="*/ 420 h 1560"/>
              <a:gd name="p0x14" fmla="*/ 0 w 17385"/>
              <a:gd name="p0y14" fmla="*/ 188 h 1560"/>
              <a:gd name="p0x15" fmla="*/ 188 w 17385"/>
              <a:gd name="p0y15" fmla="*/ 0 h 1560"/>
              <a:gd name="p0x16" fmla="*/ 420 w 17385"/>
              <a:gd name="p0y16" fmla="*/ 0 h 15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 67"/>
          <p:cNvSpPr/>
          <p:nvPr>
            <p:custDataLst>
              <p:tags r:id="rId19"/>
            </p:custDataLst>
          </p:nvPr>
        </p:nvSpPr>
        <p:spPr>
          <a:xfrm>
            <a:off x="448945" y="463486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273" t="-2933" r="-2273" b="-2933"/>
          <a:stretch>
            <a:fillRect/>
          </a:stretch>
        </p:blipFill>
        <p:spPr>
          <a:xfrm>
            <a:off x="496570" y="4663440"/>
            <a:ext cx="219075" cy="252095"/>
          </a:xfrm>
          <a:prstGeom prst="rect">
            <a:avLst/>
          </a:prstGeom>
        </p:spPr>
      </p:pic>
      <p:sp>
        <p:nvSpPr>
          <p:cNvPr id="70" name="文本框 69"/>
          <p:cNvSpPr txBox="1"/>
          <p:nvPr>
            <p:custDataLst>
              <p:tags r:id="rId23"/>
            </p:custDataLst>
          </p:nvPr>
        </p:nvSpPr>
        <p:spPr>
          <a:xfrm>
            <a:off x="839470" y="4585094"/>
            <a:ext cx="4819059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核心改动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24"/>
            </p:custDataLst>
          </p:nvPr>
        </p:nvSpPr>
        <p:spPr>
          <a:xfrm>
            <a:off x="839470" y="4809865"/>
            <a:ext cx="508575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新增轻量选择器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KVFabricLifecycleTracker.select_family_protect_candidates()</a:t>
            </a:r>
            <a:endParaRPr lang="en-US" alt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25"/>
            </p:custDataLst>
          </p:nvPr>
        </p:nvSpPr>
        <p:spPr>
          <a:xfrm>
            <a:off x="253365" y="5487670"/>
            <a:ext cx="11039475" cy="990600"/>
          </a:xfrm>
          <a:custGeom>
            <a:avLst/>
            <a:gdLst>
              <a:gd name="sw" fmla="*/ 1 w 17385"/>
              <a:gd name="sh" fmla="*/ 1 h 1560"/>
              <a:gd name="mins" fmla="min sw sh"/>
              <a:gd name="dsw" fmla="+- 0 sw mins"/>
              <a:gd name="dsh" fmla="+- 0 sh mins"/>
              <a:gd name="p0x0" fmla="*/ 420 w 17385"/>
              <a:gd name="p0y0" fmla="*/ 0 h 1560"/>
              <a:gd name="p0x1" fmla="*/ 16965 w 17385"/>
              <a:gd name="p0y1" fmla="*/ 0 h 1560"/>
              <a:gd name="p0x2" fmla="*/ 17196 w 17385"/>
              <a:gd name="p0y2" fmla="*/ 0 h 1560"/>
              <a:gd name="p0x3" fmla="*/ 17385 w 17385"/>
              <a:gd name="p0y3" fmla="*/ 188 h 1560"/>
              <a:gd name="p0x4" fmla="*/ 17385 w 17385"/>
              <a:gd name="p0y4" fmla="*/ 420 h 1560"/>
              <a:gd name="p0x5" fmla="*/ 17385 w 17385"/>
              <a:gd name="p0y5" fmla="*/ 1140 h 1560"/>
              <a:gd name="p0x6" fmla="*/ 17385 w 17385"/>
              <a:gd name="p0y6" fmla="*/ 1372 h 1560"/>
              <a:gd name="p0x7" fmla="*/ 17196 w 17385"/>
              <a:gd name="p0y7" fmla="*/ 1560 h 1560"/>
              <a:gd name="p0x8" fmla="*/ 16965 w 17385"/>
              <a:gd name="p0y8" fmla="*/ 1560 h 1560"/>
              <a:gd name="p0x9" fmla="*/ 420 w 17385"/>
              <a:gd name="p0y9" fmla="*/ 1560 h 1560"/>
              <a:gd name="p0x10" fmla="*/ 188 w 17385"/>
              <a:gd name="p0y10" fmla="*/ 1560 h 1560"/>
              <a:gd name="p0x11" fmla="*/ 0 w 17385"/>
              <a:gd name="p0y11" fmla="*/ 1372 h 1560"/>
              <a:gd name="p0x12" fmla="*/ 0 w 17385"/>
              <a:gd name="p0y12" fmla="*/ 1140 h 1560"/>
              <a:gd name="p0x13" fmla="*/ 0 w 17385"/>
              <a:gd name="p0y13" fmla="*/ 420 h 1560"/>
              <a:gd name="p0x14" fmla="*/ 0 w 17385"/>
              <a:gd name="p0y14" fmla="*/ 188 h 1560"/>
              <a:gd name="p0x15" fmla="*/ 188 w 17385"/>
              <a:gd name="p0y15" fmla="*/ 0 h 1560"/>
              <a:gd name="p0x16" fmla="*/ 420 w 17385"/>
              <a:gd name="p0y16" fmla="*/ 0 h 15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26"/>
            </p:custDataLst>
          </p:nvPr>
        </p:nvSpPr>
        <p:spPr>
          <a:xfrm>
            <a:off x="448945" y="582549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16333" r="-2000" b="-16333"/>
          <a:stretch>
            <a:fillRect/>
          </a:stretch>
        </p:blipFill>
        <p:spPr>
          <a:xfrm>
            <a:off x="481965" y="5854065"/>
            <a:ext cx="247650" cy="252730"/>
          </a:xfrm>
          <a:prstGeom prst="rect">
            <a:avLst/>
          </a:prstGeom>
        </p:spPr>
      </p:pic>
      <p:sp>
        <p:nvSpPr>
          <p:cNvPr id="75" name="文本框 74"/>
          <p:cNvSpPr txBox="1"/>
          <p:nvPr>
            <p:custDataLst>
              <p:tags r:id="rId30"/>
            </p:custDataLst>
          </p:nvPr>
        </p:nvSpPr>
        <p:spPr>
          <a:xfrm>
            <a:off x="839470" y="5756888"/>
            <a:ext cx="10258425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选择逻辑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31"/>
            </p:custDataLst>
          </p:nvPr>
        </p:nvSpPr>
        <p:spPr>
          <a:xfrm>
            <a:off x="839470" y="5989320"/>
            <a:ext cx="1887220" cy="205105"/>
          </a:xfrm>
          <a:custGeom>
            <a:avLst/>
            <a:gdLst>
              <a:gd name="sw" fmla="*/ 1 w 2972"/>
              <a:gd name="sh" fmla="*/ 1 h 322"/>
              <a:gd name="mins" fmla="min sw sh"/>
              <a:gd name="dsw" fmla="+- 0 sw mins"/>
              <a:gd name="dsh" fmla="+- 0 sh mins"/>
              <a:gd name="p0x0" fmla="*/ 161 w 2972"/>
              <a:gd name="p0y0" fmla="*/ 0 h 322"/>
              <a:gd name="p0x1" fmla="*/ 2811 w 2972"/>
              <a:gd name="p0y1" fmla="*/ 0 h 322"/>
              <a:gd name="p0x2" fmla="*/ 2900 w 2972"/>
              <a:gd name="p0y2" fmla="*/ 0 h 322"/>
              <a:gd name="p0x3" fmla="*/ 2972 w 2972"/>
              <a:gd name="p0y3" fmla="*/ 72 h 322"/>
              <a:gd name="p0x4" fmla="*/ 2972 w 2972"/>
              <a:gd name="p0y4" fmla="*/ 161 h 322"/>
              <a:gd name="p0x5" fmla="*/ 2972 w 2972"/>
              <a:gd name="p0y5" fmla="*/ 250 h 322"/>
              <a:gd name="p0x6" fmla="*/ 2900 w 2972"/>
              <a:gd name="p0y6" fmla="*/ 322 h 322"/>
              <a:gd name="p0x7" fmla="*/ 2811 w 2972"/>
              <a:gd name="p0y7" fmla="*/ 322 h 322"/>
              <a:gd name="p0x8" fmla="*/ 161 w 2972"/>
              <a:gd name="p0y8" fmla="*/ 322 h 322"/>
              <a:gd name="p0x9" fmla="*/ 72 w 2972"/>
              <a:gd name="p0y9" fmla="*/ 322 h 322"/>
              <a:gd name="p0x10" fmla="*/ 0 w 2972"/>
              <a:gd name="p0y10" fmla="*/ 250 h 322"/>
              <a:gd name="p0x11" fmla="*/ 0 w 2972"/>
              <a:gd name="p0y11" fmla="*/ 161 h 322"/>
              <a:gd name="p0x12" fmla="*/ 0 w 2972"/>
              <a:gd name="p0y12" fmla="*/ 72 h 322"/>
              <a:gd name="p0x13" fmla="*/ 72 w 2972"/>
              <a:gd name="p0y13" fmla="*/ 0 h 322"/>
              <a:gd name="p0x14" fmla="*/ 161 w 2972"/>
              <a:gd name="p0y14" fmla="*/ 0 h 32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>
            <p:custDataLst>
              <p:tags r:id="rId32"/>
            </p:custDataLst>
          </p:nvPr>
        </p:nvSpPr>
        <p:spPr>
          <a:xfrm>
            <a:off x="877570" y="6000709"/>
            <a:ext cx="1944957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保持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free queue/LRU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原始顺序</a:t>
            </a:r>
            <a:endParaRPr lang="zh-CN" altLang="en-US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33"/>
            </p:custDataLst>
          </p:nvPr>
        </p:nvSpPr>
        <p:spPr>
          <a:xfrm>
            <a:off x="2802890" y="5989320"/>
            <a:ext cx="1723390" cy="205105"/>
          </a:xfrm>
          <a:custGeom>
            <a:avLst/>
            <a:gdLst>
              <a:gd name="sw" fmla="*/ 1 w 2713"/>
              <a:gd name="sh" fmla="*/ 1 h 322"/>
              <a:gd name="mins" fmla="min sw sh"/>
              <a:gd name="dsw" fmla="+- 0 sw mins"/>
              <a:gd name="dsh" fmla="+- 0 sh mins"/>
              <a:gd name="p0x0" fmla="*/ 161 w 2713"/>
              <a:gd name="p0y0" fmla="*/ 0 h 322"/>
              <a:gd name="p0x1" fmla="*/ 2552 w 2713"/>
              <a:gd name="p0y1" fmla="*/ 0 h 322"/>
              <a:gd name="p0x2" fmla="*/ 2641 w 2713"/>
              <a:gd name="p0y2" fmla="*/ 0 h 322"/>
              <a:gd name="p0x3" fmla="*/ 2713 w 2713"/>
              <a:gd name="p0y3" fmla="*/ 72 h 322"/>
              <a:gd name="p0x4" fmla="*/ 2713 w 2713"/>
              <a:gd name="p0y4" fmla="*/ 161 h 322"/>
              <a:gd name="p0x5" fmla="*/ 2713 w 2713"/>
              <a:gd name="p0y5" fmla="*/ 250 h 322"/>
              <a:gd name="p0x6" fmla="*/ 2641 w 2713"/>
              <a:gd name="p0y6" fmla="*/ 322 h 322"/>
              <a:gd name="p0x7" fmla="*/ 2552 w 2713"/>
              <a:gd name="p0y7" fmla="*/ 322 h 322"/>
              <a:gd name="p0x8" fmla="*/ 161 w 2713"/>
              <a:gd name="p0y8" fmla="*/ 322 h 322"/>
              <a:gd name="p0x9" fmla="*/ 72 w 2713"/>
              <a:gd name="p0y9" fmla="*/ 322 h 322"/>
              <a:gd name="p0x10" fmla="*/ 0 w 2713"/>
              <a:gd name="p0y10" fmla="*/ 250 h 322"/>
              <a:gd name="p0x11" fmla="*/ 0 w 2713"/>
              <a:gd name="p0y11" fmla="*/ 161 h 322"/>
              <a:gd name="p0x12" fmla="*/ 0 w 2713"/>
              <a:gd name="p0y12" fmla="*/ 72 h 322"/>
              <a:gd name="p0x13" fmla="*/ 72 w 2713"/>
              <a:gd name="p0y13" fmla="*/ 0 h 322"/>
              <a:gd name="p0x14" fmla="*/ 161 w 2713"/>
              <a:gd name="p0y14" fmla="*/ 0 h 32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34"/>
            </p:custDataLst>
          </p:nvPr>
        </p:nvSpPr>
        <p:spPr>
          <a:xfrm>
            <a:off x="2841577" y="6000709"/>
            <a:ext cx="178050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未保护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直接选作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</a:t>
            </a:r>
            <a:endParaRPr lang="en-US" altLang="zh-CN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35"/>
            </p:custDataLst>
          </p:nvPr>
        </p:nvSpPr>
        <p:spPr>
          <a:xfrm>
            <a:off x="4602480" y="5989320"/>
            <a:ext cx="1747520" cy="205105"/>
          </a:xfrm>
          <a:custGeom>
            <a:avLst/>
            <a:gdLst>
              <a:gd name="sw" fmla="*/ 1 w 2752"/>
              <a:gd name="sh" fmla="*/ 1 h 322"/>
              <a:gd name="mins" fmla="min sw sh"/>
              <a:gd name="dsw" fmla="+- 0 sw mins"/>
              <a:gd name="dsh" fmla="+- 0 sh mins"/>
              <a:gd name="p0x0" fmla="*/ 161 w 2752"/>
              <a:gd name="p0y0" fmla="*/ 0 h 322"/>
              <a:gd name="p0x1" fmla="*/ 2590 w 2752"/>
              <a:gd name="p0y1" fmla="*/ 0 h 322"/>
              <a:gd name="p0x2" fmla="*/ 2679 w 2752"/>
              <a:gd name="p0y2" fmla="*/ 0 h 322"/>
              <a:gd name="p0x3" fmla="*/ 2752 w 2752"/>
              <a:gd name="p0y3" fmla="*/ 72 h 322"/>
              <a:gd name="p0x4" fmla="*/ 2752 w 2752"/>
              <a:gd name="p0y4" fmla="*/ 161 h 322"/>
              <a:gd name="p0x5" fmla="*/ 2752 w 2752"/>
              <a:gd name="p0y5" fmla="*/ 250 h 322"/>
              <a:gd name="p0x6" fmla="*/ 2679 w 2752"/>
              <a:gd name="p0y6" fmla="*/ 322 h 322"/>
              <a:gd name="p0x7" fmla="*/ 2590 w 2752"/>
              <a:gd name="p0y7" fmla="*/ 322 h 322"/>
              <a:gd name="p0x8" fmla="*/ 161 w 2752"/>
              <a:gd name="p0y8" fmla="*/ 322 h 322"/>
              <a:gd name="p0x9" fmla="*/ 72 w 2752"/>
              <a:gd name="p0y9" fmla="*/ 322 h 322"/>
              <a:gd name="p0x10" fmla="*/ 0 w 2752"/>
              <a:gd name="p0y10" fmla="*/ 250 h 322"/>
              <a:gd name="p0x11" fmla="*/ 0 w 2752"/>
              <a:gd name="p0y11" fmla="*/ 161 h 322"/>
              <a:gd name="p0x12" fmla="*/ 0 w 2752"/>
              <a:gd name="p0y12" fmla="*/ 72 h 322"/>
              <a:gd name="p0x13" fmla="*/ 72 w 2752"/>
              <a:gd name="p0y13" fmla="*/ 0 h 322"/>
              <a:gd name="p0x14" fmla="*/ 161 w 2752"/>
              <a:gd name="p0y14" fmla="*/ 0 h 32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>
            <p:custDataLst>
              <p:tags r:id="rId36"/>
            </p:custDataLst>
          </p:nvPr>
        </p:nvSpPr>
        <p:spPr>
          <a:xfrm>
            <a:off x="4641136" y="6000709"/>
            <a:ext cx="193804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 block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deferred</a:t>
            </a:r>
            <a:endParaRPr lang="en-US" altLang="zh-CN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37"/>
            </p:custDataLst>
          </p:nvPr>
        </p:nvSpPr>
        <p:spPr>
          <a:xfrm>
            <a:off x="6426200" y="5989320"/>
            <a:ext cx="2228850" cy="205105"/>
          </a:xfrm>
          <a:custGeom>
            <a:avLst/>
            <a:gdLst>
              <a:gd name="sw" fmla="*/ 1 w 3509"/>
              <a:gd name="sh" fmla="*/ 1 h 322"/>
              <a:gd name="mins" fmla="min sw sh"/>
              <a:gd name="dsw" fmla="+- 0 sw mins"/>
              <a:gd name="dsh" fmla="+- 0 sh mins"/>
              <a:gd name="p0x0" fmla="*/ 161 w 3509"/>
              <a:gd name="p0y0" fmla="*/ 0 h 322"/>
              <a:gd name="p0x1" fmla="*/ 3348 w 3509"/>
              <a:gd name="p0y1" fmla="*/ 0 h 322"/>
              <a:gd name="p0x2" fmla="*/ 3437 w 3509"/>
              <a:gd name="p0y2" fmla="*/ 0 h 322"/>
              <a:gd name="p0x3" fmla="*/ 3509 w 3509"/>
              <a:gd name="p0y3" fmla="*/ 72 h 322"/>
              <a:gd name="p0x4" fmla="*/ 3509 w 3509"/>
              <a:gd name="p0y4" fmla="*/ 161 h 322"/>
              <a:gd name="p0x5" fmla="*/ 3509 w 3509"/>
              <a:gd name="p0y5" fmla="*/ 250 h 322"/>
              <a:gd name="p0x6" fmla="*/ 3437 w 3509"/>
              <a:gd name="p0y6" fmla="*/ 322 h 322"/>
              <a:gd name="p0x7" fmla="*/ 3348 w 3509"/>
              <a:gd name="p0y7" fmla="*/ 322 h 322"/>
              <a:gd name="p0x8" fmla="*/ 161 w 3509"/>
              <a:gd name="p0y8" fmla="*/ 322 h 322"/>
              <a:gd name="p0x9" fmla="*/ 72 w 3509"/>
              <a:gd name="p0y9" fmla="*/ 322 h 322"/>
              <a:gd name="p0x10" fmla="*/ 0 w 3509"/>
              <a:gd name="p0y10" fmla="*/ 250 h 322"/>
              <a:gd name="p0x11" fmla="*/ 0 w 3509"/>
              <a:gd name="p0y11" fmla="*/ 161 h 322"/>
              <a:gd name="p0x12" fmla="*/ 0 w 3509"/>
              <a:gd name="p0y12" fmla="*/ 72 h 322"/>
              <a:gd name="p0x13" fmla="*/ 72 w 3509"/>
              <a:gd name="p0y13" fmla="*/ 0 h 322"/>
              <a:gd name="p0x14" fmla="*/ 161 w 3509"/>
              <a:gd name="p0y14" fmla="*/ 0 h 32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>
            <p:custDataLst>
              <p:tags r:id="rId38"/>
            </p:custDataLst>
          </p:nvPr>
        </p:nvSpPr>
        <p:spPr>
          <a:xfrm>
            <a:off x="6464878" y="6000709"/>
            <a:ext cx="241913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不够时回退驱逐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</a:t>
            </a:r>
            <a:endParaRPr lang="en-US" altLang="zh-CN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39"/>
            </p:custDataLst>
          </p:nvPr>
        </p:nvSpPr>
        <p:spPr>
          <a:xfrm>
            <a:off x="8731250" y="5989320"/>
            <a:ext cx="1778635" cy="205105"/>
          </a:xfrm>
          <a:custGeom>
            <a:avLst/>
            <a:gdLst>
              <a:gd name="sw" fmla="*/ 1 w 2801"/>
              <a:gd name="sh" fmla="*/ 1 h 322"/>
              <a:gd name="mins" fmla="min sw sh"/>
              <a:gd name="dsw" fmla="+- 0 sw mins"/>
              <a:gd name="dsh" fmla="+- 0 sh mins"/>
              <a:gd name="p0x0" fmla="*/ 161 w 2801"/>
              <a:gd name="p0y0" fmla="*/ 0 h 322"/>
              <a:gd name="p0x1" fmla="*/ 2640 w 2801"/>
              <a:gd name="p0y1" fmla="*/ 0 h 322"/>
              <a:gd name="p0x2" fmla="*/ 2729 w 2801"/>
              <a:gd name="p0y2" fmla="*/ 0 h 322"/>
              <a:gd name="p0x3" fmla="*/ 2801 w 2801"/>
              <a:gd name="p0y3" fmla="*/ 72 h 322"/>
              <a:gd name="p0x4" fmla="*/ 2801 w 2801"/>
              <a:gd name="p0y4" fmla="*/ 161 h 322"/>
              <a:gd name="p0x5" fmla="*/ 2801 w 2801"/>
              <a:gd name="p0y5" fmla="*/ 250 h 322"/>
              <a:gd name="p0x6" fmla="*/ 2729 w 2801"/>
              <a:gd name="p0y6" fmla="*/ 322 h 322"/>
              <a:gd name="p0x7" fmla="*/ 2640 w 2801"/>
              <a:gd name="p0y7" fmla="*/ 322 h 322"/>
              <a:gd name="p0x8" fmla="*/ 161 w 2801"/>
              <a:gd name="p0y8" fmla="*/ 322 h 322"/>
              <a:gd name="p0x9" fmla="*/ 72 w 2801"/>
              <a:gd name="p0y9" fmla="*/ 322 h 322"/>
              <a:gd name="p0x10" fmla="*/ 0 w 2801"/>
              <a:gd name="p0y10" fmla="*/ 250 h 322"/>
              <a:gd name="p0x11" fmla="*/ 0 w 2801"/>
              <a:gd name="p0y11" fmla="*/ 161 h 322"/>
              <a:gd name="p0x12" fmla="*/ 0 w 2801"/>
              <a:gd name="p0y12" fmla="*/ 72 h 322"/>
              <a:gd name="p0x13" fmla="*/ 72 w 2801"/>
              <a:gd name="p0y13" fmla="*/ 0 h 322"/>
              <a:gd name="p0x14" fmla="*/ 161 w 2801"/>
              <a:gd name="p0y14" fmla="*/ 0 h 322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40"/>
            </p:custDataLst>
          </p:nvPr>
        </p:nvSpPr>
        <p:spPr>
          <a:xfrm>
            <a:off x="8769699" y="6000709"/>
            <a:ext cx="18360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默认关闭候选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日志写入</a:t>
            </a:r>
            <a:endParaRPr lang="zh-CN" altLang="en-US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314960" y="2987040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40000"/>
              </a:lnSpc>
            </a:pP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74320" y="241871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40000"/>
              </a:lnSpc>
            </a:pP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7" name="文本框 36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V9</a:t>
            </a:r>
            <a:r>
              <a:rPr 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优化结果</a:t>
            </a:r>
            <a:endParaRPr 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581025" y="1114425"/>
          <a:ext cx="11039474" cy="423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2584"/>
                <a:gridCol w="2428656"/>
                <a:gridCol w="2870225"/>
                <a:gridCol w="2208009"/>
              </a:tblGrid>
              <a:tr h="43621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family_protect linear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Change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54314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3.4232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3.4568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↑ +0.98%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Avg latency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0.2918s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0.2892s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-0.91%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0.1686s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0.1666s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-1.18%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Evicted blocks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483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479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-0.83%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Shared-anchor eviction ratio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0.008282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0.000000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-100%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Rebuilt-from-eviction blocks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-100%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5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tokens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5440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5984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↑ +10.0%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任意多边形 38"/>
          <p:cNvSpPr/>
          <p:nvPr>
            <p:custDataLst>
              <p:tags r:id="rId3"/>
            </p:custDataLst>
          </p:nvPr>
        </p:nvSpPr>
        <p:spPr>
          <a:xfrm>
            <a:off x="575945" y="5509895"/>
            <a:ext cx="11039475" cy="962025"/>
          </a:xfrm>
          <a:custGeom>
            <a:avLst/>
            <a:gdLst>
              <a:gd name="sw" fmla="*/ 1 w 17385"/>
              <a:gd name="sh" fmla="*/ 1 h 1515"/>
              <a:gd name="mins" fmla="min sw sh"/>
              <a:gd name="dsw" fmla="+- 0 sw mins"/>
              <a:gd name="dsh" fmla="+- 0 sh mins"/>
              <a:gd name="p0x0" fmla="*/ 420 w 17385"/>
              <a:gd name="p0y0" fmla="*/ 0 h 1515"/>
              <a:gd name="p0x1" fmla="*/ 16965 w 17385"/>
              <a:gd name="p0y1" fmla="*/ 0 h 1515"/>
              <a:gd name="p0x2" fmla="*/ 17196 w 17385"/>
              <a:gd name="p0y2" fmla="*/ 0 h 1515"/>
              <a:gd name="p0x3" fmla="*/ 17385 w 17385"/>
              <a:gd name="p0y3" fmla="*/ 188 h 1515"/>
              <a:gd name="p0x4" fmla="*/ 17385 w 17385"/>
              <a:gd name="p0y4" fmla="*/ 420 h 1515"/>
              <a:gd name="p0x5" fmla="*/ 17385 w 17385"/>
              <a:gd name="p0y5" fmla="*/ 1095 h 1515"/>
              <a:gd name="p0x6" fmla="*/ 17385 w 17385"/>
              <a:gd name="p0y6" fmla="*/ 1326 h 1515"/>
              <a:gd name="p0x7" fmla="*/ 17196 w 17385"/>
              <a:gd name="p0y7" fmla="*/ 1515 h 1515"/>
              <a:gd name="p0x8" fmla="*/ 16965 w 17385"/>
              <a:gd name="p0y8" fmla="*/ 1515 h 1515"/>
              <a:gd name="p0x9" fmla="*/ 420 w 17385"/>
              <a:gd name="p0y9" fmla="*/ 1515 h 1515"/>
              <a:gd name="p0x10" fmla="*/ 188 w 17385"/>
              <a:gd name="p0y10" fmla="*/ 1515 h 1515"/>
              <a:gd name="p0x11" fmla="*/ 0 w 17385"/>
              <a:gd name="p0y11" fmla="*/ 1326 h 1515"/>
              <a:gd name="p0x12" fmla="*/ 0 w 17385"/>
              <a:gd name="p0y12" fmla="*/ 1095 h 1515"/>
              <a:gd name="p0x13" fmla="*/ 0 w 17385"/>
              <a:gd name="p0y13" fmla="*/ 420 h 1515"/>
              <a:gd name="p0x14" fmla="*/ 0 w 17385"/>
              <a:gd name="p0y14" fmla="*/ 188 h 1515"/>
              <a:gd name="p0x15" fmla="*/ 188 w 17385"/>
              <a:gd name="p0y15" fmla="*/ 0 h 1515"/>
              <a:gd name="p0x16" fmla="*/ 420 w 17385"/>
              <a:gd name="p0y16" fmla="*/ 0 h 151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4"/>
            </p:custDataLst>
          </p:nvPr>
        </p:nvSpPr>
        <p:spPr>
          <a:xfrm>
            <a:off x="771525" y="57816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5862320"/>
            <a:ext cx="247650" cy="2527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8"/>
            </p:custDataLst>
          </p:nvPr>
        </p:nvSpPr>
        <p:spPr>
          <a:xfrm>
            <a:off x="1304925" y="5957888"/>
            <a:ext cx="647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这一版第一次同时满足：资源管理质量显著改善、端到端性能不再负优化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9"/>
            </p:custDataLst>
          </p:nvPr>
        </p:nvSpPr>
        <p:spPr>
          <a:xfrm>
            <a:off x="1304925" y="5705475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阶段结论</a:t>
            </a:r>
            <a:endParaRPr sz="13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751037" y="440326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策略演进</a:t>
            </a:r>
            <a:endParaRPr lang="zh-CN" sz="30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60 w 4970"/>
              <a:gd name="p0y0" fmla="*/ 0 h 8445"/>
              <a:gd name="p0x1" fmla="*/ 4910 w 4970"/>
              <a:gd name="p0y1" fmla="*/ 0 h 8445"/>
              <a:gd name="p0x2" fmla="*/ 4944 w 4970"/>
              <a:gd name="p0y2" fmla="*/ 0 h 8445"/>
              <a:gd name="p0x3" fmla="*/ 4970 w 4970"/>
              <a:gd name="p0y3" fmla="*/ 26 h 8445"/>
              <a:gd name="p0x4" fmla="*/ 4970 w 4970"/>
              <a:gd name="p0y4" fmla="*/ 60 h 8445"/>
              <a:gd name="p0x5" fmla="*/ 4970 w 4970"/>
              <a:gd name="p0y5" fmla="*/ 8385 h 8445"/>
              <a:gd name="p0x6" fmla="*/ 4970 w 4970"/>
              <a:gd name="p0y6" fmla="*/ 8418 h 8445"/>
              <a:gd name="p0x7" fmla="*/ 4944 w 4970"/>
              <a:gd name="p0y7" fmla="*/ 8445 h 8445"/>
              <a:gd name="p0x8" fmla="*/ 4910 w 4970"/>
              <a:gd name="p0y8" fmla="*/ 8445 h 8445"/>
              <a:gd name="p0x9" fmla="*/ 60 w 4970"/>
              <a:gd name="p0y9" fmla="*/ 8445 h 8445"/>
              <a:gd name="p0x10" fmla="*/ 26 w 4970"/>
              <a:gd name="p0y10" fmla="*/ 8445 h 8445"/>
              <a:gd name="p0x11" fmla="*/ 0 w 4970"/>
              <a:gd name="p0y11" fmla="*/ 8418 h 8445"/>
              <a:gd name="p0x12" fmla="*/ 0 w 4970"/>
              <a:gd name="p0y12" fmla="*/ 8385 h 8445"/>
              <a:gd name="p0x13" fmla="*/ 0 w 4970"/>
              <a:gd name="p0y13" fmla="*/ 60 h 8445"/>
              <a:gd name="p0x14" fmla="*/ 0 w 4970"/>
              <a:gd name="p0y14" fmla="*/ 26 h 8445"/>
              <a:gd name="p0x15" fmla="*/ 26 w 4970"/>
              <a:gd name="p0y15" fmla="*/ 0 h 8445"/>
              <a:gd name="p0x16" fmla="*/ 60 w 4970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771525" y="327152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47725" y="3309938"/>
            <a:ext cx="76221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</a:t>
            </a:r>
            <a:endParaRPr sz="120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648044" y="3227070"/>
            <a:ext cx="193789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 baseline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3714750"/>
            <a:ext cx="27660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不改变原始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选择顺序，只记录生命周期事件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398970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60 w 5801"/>
              <a:gd name="p0y0" fmla="*/ 0 h 8445"/>
              <a:gd name="p0x1" fmla="*/ 5741 w 5801"/>
              <a:gd name="p0y1" fmla="*/ 0 h 8445"/>
              <a:gd name="p0x2" fmla="*/ 5775 w 5801"/>
              <a:gd name="p0y2" fmla="*/ 0 h 8445"/>
              <a:gd name="p0x3" fmla="*/ 5801 w 5801"/>
              <a:gd name="p0y3" fmla="*/ 26 h 8445"/>
              <a:gd name="p0x4" fmla="*/ 5801 w 5801"/>
              <a:gd name="p0y4" fmla="*/ 60 h 8445"/>
              <a:gd name="p0x5" fmla="*/ 5801 w 5801"/>
              <a:gd name="p0y5" fmla="*/ 8385 h 8445"/>
              <a:gd name="p0x6" fmla="*/ 5801 w 5801"/>
              <a:gd name="p0y6" fmla="*/ 8418 h 8445"/>
              <a:gd name="p0x7" fmla="*/ 5775 w 5801"/>
              <a:gd name="p0y7" fmla="*/ 8445 h 8445"/>
              <a:gd name="p0x8" fmla="*/ 5741 w 5801"/>
              <a:gd name="p0y8" fmla="*/ 8445 h 8445"/>
              <a:gd name="p0x9" fmla="*/ 60 w 5801"/>
              <a:gd name="p0y9" fmla="*/ 8445 h 8445"/>
              <a:gd name="p0x10" fmla="*/ 26 w 5801"/>
              <a:gd name="p0y10" fmla="*/ 8445 h 8445"/>
              <a:gd name="p0x11" fmla="*/ 0 w 5801"/>
              <a:gd name="p0y11" fmla="*/ 8418 h 8445"/>
              <a:gd name="p0x12" fmla="*/ 0 w 5801"/>
              <a:gd name="p0y12" fmla="*/ 8385 h 8445"/>
              <a:gd name="p0x13" fmla="*/ 0 w 5801"/>
              <a:gd name="p0y13" fmla="*/ 60 h 8445"/>
              <a:gd name="p0x14" fmla="*/ 0 w 5801"/>
              <a:gd name="p0y14" fmla="*/ 26 h 8445"/>
              <a:gd name="p0x15" fmla="*/ 26 w 5801"/>
              <a:gd name="p0y15" fmla="*/ 0 h 8445"/>
              <a:gd name="p0x16" fmla="*/ 60 w 5801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4184650" y="1333500"/>
            <a:ext cx="915035" cy="276225"/>
          </a:xfrm>
          <a:custGeom>
            <a:avLst/>
            <a:gdLst>
              <a:gd name="sw" fmla="*/ 1 w 1440"/>
              <a:gd name="sh" fmla="*/ 1 h 435"/>
              <a:gd name="mins" fmla="min sw sh"/>
              <a:gd name="dsw" fmla="+- 0 sw mins"/>
              <a:gd name="dsh" fmla="+- 0 sh mins"/>
              <a:gd name="p0x0" fmla="*/ 60 w 1440"/>
              <a:gd name="p0y0" fmla="*/ 0 h 435"/>
              <a:gd name="p0x1" fmla="*/ 1380 w 1440"/>
              <a:gd name="p0y1" fmla="*/ 0 h 435"/>
              <a:gd name="p0x2" fmla="*/ 1413 w 1440"/>
              <a:gd name="p0y2" fmla="*/ 0 h 435"/>
              <a:gd name="p0x3" fmla="*/ 1440 w 1440"/>
              <a:gd name="p0y3" fmla="*/ 26 h 435"/>
              <a:gd name="p0x4" fmla="*/ 1440 w 1440"/>
              <a:gd name="p0y4" fmla="*/ 60 h 435"/>
              <a:gd name="p0x5" fmla="*/ 1440 w 1440"/>
              <a:gd name="p0y5" fmla="*/ 375 h 435"/>
              <a:gd name="p0x6" fmla="*/ 1440 w 1440"/>
              <a:gd name="p0y6" fmla="*/ 408 h 435"/>
              <a:gd name="p0x7" fmla="*/ 1413 w 1440"/>
              <a:gd name="p0y7" fmla="*/ 435 h 435"/>
              <a:gd name="p0x8" fmla="*/ 1380 w 1440"/>
              <a:gd name="p0y8" fmla="*/ 435 h 435"/>
              <a:gd name="p0x9" fmla="*/ 60 w 1440"/>
              <a:gd name="p0y9" fmla="*/ 435 h 435"/>
              <a:gd name="p0x10" fmla="*/ 26 w 1440"/>
              <a:gd name="p0y10" fmla="*/ 435 h 435"/>
              <a:gd name="p0x11" fmla="*/ 0 w 1440"/>
              <a:gd name="p0y11" fmla="*/ 408 h 435"/>
              <a:gd name="p0x12" fmla="*/ 0 w 1440"/>
              <a:gd name="p0y12" fmla="*/ 375 h 435"/>
              <a:gd name="p0x13" fmla="*/ 0 w 1440"/>
              <a:gd name="p0y13" fmla="*/ 60 h 435"/>
              <a:gd name="p0x14" fmla="*/ 0 w 1440"/>
              <a:gd name="p0y14" fmla="*/ 26 h 435"/>
              <a:gd name="p0x15" fmla="*/ 26 w 1440"/>
              <a:gd name="p0y15" fmla="*/ 0 h 435"/>
              <a:gd name="p0x16" fmla="*/ 60 w 1440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261466" y="137160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研究型策略</a:t>
            </a:r>
            <a:endParaRPr sz="120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5214042" y="1288732"/>
            <a:ext cx="20554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shared-aware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4185266" y="1738313"/>
            <a:ext cx="329371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 score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</a:t>
            </a:r>
            <a:endParaRPr lang="en-US" altLang="zh-CN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4185266" y="2485435"/>
            <a:ext cx="32937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典型分数因子：</a:t>
            </a:r>
            <a:endParaRPr sz="13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4184650" y="31610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4299566" y="3065859"/>
            <a:ext cx="88166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 count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5"/>
            </p:custDataLst>
          </p:nvPr>
        </p:nvSpPr>
        <p:spPr>
          <a:xfrm>
            <a:off x="4184650" y="34277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4299566" y="3332559"/>
            <a:ext cx="125692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 degree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7"/>
            </p:custDataLst>
          </p:nvPr>
        </p:nvSpPr>
        <p:spPr>
          <a:xfrm>
            <a:off x="4184650" y="36944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4299566" y="3599259"/>
            <a:ext cx="127679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 factor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4184650" y="39611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4299566" y="3865959"/>
            <a:ext cx="115148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depth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4184650" y="42278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4299566" y="4132659"/>
            <a:ext cx="145888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recompute cost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4184650" y="44945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4299566" y="4399359"/>
            <a:ext cx="47937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184650" y="5055870"/>
            <a:ext cx="3293110" cy="1220470"/>
            <a:chOff x="6590" y="7962"/>
            <a:chExt cx="5186" cy="1922"/>
          </a:xfrm>
        </p:grpSpPr>
        <p:sp>
          <p:nvSpPr>
            <p:cNvPr id="30" name="任意多边形 29"/>
            <p:cNvSpPr/>
            <p:nvPr>
              <p:custDataLst>
                <p:tags r:id="rId25"/>
              </p:custDataLst>
            </p:nvPr>
          </p:nvSpPr>
          <p:spPr>
            <a:xfrm>
              <a:off x="6590" y="7962"/>
              <a:ext cx="5187" cy="1923"/>
            </a:xfrm>
            <a:custGeom>
              <a:avLst/>
              <a:gdLst>
                <a:gd name="sw" fmla="*/ 1 w 5186"/>
                <a:gd name="sh" fmla="*/ 1 h 1922"/>
                <a:gd name="mins" fmla="min sw sh"/>
                <a:gd name="dsw" fmla="+- 0 sw mins"/>
                <a:gd name="dsh" fmla="+- 0 sh mins"/>
                <a:gd name="p0x0" fmla="*/ 0 w 5186"/>
                <a:gd name="p0y0" fmla="*/ 0 h 1922"/>
                <a:gd name="p0x1" fmla="*/ 5186 w 5186"/>
                <a:gd name="p0y1" fmla="*/ 0 h 1922"/>
                <a:gd name="p0x2" fmla="*/ 5186 w 5186"/>
                <a:gd name="p0y2" fmla="*/ 1922 h 1922"/>
                <a:gd name="p0x3" fmla="*/ 0 w 5186"/>
                <a:gd name="p0y3" fmla="*/ 1922 h 1922"/>
                <a:gd name="p0x4" fmla="*/ 0 w 5186"/>
                <a:gd name="p0y4" fmla="*/ 0 h 1922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6"/>
              </p:custDataLst>
            </p:nvPr>
          </p:nvSpPr>
          <p:spPr>
            <a:xfrm>
              <a:off x="6590" y="7962"/>
              <a:ext cx="5187" cy="15"/>
            </a:xfrm>
            <a:custGeom>
              <a:avLst/>
              <a:gdLst>
                <a:gd name="sw" fmla="*/ 1 w 5186"/>
                <a:gd name="sh" fmla="*/ 1 h 15"/>
                <a:gd name="mins" fmla="min sw sh"/>
                <a:gd name="dsw" fmla="+- 0 sw mins"/>
                <a:gd name="dsh" fmla="+- 0 sh mins"/>
                <a:gd name="p0x0" fmla="*/ 0 w 5186"/>
                <a:gd name="p0y0" fmla="*/ 0 h 15"/>
                <a:gd name="p0x1" fmla="*/ 5186 w 5186"/>
                <a:gd name="p0y1" fmla="*/ 0 h 15"/>
                <a:gd name="p0x2" fmla="*/ 5186 w 5186"/>
                <a:gd name="p0y2" fmla="*/ 15 h 15"/>
                <a:gd name="p0x3" fmla="*/ 0 w 5186"/>
                <a:gd name="p0y3" fmla="*/ 15 h 15"/>
                <a:gd name="p0x4" fmla="*/ 0 w 5186"/>
                <a:gd name="p0y4" fmla="*/ 0 h 15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6E9E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4185266" y="5126479"/>
            <a:ext cx="32937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解释性强，能验证多类信号是否有价值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4185266" y="5713162"/>
            <a:ext cx="32937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排序开销较高，适合研究型策略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9"/>
            </p:custDataLst>
          </p:nvPr>
        </p:nvSpPr>
        <p:spPr>
          <a:xfrm>
            <a:off x="793115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60 w 5801"/>
              <a:gd name="p0y0" fmla="*/ 0 h 8445"/>
              <a:gd name="p0x1" fmla="*/ 5741 w 5801"/>
              <a:gd name="p0y1" fmla="*/ 0 h 8445"/>
              <a:gd name="p0x2" fmla="*/ 5775 w 5801"/>
              <a:gd name="p0y2" fmla="*/ 0 h 8445"/>
              <a:gd name="p0x3" fmla="*/ 5801 w 5801"/>
              <a:gd name="p0y3" fmla="*/ 26 h 8445"/>
              <a:gd name="p0x4" fmla="*/ 5801 w 5801"/>
              <a:gd name="p0y4" fmla="*/ 60 h 8445"/>
              <a:gd name="p0x5" fmla="*/ 5801 w 5801"/>
              <a:gd name="p0y5" fmla="*/ 8385 h 8445"/>
              <a:gd name="p0x6" fmla="*/ 5801 w 5801"/>
              <a:gd name="p0y6" fmla="*/ 8418 h 8445"/>
              <a:gd name="p0x7" fmla="*/ 5775 w 5801"/>
              <a:gd name="p0y7" fmla="*/ 8445 h 8445"/>
              <a:gd name="p0x8" fmla="*/ 5741 w 5801"/>
              <a:gd name="p0y8" fmla="*/ 8445 h 8445"/>
              <a:gd name="p0x9" fmla="*/ 60 w 5801"/>
              <a:gd name="p0y9" fmla="*/ 8445 h 8445"/>
              <a:gd name="p0x10" fmla="*/ 26 w 5801"/>
              <a:gd name="p0y10" fmla="*/ 8445 h 8445"/>
              <a:gd name="p0x11" fmla="*/ 0 w 5801"/>
              <a:gd name="p0y11" fmla="*/ 8418 h 8445"/>
              <a:gd name="p0x12" fmla="*/ 0 w 5801"/>
              <a:gd name="p0y12" fmla="*/ 8385 h 8445"/>
              <a:gd name="p0x13" fmla="*/ 0 w 5801"/>
              <a:gd name="p0y13" fmla="*/ 60 h 8445"/>
              <a:gd name="p0x14" fmla="*/ 0 w 5801"/>
              <a:gd name="p0y14" fmla="*/ 26 h 8445"/>
              <a:gd name="p0x15" fmla="*/ 26 w 5801"/>
              <a:gd name="p0y15" fmla="*/ 0 h 8445"/>
              <a:gd name="p0x16" fmla="*/ 60 w 5801"/>
              <a:gd name="p0y16" fmla="*/ 0 h 8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E62D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0"/>
            </p:custDataLst>
          </p:nvPr>
        </p:nvSpPr>
        <p:spPr>
          <a:xfrm>
            <a:off x="8126095" y="1333500"/>
            <a:ext cx="762635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1"/>
            </p:custDataLst>
          </p:nvPr>
        </p:nvSpPr>
        <p:spPr>
          <a:xfrm>
            <a:off x="8202882" y="13716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生产优化</a:t>
            </a:r>
            <a:endParaRPr sz="120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2"/>
            </p:custDataLst>
          </p:nvPr>
        </p:nvSpPr>
        <p:spPr>
          <a:xfrm>
            <a:off x="9003058" y="1288732"/>
            <a:ext cx="205948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family-protect</a:t>
            </a:r>
            <a:endParaRPr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3"/>
            </p:custDataLst>
          </p:nvPr>
        </p:nvSpPr>
        <p:spPr>
          <a:xfrm>
            <a:off x="8126682" y="2460803"/>
            <a:ext cx="32937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</a:t>
            </a:r>
            <a:r>
              <a:rPr 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</a:t>
            </a:r>
            <a:endParaRPr lang="zh-CN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4"/>
            </p:custDataLst>
          </p:nvPr>
        </p:nvSpPr>
        <p:spPr>
          <a:xfrm>
            <a:off x="8126682" y="2712263"/>
            <a:ext cx="32937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hit_count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share_degree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branch_factor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达到阈值</a:t>
            </a:r>
            <a:endParaRPr lang="zh-CN" altLang="en-US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35"/>
            </p:custDataLst>
          </p:nvPr>
        </p:nvSpPr>
        <p:spPr>
          <a:xfrm>
            <a:off x="8126682" y="3679479"/>
            <a:ext cx="32937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线性选择</a:t>
            </a:r>
            <a:endParaRPr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6"/>
            </p:custDataLst>
          </p:nvPr>
        </p:nvSpPr>
        <p:spPr>
          <a:xfrm>
            <a:off x="8126682" y="3930939"/>
            <a:ext cx="329371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保持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LRU/free queue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原始顺序，遇到普通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直接作为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，遇到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 block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deferred</a:t>
            </a:r>
            <a:endParaRPr lang="en-US" altLang="zh-CN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37"/>
            </p:custDataLst>
          </p:nvPr>
        </p:nvSpPr>
        <p:spPr>
          <a:xfrm>
            <a:off x="8126682" y="5172446"/>
            <a:ext cx="32937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回退驱逐</a:t>
            </a:r>
            <a:endParaRPr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38"/>
            </p:custDataLst>
          </p:nvPr>
        </p:nvSpPr>
        <p:spPr>
          <a:xfrm>
            <a:off x="8126682" y="5423907"/>
            <a:ext cx="32937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只有普通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不够时，才回退驱逐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 block</a:t>
            </a:r>
            <a:endParaRPr lang="en-US" altLang="zh-CN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9"/>
            </p:custDataLst>
          </p:nvPr>
        </p:nvSpPr>
        <p:spPr>
          <a:xfrm>
            <a:off x="8126682" y="1738313"/>
            <a:ext cx="329371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从软排序改为更轻的</a:t>
            </a:r>
            <a:r>
              <a:rPr lang="en-US" altLang="zh-CN" sz="150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hard bucket</a:t>
            </a:r>
            <a:endParaRPr lang="en-US" altLang="zh-CN" sz="150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V10</a:t>
            </a:r>
            <a:r>
              <a:rPr 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实验结果</a:t>
            </a:r>
            <a:endParaRPr 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227330" y="1107440"/>
            <a:ext cx="11043285" cy="1681480"/>
          </a:xfrm>
          <a:custGeom>
            <a:avLst/>
            <a:gdLst>
              <a:gd name="sw" fmla="*/ 1 w 27627"/>
              <a:gd name="sh" fmla="*/ 1 h 4205"/>
              <a:gd name="mins" fmla="min sw sh"/>
              <a:gd name="dsw" fmla="+- 0 sw mins"/>
              <a:gd name="dsh" fmla="+- 0 sh mins"/>
              <a:gd name="p0x0" fmla="*/ 420 w 27627"/>
              <a:gd name="p0y0" fmla="*/ 0 h 4205"/>
              <a:gd name="p0x1" fmla="*/ 27207 w 27627"/>
              <a:gd name="p0y1" fmla="*/ 0 h 4205"/>
              <a:gd name="p0x2" fmla="*/ 27439 w 27627"/>
              <a:gd name="p0y2" fmla="*/ 0 h 4205"/>
              <a:gd name="p0x3" fmla="*/ 27627 w 27627"/>
              <a:gd name="p0y3" fmla="*/ 188 h 4205"/>
              <a:gd name="p0x4" fmla="*/ 27627 w 27627"/>
              <a:gd name="p0y4" fmla="*/ 420 h 4205"/>
              <a:gd name="p0x5" fmla="*/ 27627 w 27627"/>
              <a:gd name="p0y5" fmla="*/ 3785 h 4205"/>
              <a:gd name="p0x6" fmla="*/ 27627 w 27627"/>
              <a:gd name="p0y6" fmla="*/ 4017 h 4205"/>
              <a:gd name="p0x7" fmla="*/ 27439 w 27627"/>
              <a:gd name="p0y7" fmla="*/ 4205 h 4205"/>
              <a:gd name="p0x8" fmla="*/ 27207 w 27627"/>
              <a:gd name="p0y8" fmla="*/ 4205 h 4205"/>
              <a:gd name="p0x9" fmla="*/ 420 w 27627"/>
              <a:gd name="p0y9" fmla="*/ 4205 h 4205"/>
              <a:gd name="p0x10" fmla="*/ 188 w 27627"/>
              <a:gd name="p0y10" fmla="*/ 4205 h 4205"/>
              <a:gd name="p0x11" fmla="*/ 0 w 27627"/>
              <a:gd name="p0y11" fmla="*/ 4017 h 4205"/>
              <a:gd name="p0x12" fmla="*/ 0 w 27627"/>
              <a:gd name="p0y12" fmla="*/ 3785 h 4205"/>
              <a:gd name="p0x13" fmla="*/ 0 w 27627"/>
              <a:gd name="p0y13" fmla="*/ 420 h 4205"/>
              <a:gd name="p0x14" fmla="*/ 0 w 27627"/>
              <a:gd name="p0y14" fmla="*/ 188 h 4205"/>
              <a:gd name="p0x15" fmla="*/ 188 w 27627"/>
              <a:gd name="p0y15" fmla="*/ 0 h 4205"/>
              <a:gd name="p0x16" fmla="*/ 420 w 27627"/>
              <a:gd name="p0y16" fmla="*/ 0 h 42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5996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350520" y="1221105"/>
            <a:ext cx="10797540" cy="196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普通无共享场景（</a:t>
            </a:r>
            <a:r>
              <a:rPr lang="en-US" altLang="zh-CN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ordinary_unique_cold</a:t>
            </a: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13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4"/>
            </p:custDataLst>
          </p:nvPr>
        </p:nvGraphicFramePr>
        <p:xfrm>
          <a:off x="356870" y="1416685"/>
          <a:ext cx="10792460" cy="1049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15"/>
                <a:gridCol w="2698115"/>
                <a:gridCol w="2698115"/>
                <a:gridCol w="2698115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family_protect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Change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3.2320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3.2224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tokens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Rebuilt-from-eviction blocks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350520" y="2515235"/>
            <a:ext cx="10796270" cy="149860"/>
            <a:chOff x="1098" y="3961"/>
            <a:chExt cx="17002" cy="236"/>
          </a:xfrm>
        </p:grpSpPr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>
              <a:off x="1098" y="3961"/>
              <a:ext cx="17003" cy="237"/>
            </a:xfrm>
            <a:custGeom>
              <a:avLst/>
              <a:gdLst>
                <a:gd name="sw" fmla="*/ 1 w 27012"/>
                <a:gd name="sh" fmla="*/ 1 h 377"/>
                <a:gd name="mins" fmla="min sw sh"/>
                <a:gd name="dsw" fmla="+- 0 sw mins"/>
                <a:gd name="dsh" fmla="+- 0 sh mins"/>
                <a:gd name="p0x0" fmla="*/ 0 w 27012"/>
                <a:gd name="p0y0" fmla="*/ 0 h 377"/>
                <a:gd name="p0x1" fmla="*/ 27012 w 27012"/>
                <a:gd name="p0y1" fmla="*/ 0 h 377"/>
                <a:gd name="p0x2" fmla="*/ 27012 w 27012"/>
                <a:gd name="p0y2" fmla="*/ 377 h 377"/>
                <a:gd name="p0x3" fmla="*/ 0 w 27012"/>
                <a:gd name="p0y3" fmla="*/ 377 h 377"/>
                <a:gd name="p0x4" fmla="*/ 0 w 27012"/>
                <a:gd name="p0y4" fmla="*/ 0 h 377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6"/>
              </p:custDataLst>
            </p:nvPr>
          </p:nvSpPr>
          <p:spPr>
            <a:xfrm>
              <a:off x="1098" y="3961"/>
              <a:ext cx="17003" cy="9"/>
            </a:xfrm>
            <a:custGeom>
              <a:avLst/>
              <a:gdLst>
                <a:gd name="sw" fmla="*/ 1 w 27012"/>
                <a:gd name="sh" fmla="*/ 1 h 15"/>
                <a:gd name="mins" fmla="min sw sh"/>
                <a:gd name="dsw" fmla="+- 0 sw mins"/>
                <a:gd name="dsh" fmla="+- 0 sh mins"/>
                <a:gd name="p0x0" fmla="*/ 0 w 27012"/>
                <a:gd name="p0y0" fmla="*/ 0 h 15"/>
                <a:gd name="p0x1" fmla="*/ 27012 w 27012"/>
                <a:gd name="p0y1" fmla="*/ 0 h 15"/>
                <a:gd name="p0x2" fmla="*/ 27012 w 27012"/>
                <a:gd name="p0y2" fmla="*/ 15 h 15"/>
                <a:gd name="p0x3" fmla="*/ 0 w 27012"/>
                <a:gd name="p0y3" fmla="*/ 15 h 15"/>
                <a:gd name="p0x4" fmla="*/ 0 w 27012"/>
                <a:gd name="p0y4" fmla="*/ 0 h 15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5D9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350520" y="2529840"/>
            <a:ext cx="10797540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84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r>
              <a:rPr lang="zh-CN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普通无共享请求中，没有长期复用结构，</a:t>
            </a:r>
            <a:r>
              <a:rPr lang="en-US" altLang="zh-CN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r>
              <a:rPr lang="zh-CN" altLang="en-US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不触发</a:t>
            </a:r>
            <a:r>
              <a:rPr lang="en-US" altLang="zh-CN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family_protect ranking</a:t>
            </a:r>
            <a:r>
              <a:rPr lang="zh-CN" altLang="en-US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，端到端吞吐差异</a:t>
            </a:r>
            <a:r>
              <a:rPr lang="en-US" altLang="zh-CN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-0.30%</a:t>
            </a:r>
            <a:r>
              <a:rPr lang="zh-CN" altLang="en-US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，基本可视为测量噪声</a:t>
            </a:r>
            <a:endParaRPr lang="zh-CN" altLang="en-US" sz="84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227330" y="2806700"/>
            <a:ext cx="11043285" cy="1967865"/>
          </a:xfrm>
          <a:custGeom>
            <a:avLst/>
            <a:gdLst>
              <a:gd name="sw" fmla="*/ 1 w 27627"/>
              <a:gd name="sh" fmla="*/ 1 h 4923"/>
              <a:gd name="mins" fmla="min sw sh"/>
              <a:gd name="dsw" fmla="+- 0 sw mins"/>
              <a:gd name="dsh" fmla="+- 0 sh mins"/>
              <a:gd name="p0x0" fmla="*/ 420 w 27627"/>
              <a:gd name="p0y0" fmla="*/ 0 h 4923"/>
              <a:gd name="p0x1" fmla="*/ 27207 w 27627"/>
              <a:gd name="p0y1" fmla="*/ 0 h 4923"/>
              <a:gd name="p0x2" fmla="*/ 27439 w 27627"/>
              <a:gd name="p0y2" fmla="*/ 0 h 4923"/>
              <a:gd name="p0x3" fmla="*/ 27627 w 27627"/>
              <a:gd name="p0y3" fmla="*/ 188 h 4923"/>
              <a:gd name="p0x4" fmla="*/ 27627 w 27627"/>
              <a:gd name="p0y4" fmla="*/ 420 h 4923"/>
              <a:gd name="p0x5" fmla="*/ 27627 w 27627"/>
              <a:gd name="p0y5" fmla="*/ 4503 h 4923"/>
              <a:gd name="p0x6" fmla="*/ 27627 w 27627"/>
              <a:gd name="p0y6" fmla="*/ 4735 h 4923"/>
              <a:gd name="p0x7" fmla="*/ 27439 w 27627"/>
              <a:gd name="p0y7" fmla="*/ 4923 h 4923"/>
              <a:gd name="p0x8" fmla="*/ 27207 w 27627"/>
              <a:gd name="p0y8" fmla="*/ 4923 h 4923"/>
              <a:gd name="p0x9" fmla="*/ 420 w 27627"/>
              <a:gd name="p0y9" fmla="*/ 4923 h 4923"/>
              <a:gd name="p0x10" fmla="*/ 188 w 27627"/>
              <a:gd name="p0y10" fmla="*/ 4923 h 4923"/>
              <a:gd name="p0x11" fmla="*/ 0 w 27627"/>
              <a:gd name="p0y11" fmla="*/ 4735 h 4923"/>
              <a:gd name="p0x12" fmla="*/ 0 w 27627"/>
              <a:gd name="p0y12" fmla="*/ 4503 h 4923"/>
              <a:gd name="p0x13" fmla="*/ 0 w 27627"/>
              <a:gd name="p0y13" fmla="*/ 420 h 4923"/>
              <a:gd name="p0x14" fmla="*/ 0 w 27627"/>
              <a:gd name="p0y14" fmla="*/ 188 h 4923"/>
              <a:gd name="p0x15" fmla="*/ 188 w 27627"/>
              <a:gd name="p0y15" fmla="*/ 0 h 4923"/>
              <a:gd name="p0x16" fmla="*/ 420 w 27627"/>
              <a:gd name="p0y16" fmla="*/ 0 h 4923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5996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350520" y="2920365"/>
            <a:ext cx="10797540" cy="196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</a:t>
            </a:r>
            <a:r>
              <a:rPr lang="en-US" altLang="zh-CN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</a:t>
            </a: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单周期（</a:t>
            </a:r>
            <a:r>
              <a:rPr lang="en-US" altLang="zh-CN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KVFABRIC_PROTECT_MIN_HIT_COUNT=1</a:t>
            </a: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13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10"/>
            </p:custDataLst>
          </p:nvPr>
        </p:nvGraphicFramePr>
        <p:xfrm>
          <a:off x="356870" y="3100070"/>
          <a:ext cx="10792460" cy="1551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15"/>
                <a:gridCol w="2698115"/>
                <a:gridCol w="2698115"/>
                <a:gridCol w="2698115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family_protect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Change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3.8651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3.9608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+2.48%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0.1342s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0.1280s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-4.63%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Shared-anchor eviction ratio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0.081466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0.000000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Rebuilt-from-eviction blocks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tokens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21760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27200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+25.0%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任意多边形 18"/>
          <p:cNvSpPr/>
          <p:nvPr>
            <p:custDataLst>
              <p:tags r:id="rId11"/>
            </p:custDataLst>
          </p:nvPr>
        </p:nvSpPr>
        <p:spPr>
          <a:xfrm>
            <a:off x="227330" y="4792345"/>
            <a:ext cx="11043285" cy="1681480"/>
          </a:xfrm>
          <a:custGeom>
            <a:avLst/>
            <a:gdLst>
              <a:gd name="sw" fmla="*/ 1 w 27627"/>
              <a:gd name="sh" fmla="*/ 1 h 4205"/>
              <a:gd name="mins" fmla="min sw sh"/>
              <a:gd name="dsw" fmla="+- 0 sw mins"/>
              <a:gd name="dsh" fmla="+- 0 sh mins"/>
              <a:gd name="p0x0" fmla="*/ 420 w 27627"/>
              <a:gd name="p0y0" fmla="*/ 0 h 4205"/>
              <a:gd name="p0x1" fmla="*/ 27207 w 27627"/>
              <a:gd name="p0y1" fmla="*/ 0 h 4205"/>
              <a:gd name="p0x2" fmla="*/ 27439 w 27627"/>
              <a:gd name="p0y2" fmla="*/ 0 h 4205"/>
              <a:gd name="p0x3" fmla="*/ 27627 w 27627"/>
              <a:gd name="p0y3" fmla="*/ 188 h 4205"/>
              <a:gd name="p0x4" fmla="*/ 27627 w 27627"/>
              <a:gd name="p0y4" fmla="*/ 420 h 4205"/>
              <a:gd name="p0x5" fmla="*/ 27627 w 27627"/>
              <a:gd name="p0y5" fmla="*/ 3785 h 4205"/>
              <a:gd name="p0x6" fmla="*/ 27627 w 27627"/>
              <a:gd name="p0y6" fmla="*/ 4017 h 4205"/>
              <a:gd name="p0x7" fmla="*/ 27439 w 27627"/>
              <a:gd name="p0y7" fmla="*/ 4205 h 4205"/>
              <a:gd name="p0x8" fmla="*/ 27207 w 27627"/>
              <a:gd name="p0y8" fmla="*/ 4205 h 4205"/>
              <a:gd name="p0x9" fmla="*/ 420 w 27627"/>
              <a:gd name="p0y9" fmla="*/ 4205 h 4205"/>
              <a:gd name="p0x10" fmla="*/ 188 w 27627"/>
              <a:gd name="p0y10" fmla="*/ 4205 h 4205"/>
              <a:gd name="p0x11" fmla="*/ 0 w 27627"/>
              <a:gd name="p0y11" fmla="*/ 4017 h 4205"/>
              <a:gd name="p0x12" fmla="*/ 0 w 27627"/>
              <a:gd name="p0y12" fmla="*/ 3785 h 4205"/>
              <a:gd name="p0x13" fmla="*/ 0 w 27627"/>
              <a:gd name="p0y13" fmla="*/ 420 h 4205"/>
              <a:gd name="p0x14" fmla="*/ 0 w 27627"/>
              <a:gd name="p0y14" fmla="*/ 188 h 4205"/>
              <a:gd name="p0x15" fmla="*/ 188 w 27627"/>
              <a:gd name="p0y15" fmla="*/ 0 h 4205"/>
              <a:gd name="p0x16" fmla="*/ 420 w 27627"/>
              <a:gd name="p0y16" fmla="*/ 0 h 420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5996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350520" y="4906010"/>
            <a:ext cx="10797540" cy="196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</a:t>
            </a:r>
            <a:r>
              <a:rPr lang="en-US" altLang="zh-CN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</a:t>
            </a: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多周期</a:t>
            </a:r>
            <a:endParaRPr lang="zh-CN" altLang="en-US" sz="113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13"/>
            </p:custDataLst>
          </p:nvPr>
        </p:nvGraphicFramePr>
        <p:xfrm>
          <a:off x="356870" y="5123815"/>
          <a:ext cx="10792460" cy="1226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15"/>
                <a:gridCol w="2698115"/>
                <a:gridCol w="2698115"/>
                <a:gridCol w="2698115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family_protect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Change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3.3506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3.4288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+2.34%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Rebuilt-from-eviction blocks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tokens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30464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43520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+42.86%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工作交接与总结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79" name="文本框 78"/>
          <p:cNvSpPr txBox="1"/>
          <p:nvPr>
            <p:custDataLst>
              <p:tags r:id="rId1"/>
            </p:custDataLst>
          </p:nvPr>
        </p:nvSpPr>
        <p:spPr>
          <a:xfrm>
            <a:off x="533400" y="47783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交接内容清单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2"/>
            </p:custDataLst>
          </p:nvPr>
        </p:nvSpPr>
        <p:spPr>
          <a:xfrm>
            <a:off x="4493895" y="631888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>
            <p:custDataLst>
              <p:tags r:id="rId3"/>
            </p:custDataLst>
          </p:nvPr>
        </p:nvSpPr>
        <p:spPr>
          <a:xfrm>
            <a:off x="4684878" y="6276289"/>
            <a:ext cx="1066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核心基础设施</a:t>
            </a:r>
            <a:endParaRPr sz="120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4"/>
            </p:custDataLst>
          </p:nvPr>
        </p:nvSpPr>
        <p:spPr>
          <a:xfrm>
            <a:off x="5756275" y="6323330"/>
            <a:ext cx="104775" cy="104775"/>
          </a:xfrm>
          <a:custGeom>
            <a:avLst/>
            <a:gdLst>
              <a:gd name="sw" fmla="*/ 1 w 165"/>
              <a:gd name="sh" fmla="*/ 1 h 165"/>
              <a:gd name="mins" fmla="min sw sh"/>
              <a:gd name="dsw" fmla="+- 0 sw mins"/>
              <a:gd name="dsh" fmla="+- 0 sh mins"/>
              <a:gd name="p0x0" fmla="*/ 82 w 165"/>
              <a:gd name="p0y0" fmla="*/ 0 h 165"/>
              <a:gd name="p0x1" fmla="*/ 128 w 165"/>
              <a:gd name="p0y1" fmla="*/ 0 h 165"/>
              <a:gd name="p0x2" fmla="*/ 165 w 165"/>
              <a:gd name="p0y2" fmla="*/ 36 h 165"/>
              <a:gd name="p0x3" fmla="*/ 165 w 165"/>
              <a:gd name="p0y3" fmla="*/ 82 h 165"/>
              <a:gd name="p0x4" fmla="*/ 165 w 165"/>
              <a:gd name="p0y4" fmla="*/ 128 h 165"/>
              <a:gd name="p0x5" fmla="*/ 128 w 165"/>
              <a:gd name="p0y5" fmla="*/ 165 h 165"/>
              <a:gd name="p0x6" fmla="*/ 82 w 165"/>
              <a:gd name="p0y6" fmla="*/ 165 h 165"/>
              <a:gd name="p0x7" fmla="*/ 36 w 165"/>
              <a:gd name="p0y7" fmla="*/ 165 h 165"/>
              <a:gd name="p0x8" fmla="*/ 0 w 165"/>
              <a:gd name="p0y8" fmla="*/ 128 h 165"/>
              <a:gd name="p0x9" fmla="*/ 0 w 165"/>
              <a:gd name="p0y9" fmla="*/ 82 h 165"/>
              <a:gd name="p0x10" fmla="*/ 0 w 165"/>
              <a:gd name="p0y10" fmla="*/ 36 h 165"/>
              <a:gd name="p0x11" fmla="*/ 36 w 165"/>
              <a:gd name="p0y11" fmla="*/ 0 h 165"/>
              <a:gd name="p0x12" fmla="*/ 82 w 165"/>
              <a:gd name="p0y12" fmla="*/ 0 h 1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ADB6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>
            <p:custDataLst>
              <p:tags r:id="rId5"/>
            </p:custDataLst>
          </p:nvPr>
        </p:nvSpPr>
        <p:spPr>
          <a:xfrm>
            <a:off x="5942254" y="627628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策略实现</a:t>
            </a:r>
            <a:endParaRPr sz="120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6"/>
            </p:custDataLst>
          </p:nvPr>
        </p:nvSpPr>
        <p:spPr>
          <a:xfrm>
            <a:off x="6708775" y="6323330"/>
            <a:ext cx="104775" cy="104775"/>
          </a:xfrm>
          <a:custGeom>
            <a:avLst/>
            <a:gdLst>
              <a:gd name="sw" fmla="*/ 1 w 165"/>
              <a:gd name="sh" fmla="*/ 1 h 165"/>
              <a:gd name="mins" fmla="min sw sh"/>
              <a:gd name="dsw" fmla="+- 0 sw mins"/>
              <a:gd name="dsh" fmla="+- 0 sh mins"/>
              <a:gd name="p0x0" fmla="*/ 82 w 165"/>
              <a:gd name="p0y0" fmla="*/ 0 h 165"/>
              <a:gd name="p0x1" fmla="*/ 128 w 165"/>
              <a:gd name="p0y1" fmla="*/ 0 h 165"/>
              <a:gd name="p0x2" fmla="*/ 165 w 165"/>
              <a:gd name="p0y2" fmla="*/ 36 h 165"/>
              <a:gd name="p0x3" fmla="*/ 165 w 165"/>
              <a:gd name="p0y3" fmla="*/ 82 h 165"/>
              <a:gd name="p0x4" fmla="*/ 165 w 165"/>
              <a:gd name="p0y4" fmla="*/ 128 h 165"/>
              <a:gd name="p0x5" fmla="*/ 128 w 165"/>
              <a:gd name="p0y5" fmla="*/ 165 h 165"/>
              <a:gd name="p0x6" fmla="*/ 82 w 165"/>
              <a:gd name="p0y6" fmla="*/ 165 h 165"/>
              <a:gd name="p0x7" fmla="*/ 36 w 165"/>
              <a:gd name="p0y7" fmla="*/ 165 h 165"/>
              <a:gd name="p0x8" fmla="*/ 0 w 165"/>
              <a:gd name="p0y8" fmla="*/ 128 h 165"/>
              <a:gd name="p0x9" fmla="*/ 0 w 165"/>
              <a:gd name="p0y9" fmla="*/ 82 h 165"/>
              <a:gd name="p0x10" fmla="*/ 0 w 165"/>
              <a:gd name="p0y10" fmla="*/ 36 h 165"/>
              <a:gd name="p0x11" fmla="*/ 36 w 165"/>
              <a:gd name="p0y11" fmla="*/ 0 h 165"/>
              <a:gd name="p0x12" fmla="*/ 82 w 165"/>
              <a:gd name="p0y12" fmla="*/ 0 h 16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ADB6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>
            <p:custDataLst>
              <p:tags r:id="rId7"/>
            </p:custDataLst>
          </p:nvPr>
        </p:nvSpPr>
        <p:spPr>
          <a:xfrm>
            <a:off x="6894830" y="627628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sz="120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工具脚本</a:t>
            </a:r>
            <a:endParaRPr sz="120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任意多边形 86"/>
          <p:cNvSpPr/>
          <p:nvPr>
            <p:custDataLst>
              <p:tags r:id="rId8"/>
            </p:custDataLst>
          </p:nvPr>
        </p:nvSpPr>
        <p:spPr>
          <a:xfrm>
            <a:off x="575945" y="1378585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 87"/>
          <p:cNvSpPr/>
          <p:nvPr>
            <p:custDataLst>
              <p:tags r:id="rId9"/>
            </p:custDataLst>
          </p:nvPr>
        </p:nvSpPr>
        <p:spPr>
          <a:xfrm>
            <a:off x="733425" y="15468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9" name="图片 8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800100" y="1608455"/>
            <a:ext cx="209550" cy="214630"/>
          </a:xfrm>
          <a:prstGeom prst="rect">
            <a:avLst/>
          </a:prstGeom>
        </p:spPr>
      </p:pic>
      <p:sp>
        <p:nvSpPr>
          <p:cNvPr id="90" name="文本框 89"/>
          <p:cNvSpPr txBox="1"/>
          <p:nvPr>
            <p:custDataLst>
              <p:tags r:id="rId13"/>
            </p:custDataLst>
          </p:nvPr>
        </p:nvSpPr>
        <p:spPr>
          <a:xfrm>
            <a:off x="1190625" y="1597635"/>
            <a:ext cx="2185168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r>
              <a:rPr 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指标采集脚本</a:t>
            </a:r>
            <a:endParaRPr lang="zh-CN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1" name="任意多边形 90"/>
          <p:cNvSpPr/>
          <p:nvPr>
            <p:custDataLst>
              <p:tags r:id="rId14"/>
            </p:custDataLst>
          </p:nvPr>
        </p:nvSpPr>
        <p:spPr>
          <a:xfrm>
            <a:off x="4297045" y="1378585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任意多边形 91"/>
          <p:cNvSpPr/>
          <p:nvPr>
            <p:custDataLst>
              <p:tags r:id="rId15"/>
            </p:custDataLst>
          </p:nvPr>
        </p:nvSpPr>
        <p:spPr>
          <a:xfrm>
            <a:off x="4453890" y="15468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3" name="图片 9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83" t="-3651" r="-2083" b="-3651"/>
          <a:stretch>
            <a:fillRect/>
          </a:stretch>
        </p:blipFill>
        <p:spPr>
          <a:xfrm>
            <a:off x="4506595" y="1608455"/>
            <a:ext cx="238125" cy="214630"/>
          </a:xfrm>
          <a:prstGeom prst="rect">
            <a:avLst/>
          </a:prstGeom>
        </p:spPr>
      </p:pic>
      <p:sp>
        <p:nvSpPr>
          <p:cNvPr id="94" name="文本框 93"/>
          <p:cNvSpPr txBox="1"/>
          <p:nvPr>
            <p:custDataLst>
              <p:tags r:id="rId19"/>
            </p:custDataLst>
          </p:nvPr>
        </p:nvSpPr>
        <p:spPr>
          <a:xfrm>
            <a:off x="4911699" y="1597635"/>
            <a:ext cx="2108673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CN" alt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最小闭环模拟器</a:t>
            </a:r>
            <a:endParaRPr lang="zh-CN" altLang="en-US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5" name="任意多边形 94"/>
          <p:cNvSpPr/>
          <p:nvPr>
            <p:custDataLst>
              <p:tags r:id="rId20"/>
            </p:custDataLst>
          </p:nvPr>
        </p:nvSpPr>
        <p:spPr>
          <a:xfrm>
            <a:off x="8018145" y="1378585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任意多边形 95"/>
          <p:cNvSpPr/>
          <p:nvPr>
            <p:custDataLst>
              <p:tags r:id="rId21"/>
            </p:custDataLst>
          </p:nvPr>
        </p:nvSpPr>
        <p:spPr>
          <a:xfrm>
            <a:off x="8174990" y="15468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7" name="图片 9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4259" t="-12593" r="-4259" b="-12593"/>
          <a:stretch>
            <a:fillRect/>
          </a:stretch>
        </p:blipFill>
        <p:spPr>
          <a:xfrm>
            <a:off x="8253730" y="1608455"/>
            <a:ext cx="186055" cy="214630"/>
          </a:xfrm>
          <a:prstGeom prst="rect">
            <a:avLst/>
          </a:prstGeom>
        </p:spPr>
      </p:pic>
      <p:sp>
        <p:nvSpPr>
          <p:cNvPr id="98" name="文本框 97"/>
          <p:cNvSpPr txBox="1"/>
          <p:nvPr>
            <p:custDataLst>
              <p:tags r:id="rId25"/>
            </p:custDataLst>
          </p:nvPr>
        </p:nvSpPr>
        <p:spPr>
          <a:xfrm>
            <a:off x="8632774" y="1597635"/>
            <a:ext cx="236346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 lifecycle side table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26"/>
            </p:custDataLst>
          </p:nvPr>
        </p:nvSpPr>
        <p:spPr>
          <a:xfrm>
            <a:off x="575945" y="2181860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 99"/>
          <p:cNvSpPr/>
          <p:nvPr>
            <p:custDataLst>
              <p:tags r:id="rId27"/>
            </p:custDataLst>
          </p:nvPr>
        </p:nvSpPr>
        <p:spPr>
          <a:xfrm>
            <a:off x="733425" y="23501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1" name="图片 100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826135" y="2411730"/>
            <a:ext cx="156845" cy="214630"/>
          </a:xfrm>
          <a:prstGeom prst="rect">
            <a:avLst/>
          </a:prstGeom>
        </p:spPr>
      </p:pic>
      <p:sp>
        <p:nvSpPr>
          <p:cNvPr id="102" name="文本框 101"/>
          <p:cNvSpPr txBox="1"/>
          <p:nvPr>
            <p:custDataLst>
              <p:tags r:id="rId31"/>
            </p:custDataLst>
          </p:nvPr>
        </p:nvSpPr>
        <p:spPr>
          <a:xfrm>
            <a:off x="1190625" y="2400859"/>
            <a:ext cx="126057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JSONL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事件流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任意多边形 102"/>
          <p:cNvSpPr/>
          <p:nvPr>
            <p:custDataLst>
              <p:tags r:id="rId32"/>
            </p:custDataLst>
          </p:nvPr>
        </p:nvSpPr>
        <p:spPr>
          <a:xfrm>
            <a:off x="4297045" y="2181860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任意多边形 103"/>
          <p:cNvSpPr/>
          <p:nvPr>
            <p:custDataLst>
              <p:tags r:id="rId33"/>
            </p:custDataLst>
          </p:nvPr>
        </p:nvSpPr>
        <p:spPr>
          <a:xfrm>
            <a:off x="4453890" y="23501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" name="图片 104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4259" t="-1212" r="-4259" b="-1212"/>
          <a:stretch>
            <a:fillRect/>
          </a:stretch>
        </p:blipFill>
        <p:spPr>
          <a:xfrm>
            <a:off x="4532630" y="2411730"/>
            <a:ext cx="186055" cy="214630"/>
          </a:xfrm>
          <a:prstGeom prst="rect">
            <a:avLst/>
          </a:prstGeom>
        </p:spPr>
      </p:pic>
      <p:sp>
        <p:nvSpPr>
          <p:cNvPr id="106" name="文本框 105"/>
          <p:cNvSpPr txBox="1"/>
          <p:nvPr>
            <p:custDataLst>
              <p:tags r:id="rId37"/>
            </p:custDataLst>
          </p:nvPr>
        </p:nvSpPr>
        <p:spPr>
          <a:xfrm>
            <a:off x="4911699" y="2293702"/>
            <a:ext cx="282572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BlockPool/KVCacheManager/Scheduler hook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任意多边形 106"/>
          <p:cNvSpPr/>
          <p:nvPr>
            <p:custDataLst>
              <p:tags r:id="rId38"/>
            </p:custDataLst>
          </p:nvPr>
        </p:nvSpPr>
        <p:spPr>
          <a:xfrm>
            <a:off x="8018145" y="2181860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任意多边形 107"/>
          <p:cNvSpPr/>
          <p:nvPr>
            <p:custDataLst>
              <p:tags r:id="rId39"/>
            </p:custDataLst>
          </p:nvPr>
        </p:nvSpPr>
        <p:spPr>
          <a:xfrm>
            <a:off x="8174990" y="23501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9" name="图片 108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5000" t="-3651" r="-5000" b="-3651"/>
          <a:stretch>
            <a:fillRect/>
          </a:stretch>
        </p:blipFill>
        <p:spPr>
          <a:xfrm>
            <a:off x="8241665" y="2411730"/>
            <a:ext cx="209550" cy="214630"/>
          </a:xfrm>
          <a:prstGeom prst="rect">
            <a:avLst/>
          </a:prstGeom>
        </p:spPr>
      </p:pic>
      <p:sp>
        <p:nvSpPr>
          <p:cNvPr id="110" name="文本框 109"/>
          <p:cNvSpPr txBox="1"/>
          <p:nvPr>
            <p:custDataLst>
              <p:tags r:id="rId43"/>
            </p:custDataLst>
          </p:nvPr>
        </p:nvSpPr>
        <p:spPr>
          <a:xfrm>
            <a:off x="8632774" y="2400859"/>
            <a:ext cx="167922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shared_aware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44"/>
            </p:custDataLst>
          </p:nvPr>
        </p:nvSpPr>
        <p:spPr>
          <a:xfrm>
            <a:off x="575945" y="298513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任意多边形 111"/>
          <p:cNvSpPr/>
          <p:nvPr>
            <p:custDataLst>
              <p:tags r:id="rId45"/>
            </p:custDataLst>
          </p:nvPr>
        </p:nvSpPr>
        <p:spPr>
          <a:xfrm>
            <a:off x="733425" y="31534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3" name="图片 112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7895" t="-3651" r="-7895" b="-3651"/>
          <a:stretch>
            <a:fillRect/>
          </a:stretch>
        </p:blipFill>
        <p:spPr>
          <a:xfrm>
            <a:off x="800100" y="3215005"/>
            <a:ext cx="209550" cy="214630"/>
          </a:xfrm>
          <a:prstGeom prst="rect">
            <a:avLst/>
          </a:prstGeom>
        </p:spPr>
      </p:pic>
      <p:sp>
        <p:nvSpPr>
          <p:cNvPr id="114" name="文本框 113"/>
          <p:cNvSpPr txBox="1"/>
          <p:nvPr>
            <p:custDataLst>
              <p:tags r:id="rId49"/>
            </p:custDataLst>
          </p:nvPr>
        </p:nvSpPr>
        <p:spPr>
          <a:xfrm>
            <a:off x="1190625" y="3204159"/>
            <a:ext cx="1681762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family_protect</a:t>
            </a:r>
            <a:r>
              <a:rPr 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</a:t>
            </a:r>
            <a:endParaRPr lang="zh-CN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5" name="任意多边形 114"/>
          <p:cNvSpPr/>
          <p:nvPr>
            <p:custDataLst>
              <p:tags r:id="rId50"/>
            </p:custDataLst>
          </p:nvPr>
        </p:nvSpPr>
        <p:spPr>
          <a:xfrm>
            <a:off x="4297045" y="298513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任意多边形 115"/>
          <p:cNvSpPr/>
          <p:nvPr>
            <p:custDataLst>
              <p:tags r:id="rId51"/>
            </p:custDataLst>
          </p:nvPr>
        </p:nvSpPr>
        <p:spPr>
          <a:xfrm>
            <a:off x="4453890" y="31534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7" name="图片 116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4520565" y="3215005"/>
            <a:ext cx="209550" cy="214630"/>
          </a:xfrm>
          <a:prstGeom prst="rect">
            <a:avLst/>
          </a:prstGeom>
        </p:spPr>
      </p:pic>
      <p:sp>
        <p:nvSpPr>
          <p:cNvPr id="118" name="文本框 117"/>
          <p:cNvSpPr txBox="1"/>
          <p:nvPr>
            <p:custDataLst>
              <p:tags r:id="rId55"/>
            </p:custDataLst>
          </p:nvPr>
        </p:nvSpPr>
        <p:spPr>
          <a:xfrm>
            <a:off x="4911699" y="3097003"/>
            <a:ext cx="282572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request-aware/length-aware admission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任意多边形 118"/>
          <p:cNvSpPr/>
          <p:nvPr>
            <p:custDataLst>
              <p:tags r:id="rId56"/>
            </p:custDataLst>
          </p:nvPr>
        </p:nvSpPr>
        <p:spPr>
          <a:xfrm>
            <a:off x="8018145" y="298513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任意多边形 119"/>
          <p:cNvSpPr/>
          <p:nvPr>
            <p:custDataLst>
              <p:tags r:id="rId57"/>
            </p:custDataLst>
          </p:nvPr>
        </p:nvSpPr>
        <p:spPr>
          <a:xfrm>
            <a:off x="8174990" y="31534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1" name="图片 120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241665" y="3215005"/>
            <a:ext cx="209550" cy="214630"/>
          </a:xfrm>
          <a:prstGeom prst="rect">
            <a:avLst/>
          </a:prstGeom>
        </p:spPr>
      </p:pic>
      <p:sp>
        <p:nvSpPr>
          <p:cNvPr id="122" name="文本框 121"/>
          <p:cNvSpPr txBox="1"/>
          <p:nvPr>
            <p:custDataLst>
              <p:tags r:id="rId61"/>
            </p:custDataLst>
          </p:nvPr>
        </p:nvSpPr>
        <p:spPr>
          <a:xfrm>
            <a:off x="8632774" y="3204159"/>
            <a:ext cx="1685401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pressure workload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任意多边形 122"/>
          <p:cNvSpPr/>
          <p:nvPr>
            <p:custDataLst>
              <p:tags r:id="rId62"/>
            </p:custDataLst>
          </p:nvPr>
        </p:nvSpPr>
        <p:spPr>
          <a:xfrm>
            <a:off x="575945" y="3788410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任意多边形 123"/>
          <p:cNvSpPr/>
          <p:nvPr>
            <p:custDataLst>
              <p:tags r:id="rId63"/>
            </p:custDataLst>
          </p:nvPr>
        </p:nvSpPr>
        <p:spPr>
          <a:xfrm>
            <a:off x="733425" y="39566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5" name="图片 124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00100" y="4018280"/>
            <a:ext cx="209550" cy="214630"/>
          </a:xfrm>
          <a:prstGeom prst="rect">
            <a:avLst/>
          </a:prstGeom>
        </p:spPr>
      </p:pic>
      <p:sp>
        <p:nvSpPr>
          <p:cNvPr id="126" name="文本框 125"/>
          <p:cNvSpPr txBox="1"/>
          <p:nvPr>
            <p:custDataLst>
              <p:tags r:id="rId67"/>
            </p:custDataLst>
          </p:nvPr>
        </p:nvSpPr>
        <p:spPr>
          <a:xfrm>
            <a:off x="1190625" y="4007459"/>
            <a:ext cx="240551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family workload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任意多边形 126"/>
          <p:cNvSpPr/>
          <p:nvPr>
            <p:custDataLst>
              <p:tags r:id="rId68"/>
            </p:custDataLst>
          </p:nvPr>
        </p:nvSpPr>
        <p:spPr>
          <a:xfrm>
            <a:off x="4297045" y="3788410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任意多边形 127"/>
          <p:cNvSpPr/>
          <p:nvPr>
            <p:custDataLst>
              <p:tags r:id="rId69"/>
            </p:custDataLst>
          </p:nvPr>
        </p:nvSpPr>
        <p:spPr>
          <a:xfrm>
            <a:off x="4453890" y="39566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9" name="图片 128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 l="-2949" t="-3651" r="-2949" b="-3651"/>
          <a:stretch>
            <a:fillRect/>
          </a:stretch>
        </p:blipFill>
        <p:spPr>
          <a:xfrm>
            <a:off x="4494530" y="4018280"/>
            <a:ext cx="262255" cy="214630"/>
          </a:xfrm>
          <a:prstGeom prst="rect">
            <a:avLst/>
          </a:prstGeom>
        </p:spPr>
      </p:pic>
      <p:sp>
        <p:nvSpPr>
          <p:cNvPr id="130" name="文本框 129"/>
          <p:cNvSpPr txBox="1"/>
          <p:nvPr>
            <p:custDataLst>
              <p:tags r:id="rId73"/>
            </p:custDataLst>
          </p:nvPr>
        </p:nvSpPr>
        <p:spPr>
          <a:xfrm>
            <a:off x="4911699" y="4007459"/>
            <a:ext cx="1633614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A/B summary</a:t>
            </a:r>
            <a:r>
              <a:rPr 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脚本</a:t>
            </a:r>
            <a:endParaRPr lang="zh-CN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1" name="任意多边形 130"/>
          <p:cNvSpPr/>
          <p:nvPr>
            <p:custDataLst>
              <p:tags r:id="rId74"/>
            </p:custDataLst>
          </p:nvPr>
        </p:nvSpPr>
        <p:spPr>
          <a:xfrm>
            <a:off x="8018145" y="3788410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任意多边形 131"/>
          <p:cNvSpPr/>
          <p:nvPr>
            <p:custDataLst>
              <p:tags r:id="rId75"/>
            </p:custDataLst>
          </p:nvPr>
        </p:nvSpPr>
        <p:spPr>
          <a:xfrm>
            <a:off x="8174990" y="39566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3" name="图片 132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8253730" y="4018280"/>
            <a:ext cx="186055" cy="214630"/>
          </a:xfrm>
          <a:prstGeom prst="rect">
            <a:avLst/>
          </a:prstGeom>
        </p:spPr>
      </p:pic>
      <p:sp>
        <p:nvSpPr>
          <p:cNvPr id="134" name="文本框 133"/>
          <p:cNvSpPr txBox="1"/>
          <p:nvPr>
            <p:custDataLst>
              <p:tags r:id="rId79"/>
            </p:custDataLst>
          </p:nvPr>
        </p:nvSpPr>
        <p:spPr>
          <a:xfrm>
            <a:off x="8632774" y="4007459"/>
            <a:ext cx="12002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消融实验脚本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任意多边形 134"/>
          <p:cNvSpPr/>
          <p:nvPr>
            <p:custDataLst>
              <p:tags r:id="rId80"/>
            </p:custDataLst>
          </p:nvPr>
        </p:nvSpPr>
        <p:spPr>
          <a:xfrm>
            <a:off x="575945" y="459168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任意多边形 135"/>
          <p:cNvSpPr/>
          <p:nvPr>
            <p:custDataLst>
              <p:tags r:id="rId81"/>
            </p:custDataLst>
          </p:nvPr>
        </p:nvSpPr>
        <p:spPr>
          <a:xfrm>
            <a:off x="733425" y="47599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7" name="图片 136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00100" y="4821555"/>
            <a:ext cx="209550" cy="214630"/>
          </a:xfrm>
          <a:prstGeom prst="rect">
            <a:avLst/>
          </a:prstGeom>
        </p:spPr>
      </p:pic>
      <p:sp>
        <p:nvSpPr>
          <p:cNvPr id="138" name="文本框 137"/>
          <p:cNvSpPr txBox="1"/>
          <p:nvPr>
            <p:custDataLst>
              <p:tags r:id="rId85"/>
            </p:custDataLst>
          </p:nvPr>
        </p:nvSpPr>
        <p:spPr>
          <a:xfrm>
            <a:off x="1190625" y="4810684"/>
            <a:ext cx="8573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迭代日志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任意多边形 138"/>
          <p:cNvSpPr/>
          <p:nvPr>
            <p:custDataLst>
              <p:tags r:id="rId86"/>
            </p:custDataLst>
          </p:nvPr>
        </p:nvSpPr>
        <p:spPr>
          <a:xfrm>
            <a:off x="4297045" y="459168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任意多边形 139"/>
          <p:cNvSpPr/>
          <p:nvPr>
            <p:custDataLst>
              <p:tags r:id="rId87"/>
            </p:custDataLst>
          </p:nvPr>
        </p:nvSpPr>
        <p:spPr>
          <a:xfrm>
            <a:off x="4453890" y="47599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1" name="图片 140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4520565" y="4821555"/>
            <a:ext cx="209550" cy="214630"/>
          </a:xfrm>
          <a:prstGeom prst="rect">
            <a:avLst/>
          </a:prstGeom>
        </p:spPr>
      </p:pic>
      <p:sp>
        <p:nvSpPr>
          <p:cNvPr id="142" name="文本框 141"/>
          <p:cNvSpPr txBox="1"/>
          <p:nvPr>
            <p:custDataLst>
              <p:tags r:id="rId91"/>
            </p:custDataLst>
          </p:nvPr>
        </p:nvSpPr>
        <p:spPr>
          <a:xfrm>
            <a:off x="4911699" y="4810684"/>
            <a:ext cx="163309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handoff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文档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Arial" panose="020B0604020202020204" pitchFamily="34" charset="0"/>
              </a:rPr>
              <a:t>技术闭环</a:t>
            </a:r>
            <a:endParaRPr sz="3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3609975"/>
          </a:xfrm>
          <a:custGeom>
            <a:avLst/>
            <a:gdLst>
              <a:gd name="sw" fmla="*/ 1 w 17385"/>
              <a:gd name="sh" fmla="*/ 1 h 5685"/>
              <a:gd name="mins" fmla="min sw sh"/>
              <a:gd name="dsw" fmla="+- 0 sw mins"/>
              <a:gd name="dsh" fmla="+- 0 sh mins"/>
              <a:gd name="p0x0" fmla="*/ 60 w 17385"/>
              <a:gd name="p0y0" fmla="*/ 0 h 5685"/>
              <a:gd name="p0x1" fmla="*/ 17325 w 17385"/>
              <a:gd name="p0y1" fmla="*/ 0 h 5685"/>
              <a:gd name="p0x2" fmla="*/ 17358 w 17385"/>
              <a:gd name="p0y2" fmla="*/ 0 h 5685"/>
              <a:gd name="p0x3" fmla="*/ 17385 w 17385"/>
              <a:gd name="p0y3" fmla="*/ 26 h 5685"/>
              <a:gd name="p0x4" fmla="*/ 17385 w 17385"/>
              <a:gd name="p0y4" fmla="*/ 60 h 5685"/>
              <a:gd name="p0x5" fmla="*/ 17385 w 17385"/>
              <a:gd name="p0y5" fmla="*/ 5625 h 5685"/>
              <a:gd name="p0x6" fmla="*/ 17385 w 17385"/>
              <a:gd name="p0y6" fmla="*/ 5658 h 5685"/>
              <a:gd name="p0x7" fmla="*/ 17358 w 17385"/>
              <a:gd name="p0y7" fmla="*/ 5685 h 5685"/>
              <a:gd name="p0x8" fmla="*/ 17325 w 17385"/>
              <a:gd name="p0y8" fmla="*/ 5685 h 5685"/>
              <a:gd name="p0x9" fmla="*/ 60 w 17385"/>
              <a:gd name="p0y9" fmla="*/ 5685 h 5685"/>
              <a:gd name="p0x10" fmla="*/ 26 w 17385"/>
              <a:gd name="p0y10" fmla="*/ 5685 h 5685"/>
              <a:gd name="p0x11" fmla="*/ 0 w 17385"/>
              <a:gd name="p0y11" fmla="*/ 5658 h 5685"/>
              <a:gd name="p0x12" fmla="*/ 0 w 17385"/>
              <a:gd name="p0y12" fmla="*/ 5625 h 5685"/>
              <a:gd name="p0x13" fmla="*/ 0 w 17385"/>
              <a:gd name="p0y13" fmla="*/ 60 h 5685"/>
              <a:gd name="p0x14" fmla="*/ 0 w 17385"/>
              <a:gd name="p0y14" fmla="*/ 26 h 5685"/>
              <a:gd name="p0x15" fmla="*/ 26 w 17385"/>
              <a:gd name="p0y15" fmla="*/ 0 h 5685"/>
              <a:gd name="p0x16" fmla="*/ 60 w 17385"/>
              <a:gd name="p0y16" fmla="*/ 0 h 568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1266825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250" t="-7917" r="-6250" b="-7917"/>
          <a:stretch>
            <a:fillRect/>
          </a:stretch>
        </p:blipFill>
        <p:spPr>
          <a:xfrm>
            <a:off x="1352550" y="1880870"/>
            <a:ext cx="171450" cy="1765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18677" y="2219325"/>
            <a:ext cx="163927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workload generation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2178685" y="2052320"/>
            <a:ext cx="71120" cy="114300"/>
          </a:xfrm>
          <a:prstGeom prst="rect">
            <a:avLst/>
          </a:prstGeom>
        </p:spPr>
      </p:pic>
      <p:sp>
        <p:nvSpPr>
          <p:cNvPr id="9" name="任意多边形 8"/>
          <p:cNvSpPr/>
          <p:nvPr>
            <p:custDataLst>
              <p:tags r:id="rId11"/>
            </p:custDataLst>
          </p:nvPr>
        </p:nvSpPr>
        <p:spPr>
          <a:xfrm>
            <a:off x="2819400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2905125" y="1880870"/>
            <a:ext cx="171450" cy="1765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2381993" y="2219325"/>
            <a:ext cx="12177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lifecycle probe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3731260" y="2052320"/>
            <a:ext cx="71120" cy="114300"/>
          </a:xfrm>
          <a:prstGeom prst="rect">
            <a:avLst/>
          </a:prstGeom>
        </p:spPr>
      </p:pic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4371975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3333" t="-11778" r="-3333" b="-11778"/>
          <a:stretch>
            <a:fillRect/>
          </a:stretch>
        </p:blipFill>
        <p:spPr>
          <a:xfrm>
            <a:off x="4467225" y="1880870"/>
            <a:ext cx="152400" cy="1765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4115991" y="2219325"/>
            <a:ext cx="85486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side table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5283835" y="2052320"/>
            <a:ext cx="71120" cy="114300"/>
          </a:xfrm>
          <a:prstGeom prst="rect">
            <a:avLst/>
          </a:prstGeom>
        </p:spPr>
      </p:pic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5924550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3333" t="-11778" r="-3333" b="-11778"/>
          <a:stretch>
            <a:fillRect/>
          </a:stretch>
        </p:blipFill>
        <p:spPr>
          <a:xfrm>
            <a:off x="6019800" y="1880870"/>
            <a:ext cx="152400" cy="1765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8"/>
            </p:custDataLst>
          </p:nvPr>
        </p:nvSpPr>
        <p:spPr>
          <a:xfrm>
            <a:off x="5653459" y="2219325"/>
            <a:ext cx="8850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admission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6836410" y="2052320"/>
            <a:ext cx="71120" cy="114300"/>
          </a:xfrm>
          <a:prstGeom prst="rect">
            <a:avLst/>
          </a:prstGeom>
        </p:spPr>
      </p:pic>
      <p:sp>
        <p:nvSpPr>
          <p:cNvPr id="22" name="任意多边形 21"/>
          <p:cNvSpPr/>
          <p:nvPr>
            <p:custDataLst>
              <p:tags r:id="rId30"/>
            </p:custDataLst>
          </p:nvPr>
        </p:nvSpPr>
        <p:spPr>
          <a:xfrm>
            <a:off x="7477125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3492" t="-11778" r="-3492" b="-11778"/>
          <a:stretch>
            <a:fillRect/>
          </a:stretch>
        </p:blipFill>
        <p:spPr>
          <a:xfrm>
            <a:off x="7541260" y="1880870"/>
            <a:ext cx="213995" cy="1765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4"/>
            </p:custDataLst>
          </p:nvPr>
        </p:nvSpPr>
        <p:spPr>
          <a:xfrm>
            <a:off x="7293769" y="2219325"/>
            <a:ext cx="70961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eviction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8388985" y="2052320"/>
            <a:ext cx="71120" cy="114300"/>
          </a:xfrm>
          <a:prstGeom prst="rect">
            <a:avLst/>
          </a:prstGeom>
        </p:spPr>
      </p:pic>
      <p:sp>
        <p:nvSpPr>
          <p:cNvPr id="26" name="任意多边形 25"/>
          <p:cNvSpPr/>
          <p:nvPr>
            <p:custDataLst>
              <p:tags r:id="rId36"/>
            </p:custDataLst>
          </p:nvPr>
        </p:nvSpPr>
        <p:spPr>
          <a:xfrm>
            <a:off x="9029700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3860" t="-7917" r="-3860" b="-7917"/>
          <a:stretch>
            <a:fillRect/>
          </a:stretch>
        </p:blipFill>
        <p:spPr>
          <a:xfrm>
            <a:off x="9103360" y="1880870"/>
            <a:ext cx="194945" cy="17653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40"/>
            </p:custDataLst>
          </p:nvPr>
        </p:nvSpPr>
        <p:spPr>
          <a:xfrm>
            <a:off x="8770592" y="2219325"/>
            <a:ext cx="8611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9941560" y="2052320"/>
            <a:ext cx="71120" cy="114300"/>
          </a:xfrm>
          <a:prstGeom prst="rect">
            <a:avLst/>
          </a:prstGeom>
        </p:spPr>
      </p:pic>
      <p:sp>
        <p:nvSpPr>
          <p:cNvPr id="30" name="任意多边形 29"/>
          <p:cNvSpPr/>
          <p:nvPr>
            <p:custDataLst>
              <p:tags r:id="rId42"/>
            </p:custDataLst>
          </p:nvPr>
        </p:nvSpPr>
        <p:spPr>
          <a:xfrm>
            <a:off x="10582275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2051" t="-4510" r="-2051" b="-4510"/>
          <a:stretch>
            <a:fillRect/>
          </a:stretch>
        </p:blipFill>
        <p:spPr>
          <a:xfrm>
            <a:off x="10688955" y="1880870"/>
            <a:ext cx="128905" cy="1765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6"/>
            </p:custDataLst>
          </p:nvPr>
        </p:nvSpPr>
        <p:spPr>
          <a:xfrm>
            <a:off x="10422065" y="2219325"/>
            <a:ext cx="6632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JSONL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7"/>
            </p:custDataLst>
          </p:nvPr>
        </p:nvSpPr>
        <p:spPr>
          <a:xfrm>
            <a:off x="1577340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2941" t="-11778" r="-2941" b="-11778"/>
          <a:stretch>
            <a:fillRect/>
          </a:stretch>
        </p:blipFill>
        <p:spPr>
          <a:xfrm>
            <a:off x="1663065" y="3490595"/>
            <a:ext cx="171450" cy="17653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51"/>
            </p:custDataLst>
          </p:nvPr>
        </p:nvSpPr>
        <p:spPr>
          <a:xfrm>
            <a:off x="1234831" y="3829050"/>
            <a:ext cx="10279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Prometheus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2799715" y="3662045"/>
            <a:ext cx="71120" cy="114300"/>
          </a:xfrm>
          <a:prstGeom prst="rect">
            <a:avLst/>
          </a:prstGeom>
        </p:spPr>
      </p:pic>
      <p:sp>
        <p:nvSpPr>
          <p:cNvPr id="37" name="任意多边形 36"/>
          <p:cNvSpPr/>
          <p:nvPr>
            <p:custDataLst>
              <p:tags r:id="rId53"/>
            </p:custDataLst>
          </p:nvPr>
        </p:nvSpPr>
        <p:spPr>
          <a:xfrm>
            <a:off x="3750945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2051" t="-4510" r="-2051" b="-4510"/>
          <a:stretch>
            <a:fillRect/>
          </a:stretch>
        </p:blipFill>
        <p:spPr>
          <a:xfrm>
            <a:off x="3857625" y="3490595"/>
            <a:ext cx="128905" cy="17653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7"/>
            </p:custDataLst>
          </p:nvPr>
        </p:nvSpPr>
        <p:spPr>
          <a:xfrm>
            <a:off x="3507734" y="3829050"/>
            <a:ext cx="82941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4973320" y="3662045"/>
            <a:ext cx="71120" cy="114300"/>
          </a:xfrm>
          <a:prstGeom prst="rect">
            <a:avLst/>
          </a:prstGeom>
        </p:spPr>
      </p:pic>
      <p:sp>
        <p:nvSpPr>
          <p:cNvPr id="41" name="任意多边形 40"/>
          <p:cNvSpPr/>
          <p:nvPr>
            <p:custDataLst>
              <p:tags r:id="rId59"/>
            </p:custDataLst>
          </p:nvPr>
        </p:nvSpPr>
        <p:spPr>
          <a:xfrm>
            <a:off x="5924550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6010275" y="3490595"/>
            <a:ext cx="171450" cy="17653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63"/>
            </p:custDataLst>
          </p:nvPr>
        </p:nvSpPr>
        <p:spPr>
          <a:xfrm>
            <a:off x="5434156" y="3829050"/>
            <a:ext cx="132375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A/B comparison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7146925" y="3662045"/>
            <a:ext cx="71120" cy="114300"/>
          </a:xfrm>
          <a:prstGeom prst="rect">
            <a:avLst/>
          </a:prstGeom>
        </p:spPr>
      </p:pic>
      <p:sp>
        <p:nvSpPr>
          <p:cNvPr id="45" name="任意多边形 44"/>
          <p:cNvSpPr/>
          <p:nvPr>
            <p:custDataLst>
              <p:tags r:id="rId65"/>
            </p:custDataLst>
          </p:nvPr>
        </p:nvSpPr>
        <p:spPr>
          <a:xfrm>
            <a:off x="8098155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 l="-6250" t="-11778" r="-6250" b="-11778"/>
          <a:stretch>
            <a:fillRect/>
          </a:stretch>
        </p:blipFill>
        <p:spPr>
          <a:xfrm>
            <a:off x="8183880" y="3490595"/>
            <a:ext cx="171450" cy="17653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9"/>
            </p:custDataLst>
          </p:nvPr>
        </p:nvSpPr>
        <p:spPr>
          <a:xfrm>
            <a:off x="7888633" y="38290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策略调整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>
            <a:fillRect/>
          </a:stretch>
        </p:blipFill>
        <p:spPr>
          <a:xfrm>
            <a:off x="9298940" y="3662045"/>
            <a:ext cx="114300" cy="114300"/>
          </a:xfrm>
          <a:prstGeom prst="rect">
            <a:avLst/>
          </a:prstGeom>
        </p:spPr>
      </p:pic>
      <p:sp>
        <p:nvSpPr>
          <p:cNvPr id="49" name="任意多边形 48"/>
          <p:cNvSpPr/>
          <p:nvPr>
            <p:custDataLst>
              <p:tags r:id="rId73"/>
            </p:custDataLst>
          </p:nvPr>
        </p:nvSpPr>
        <p:spPr>
          <a:xfrm>
            <a:off x="10271760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 l="-6852" t="-4510" r="-6852" b="-4510"/>
          <a:stretch>
            <a:fillRect/>
          </a:stretch>
        </p:blipFill>
        <p:spPr>
          <a:xfrm>
            <a:off x="10345420" y="3490595"/>
            <a:ext cx="194945" cy="17653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77"/>
            </p:custDataLst>
          </p:nvPr>
        </p:nvSpPr>
        <p:spPr>
          <a:xfrm>
            <a:off x="9986077" y="382905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4E62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新一轮迭代</a:t>
            </a:r>
            <a:endParaRPr sz="1200" b="1">
              <a:solidFill>
                <a:srgbClr val="4E62D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78"/>
            </p:custDataLst>
          </p:nvPr>
        </p:nvSpPr>
        <p:spPr>
          <a:xfrm>
            <a:off x="575945" y="4919345"/>
            <a:ext cx="11039475" cy="1552575"/>
          </a:xfrm>
          <a:custGeom>
            <a:avLst/>
            <a:gdLst>
              <a:gd name="sw" fmla="*/ 1 w 17385"/>
              <a:gd name="sh" fmla="*/ 1 h 2445"/>
              <a:gd name="mins" fmla="min sw sh"/>
              <a:gd name="dsw" fmla="+- 0 sw mins"/>
              <a:gd name="dsh" fmla="+- 0 sh mins"/>
              <a:gd name="p0x0" fmla="*/ 60 w 17385"/>
              <a:gd name="p0y0" fmla="*/ 0 h 2445"/>
              <a:gd name="p0x1" fmla="*/ 17325 w 17385"/>
              <a:gd name="p0y1" fmla="*/ 0 h 2445"/>
              <a:gd name="p0x2" fmla="*/ 17358 w 17385"/>
              <a:gd name="p0y2" fmla="*/ 0 h 2445"/>
              <a:gd name="p0x3" fmla="*/ 17385 w 17385"/>
              <a:gd name="p0y3" fmla="*/ 26 h 2445"/>
              <a:gd name="p0x4" fmla="*/ 17385 w 17385"/>
              <a:gd name="p0y4" fmla="*/ 60 h 2445"/>
              <a:gd name="p0x5" fmla="*/ 17385 w 17385"/>
              <a:gd name="p0y5" fmla="*/ 2385 h 2445"/>
              <a:gd name="p0x6" fmla="*/ 17385 w 17385"/>
              <a:gd name="p0y6" fmla="*/ 2418 h 2445"/>
              <a:gd name="p0x7" fmla="*/ 17358 w 17385"/>
              <a:gd name="p0y7" fmla="*/ 2445 h 2445"/>
              <a:gd name="p0x8" fmla="*/ 17325 w 17385"/>
              <a:gd name="p0y8" fmla="*/ 2445 h 2445"/>
              <a:gd name="p0x9" fmla="*/ 60 w 17385"/>
              <a:gd name="p0y9" fmla="*/ 2445 h 2445"/>
              <a:gd name="p0x10" fmla="*/ 26 w 17385"/>
              <a:gd name="p0y10" fmla="*/ 2445 h 2445"/>
              <a:gd name="p0x11" fmla="*/ 0 w 17385"/>
              <a:gd name="p0y11" fmla="*/ 2418 h 2445"/>
              <a:gd name="p0x12" fmla="*/ 0 w 17385"/>
              <a:gd name="p0y12" fmla="*/ 2385 h 2445"/>
              <a:gd name="p0x13" fmla="*/ 0 w 17385"/>
              <a:gd name="p0y13" fmla="*/ 60 h 2445"/>
              <a:gd name="p0x14" fmla="*/ 0 w 17385"/>
              <a:gd name="p0y14" fmla="*/ 26 h 2445"/>
              <a:gd name="p0x15" fmla="*/ 26 w 17385"/>
              <a:gd name="p0y15" fmla="*/ 0 h 2445"/>
              <a:gd name="p0x16" fmla="*/ 60 w 17385"/>
              <a:gd name="p0y16" fmla="*/ 0 h 2445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79"/>
            </p:custDataLst>
          </p:nvPr>
        </p:nvSpPr>
        <p:spPr>
          <a:xfrm>
            <a:off x="771525" y="5099685"/>
            <a:ext cx="10648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闭环价值</a:t>
            </a:r>
            <a:endParaRPr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80"/>
            </p:custDataLst>
          </p:nvPr>
        </p:nvSpPr>
        <p:spPr>
          <a:xfrm>
            <a:off x="771525" y="5534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38200" y="5595620"/>
            <a:ext cx="133350" cy="13843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84"/>
            </p:custDataLst>
          </p:nvPr>
        </p:nvSpPr>
        <p:spPr>
          <a:xfrm>
            <a:off x="1114425" y="5499735"/>
            <a:ext cx="319653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证明策略是否真正进入</a:t>
            </a:r>
            <a:r>
              <a:rPr 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执行路径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85"/>
            </p:custDataLst>
          </p:nvPr>
        </p:nvSpPr>
        <p:spPr>
          <a:xfrm>
            <a:off x="4384040" y="5534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片 57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 l="-7143" t="-1905" r="-7143" b="-1905"/>
          <a:stretch>
            <a:fillRect/>
          </a:stretch>
        </p:blipFill>
        <p:spPr>
          <a:xfrm>
            <a:off x="4441190" y="5595620"/>
            <a:ext cx="152400" cy="138430"/>
          </a:xfrm>
          <a:prstGeom prst="rect">
            <a:avLst/>
          </a:prstGeom>
        </p:spPr>
      </p:pic>
      <p:sp>
        <p:nvSpPr>
          <p:cNvPr id="59" name="文本框 58"/>
          <p:cNvSpPr txBox="1"/>
          <p:nvPr>
            <p:custDataLst>
              <p:tags r:id="rId89"/>
            </p:custDataLst>
          </p:nvPr>
        </p:nvSpPr>
        <p:spPr>
          <a:xfrm>
            <a:off x="4727524" y="5499735"/>
            <a:ext cx="240045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解释吞吐或延迟变化的来源</a:t>
            </a:r>
            <a:endParaRPr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90"/>
            </p:custDataLst>
          </p:nvPr>
        </p:nvSpPr>
        <p:spPr>
          <a:xfrm>
            <a:off x="7997190" y="5534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063865" y="5595620"/>
            <a:ext cx="133350" cy="138430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94"/>
            </p:custDataLst>
          </p:nvPr>
        </p:nvSpPr>
        <p:spPr>
          <a:xfrm>
            <a:off x="8340699" y="5499735"/>
            <a:ext cx="222900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区分策略收益和策略开销</a:t>
            </a:r>
            <a:endParaRPr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95"/>
            </p:custDataLst>
          </p:nvPr>
        </p:nvSpPr>
        <p:spPr>
          <a:xfrm>
            <a:off x="771525" y="60102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96"/>
            </p:custDataLst>
          </p:nvPr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 l="-2333" t="-16061" r="-2333" b="-16061"/>
          <a:stretch>
            <a:fillRect/>
          </a:stretch>
        </p:blipFill>
        <p:spPr>
          <a:xfrm>
            <a:off x="854710" y="6071870"/>
            <a:ext cx="99695" cy="13843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99"/>
            </p:custDataLst>
          </p:nvPr>
        </p:nvSpPr>
        <p:spPr>
          <a:xfrm>
            <a:off x="1114425" y="5975985"/>
            <a:ext cx="205755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判断普通场景是否无害</a:t>
            </a:r>
            <a:endParaRPr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100"/>
            </p:custDataLst>
          </p:nvPr>
        </p:nvSpPr>
        <p:spPr>
          <a:xfrm>
            <a:off x="4384040" y="60102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101"/>
            </p:custDataLst>
          </p:nvPr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 l="-3846" t="-16061" r="-3846" b="-16061"/>
          <a:stretch>
            <a:fillRect/>
          </a:stretch>
        </p:blipFill>
        <p:spPr>
          <a:xfrm>
            <a:off x="4450715" y="6071870"/>
            <a:ext cx="133350" cy="138430"/>
          </a:xfrm>
          <a:prstGeom prst="rect">
            <a:avLst/>
          </a:prstGeom>
        </p:spPr>
      </p:pic>
      <p:sp>
        <p:nvSpPr>
          <p:cNvPr id="68" name="文本框 67"/>
          <p:cNvSpPr txBox="1"/>
          <p:nvPr>
            <p:custDataLst>
              <p:tags r:id="rId104"/>
            </p:custDataLst>
          </p:nvPr>
        </p:nvSpPr>
        <p:spPr>
          <a:xfrm>
            <a:off x="4727524" y="5975985"/>
            <a:ext cx="337713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lang="zh-CN"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筛选出</a:t>
            </a:r>
            <a:r>
              <a:rPr lang="en-US" altLang="zh-CN"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r>
              <a:rPr lang="zh-CN" altLang="en-US"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真正有效的</a:t>
            </a:r>
            <a:r>
              <a:rPr lang="en-US" altLang="zh-CN"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endParaRPr lang="en-US" altLang="zh-CN"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105"/>
            </p:custDataLst>
          </p:nvPr>
        </p:nvSpPr>
        <p:spPr>
          <a:xfrm>
            <a:off x="7997190" y="60102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106"/>
            </p:custDataLst>
          </p:nvPr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rcRect l="-14286" t="-16061" r="-14286" b="-16061"/>
          <a:stretch>
            <a:fillRect/>
          </a:stretch>
        </p:blipFill>
        <p:spPr>
          <a:xfrm>
            <a:off x="8087995" y="6071870"/>
            <a:ext cx="85725" cy="1384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109"/>
            </p:custDataLst>
          </p:nvPr>
        </p:nvSpPr>
        <p:spPr>
          <a:xfrm>
            <a:off x="8340699" y="5975985"/>
            <a:ext cx="274335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支撑后续大模型长压测继续扩展</a:t>
            </a:r>
            <a:endParaRPr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主线</a:t>
            </a:r>
            <a:endParaRPr sz="24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762000" y="912495"/>
            <a:ext cx="38100" cy="228600"/>
          </a:xfrm>
          <a:custGeom>
            <a:avLst/>
            <a:gdLst>
              <a:gd name="sw" fmla="*/ 1 w 60"/>
              <a:gd name="sh" fmla="*/ 1 h 360"/>
              <a:gd name="mins" fmla="min sw sh"/>
              <a:gd name="dsw" fmla="+- 0 sw mins"/>
              <a:gd name="dsh" fmla="+- 0 sh mins"/>
              <a:gd name="p0x0" fmla="*/ 30 w 60"/>
              <a:gd name="p0y0" fmla="*/ 0 h 360"/>
              <a:gd name="p0x1" fmla="*/ 46 w 60"/>
              <a:gd name="p0y1" fmla="*/ 0 h 360"/>
              <a:gd name="p0x2" fmla="*/ 60 w 60"/>
              <a:gd name="p0y2" fmla="*/ 13 h 360"/>
              <a:gd name="p0x3" fmla="*/ 60 w 60"/>
              <a:gd name="p0y3" fmla="*/ 30 h 360"/>
              <a:gd name="p0x4" fmla="*/ 60 w 60"/>
              <a:gd name="p0y4" fmla="*/ 330 h 360"/>
              <a:gd name="p0x5" fmla="*/ 60 w 60"/>
              <a:gd name="p0y5" fmla="*/ 346 h 360"/>
              <a:gd name="p0x6" fmla="*/ 46 w 60"/>
              <a:gd name="p0y6" fmla="*/ 360 h 360"/>
              <a:gd name="p0x7" fmla="*/ 30 w 60"/>
              <a:gd name="p0y7" fmla="*/ 360 h 360"/>
              <a:gd name="p0x8" fmla="*/ 13 w 60"/>
              <a:gd name="p0y8" fmla="*/ 360 h 360"/>
              <a:gd name="p0x9" fmla="*/ 0 w 60"/>
              <a:gd name="p0y9" fmla="*/ 346 h 360"/>
              <a:gd name="p0x10" fmla="*/ 0 w 60"/>
              <a:gd name="p0y10" fmla="*/ 330 h 360"/>
              <a:gd name="p0x11" fmla="*/ 0 w 60"/>
              <a:gd name="p0y11" fmla="*/ 30 h 360"/>
              <a:gd name="p0x12" fmla="*/ 0 w 60"/>
              <a:gd name="p0y12" fmla="*/ 13 h 360"/>
              <a:gd name="p0x13" fmla="*/ 13 w 60"/>
              <a:gd name="p0y13" fmla="*/ 0 h 360"/>
              <a:gd name="p0x14" fmla="*/ 30 w 60"/>
              <a:gd name="p0y14" fmla="*/ 0 h 3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76300" y="939305"/>
            <a:ext cx="153263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050" b="1" spc="63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前期基础</a:t>
            </a:r>
            <a:r>
              <a:rPr lang="en-US" altLang="zh-CN" sz="1050" b="1" spc="63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050" b="1" spc="63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</a:t>
            </a:r>
            <a:r>
              <a:rPr lang="en-US" altLang="zh-CN" sz="1050" b="1" spc="63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1-4</a:t>
            </a:r>
            <a:endParaRPr lang="en-US" altLang="zh-CN" sz="1050" b="1" spc="63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1835785" y="15589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879997" y="162332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327623" y="1889547"/>
            <a:ext cx="132137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打通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baseline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588218" y="2078599"/>
            <a:ext cx="8001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建立基准线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3252788" y="176575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4573905" y="15589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4618434" y="162332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3993280" y="1889547"/>
            <a:ext cx="14669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补指标，不急着改策略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4259980" y="2078599"/>
            <a:ext cx="93352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完善监控体系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5991225" y="176575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7312660" y="15589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7356872" y="162332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6689227" y="1889547"/>
            <a:ext cx="155198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6998418" y="2078599"/>
            <a:ext cx="93352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最小闭环验证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8729663" y="176575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10050780" y="15589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  <a:effectLst>
            <a:outerShdw blurRad="400050" algn="ctr" rotWithShape="0">
              <a:srgbClr val="3C99FF">
                <a:alpha val="1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10095309" y="162332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9693993" y="1889547"/>
            <a:ext cx="101925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接入真实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9678000" y="2078599"/>
            <a:ext cx="105124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</a:t>
            </a:r>
            <a:r>
              <a:rPr lang="en-US" alt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lifecycle</a:t>
            </a: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探针</a:t>
            </a:r>
            <a:endParaRPr lang="zh-CN" altLang="en-US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762000" y="2670175"/>
            <a:ext cx="38100" cy="228600"/>
          </a:xfrm>
          <a:custGeom>
            <a:avLst/>
            <a:gdLst>
              <a:gd name="sw" fmla="*/ 1 w 60"/>
              <a:gd name="sh" fmla="*/ 1 h 360"/>
              <a:gd name="mins" fmla="min sw sh"/>
              <a:gd name="dsw" fmla="+- 0 sw mins"/>
              <a:gd name="dsh" fmla="+- 0 sh mins"/>
              <a:gd name="p0x0" fmla="*/ 30 w 60"/>
              <a:gd name="p0y0" fmla="*/ 0 h 360"/>
              <a:gd name="p0x1" fmla="*/ 46 w 60"/>
              <a:gd name="p0y1" fmla="*/ 0 h 360"/>
              <a:gd name="p0x2" fmla="*/ 60 w 60"/>
              <a:gd name="p0y2" fmla="*/ 13 h 360"/>
              <a:gd name="p0x3" fmla="*/ 60 w 60"/>
              <a:gd name="p0y3" fmla="*/ 30 h 360"/>
              <a:gd name="p0x4" fmla="*/ 60 w 60"/>
              <a:gd name="p0y4" fmla="*/ 330 h 360"/>
              <a:gd name="p0x5" fmla="*/ 60 w 60"/>
              <a:gd name="p0y5" fmla="*/ 346 h 360"/>
              <a:gd name="p0x6" fmla="*/ 46 w 60"/>
              <a:gd name="p0y6" fmla="*/ 360 h 360"/>
              <a:gd name="p0x7" fmla="*/ 30 w 60"/>
              <a:gd name="p0y7" fmla="*/ 360 h 360"/>
              <a:gd name="p0x8" fmla="*/ 13 w 60"/>
              <a:gd name="p0y8" fmla="*/ 360 h 360"/>
              <a:gd name="p0x9" fmla="*/ 0 w 60"/>
              <a:gd name="p0y9" fmla="*/ 346 h 360"/>
              <a:gd name="p0x10" fmla="*/ 0 w 60"/>
              <a:gd name="p0y10" fmla="*/ 330 h 360"/>
              <a:gd name="p0x11" fmla="*/ 0 w 60"/>
              <a:gd name="p0y11" fmla="*/ 30 h 360"/>
              <a:gd name="p0x12" fmla="*/ 0 w 60"/>
              <a:gd name="p0y12" fmla="*/ 13 h 360"/>
              <a:gd name="p0x13" fmla="*/ 13 w 60"/>
              <a:gd name="p0y13" fmla="*/ 0 h 360"/>
              <a:gd name="p0x14" fmla="*/ 30 w 60"/>
              <a:gd name="p0y14" fmla="*/ 0 h 3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758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876300" y="2696962"/>
            <a:ext cx="162386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050" b="1" spc="63">
                <a:solidFill>
                  <a:srgbClr val="3758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策略迭代</a:t>
            </a:r>
            <a:r>
              <a:rPr lang="en-US" altLang="zh-CN" sz="1050" b="1" spc="63">
                <a:solidFill>
                  <a:srgbClr val="3758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050" b="1" spc="63">
                <a:solidFill>
                  <a:srgbClr val="3758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</a:t>
            </a:r>
            <a:r>
              <a:rPr lang="en-US" altLang="zh-CN" sz="1050" b="1" spc="63">
                <a:solidFill>
                  <a:srgbClr val="3758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5-11</a:t>
            </a:r>
            <a:endParaRPr lang="en-US" altLang="zh-CN" sz="1050" b="1" spc="63">
              <a:solidFill>
                <a:srgbClr val="3758F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5"/>
            </p:custDataLst>
          </p:nvPr>
        </p:nvSpPr>
        <p:spPr>
          <a:xfrm>
            <a:off x="1249045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1293171" y="33809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920648" y="3647205"/>
            <a:ext cx="96173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759695" y="3836257"/>
            <a:ext cx="128364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OS-style resource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2079203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2813685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2858024" y="33809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2"/>
            </p:custDataLst>
          </p:nvPr>
        </p:nvSpPr>
        <p:spPr>
          <a:xfrm>
            <a:off x="2385794" y="3647205"/>
            <a:ext cx="116115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shared-aware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3"/>
            </p:custDataLst>
          </p:nvPr>
        </p:nvSpPr>
        <p:spPr>
          <a:xfrm>
            <a:off x="2566321" y="3836257"/>
            <a:ext cx="8001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发现负优化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4"/>
            </p:custDataLst>
          </p:nvPr>
        </p:nvSpPr>
        <p:spPr>
          <a:xfrm>
            <a:off x="3644055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5"/>
            </p:custDataLst>
          </p:nvPr>
        </p:nvSpPr>
        <p:spPr>
          <a:xfrm>
            <a:off x="4378325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6"/>
            </p:custDataLst>
          </p:nvPr>
        </p:nvSpPr>
        <p:spPr>
          <a:xfrm>
            <a:off x="4422877" y="33809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7"/>
            </p:custDataLst>
          </p:nvPr>
        </p:nvSpPr>
        <p:spPr>
          <a:xfrm>
            <a:off x="4115467" y="3647205"/>
            <a:ext cx="83158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fast path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8"/>
            </p:custDataLst>
          </p:nvPr>
        </p:nvSpPr>
        <p:spPr>
          <a:xfrm>
            <a:off x="3997823" y="3836257"/>
            <a:ext cx="10668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解决无压力开销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9"/>
            </p:custDataLst>
          </p:nvPr>
        </p:nvSpPr>
        <p:spPr>
          <a:xfrm>
            <a:off x="5208908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0"/>
            </p:custDataLst>
          </p:nvPr>
        </p:nvSpPr>
        <p:spPr>
          <a:xfrm>
            <a:off x="5943600" y="324294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  <a:effectLst>
            <a:outerShdw blurRad="400050" algn="ctr" rotWithShape="0">
              <a:srgbClr val="3C99FF">
                <a:alpha val="1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1"/>
            </p:custDataLst>
          </p:nvPr>
        </p:nvSpPr>
        <p:spPr>
          <a:xfrm>
            <a:off x="5987729" y="3307677"/>
            <a:ext cx="216617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2"/>
            </p:custDataLst>
          </p:nvPr>
        </p:nvSpPr>
        <p:spPr>
          <a:xfrm>
            <a:off x="5686196" y="3573901"/>
            <a:ext cx="819750" cy="3095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 spc="-24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lang="en-US" altLang="zh-CN" sz="1050" b="1" spc="-24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pressure workload</a:t>
            </a:r>
            <a:endParaRPr lang="en-US" altLang="zh-CN" sz="1050" b="1" spc="-24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3"/>
            </p:custDataLst>
          </p:nvPr>
        </p:nvSpPr>
        <p:spPr>
          <a:xfrm>
            <a:off x="5629351" y="3909628"/>
            <a:ext cx="93352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暴露真实问题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4"/>
            </p:custDataLst>
          </p:nvPr>
        </p:nvSpPr>
        <p:spPr>
          <a:xfrm>
            <a:off x="6773761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45"/>
            </p:custDataLst>
          </p:nvPr>
        </p:nvSpPr>
        <p:spPr>
          <a:xfrm>
            <a:off x="7508240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6"/>
            </p:custDataLst>
          </p:nvPr>
        </p:nvSpPr>
        <p:spPr>
          <a:xfrm>
            <a:off x="7552582" y="3380981"/>
            <a:ext cx="216617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7"/>
            </p:custDataLst>
          </p:nvPr>
        </p:nvSpPr>
        <p:spPr>
          <a:xfrm>
            <a:off x="7151484" y="3647205"/>
            <a:ext cx="101895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 score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8"/>
            </p:custDataLst>
          </p:nvPr>
        </p:nvSpPr>
        <p:spPr>
          <a:xfrm>
            <a:off x="7012705" y="3836257"/>
            <a:ext cx="129643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</a:t>
            </a:r>
            <a:r>
              <a:rPr lang="en-US" alt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family-protect</a:t>
            </a:r>
            <a:endParaRPr lang="en-US" altLang="zh-CN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9"/>
            </p:custDataLst>
          </p:nvPr>
        </p:nvSpPr>
        <p:spPr>
          <a:xfrm>
            <a:off x="8338614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50"/>
            </p:custDataLst>
          </p:nvPr>
        </p:nvSpPr>
        <p:spPr>
          <a:xfrm>
            <a:off x="9072880" y="324294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  <a:effectLst>
            <a:outerShdw blurRad="400050" algn="ctr" rotWithShape="0">
              <a:srgbClr val="3C99FF">
                <a:alpha val="1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1"/>
            </p:custDataLst>
          </p:nvPr>
        </p:nvSpPr>
        <p:spPr>
          <a:xfrm>
            <a:off x="9075839" y="3307677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2"/>
            </p:custDataLst>
          </p:nvPr>
        </p:nvSpPr>
        <p:spPr>
          <a:xfrm>
            <a:off x="8665664" y="3573901"/>
            <a:ext cx="1120302" cy="3095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 spc="-4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lang="en-US" altLang="zh-CN" sz="1050" b="1" spc="-4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request/length-aware</a:t>
            </a:r>
            <a:endParaRPr lang="en-US" altLang="zh-CN" sz="1050" b="1" spc="-4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53"/>
            </p:custDataLst>
          </p:nvPr>
        </p:nvSpPr>
        <p:spPr>
          <a:xfrm>
            <a:off x="8705250" y="3909628"/>
            <a:ext cx="104113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admission</a:t>
            </a:r>
            <a:r>
              <a:rPr 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</a:t>
            </a:r>
            <a:endParaRPr lang="zh-CN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4"/>
            </p:custDataLst>
          </p:nvPr>
        </p:nvSpPr>
        <p:spPr>
          <a:xfrm>
            <a:off x="9903466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55"/>
            </p:custDataLst>
          </p:nvPr>
        </p:nvSpPr>
        <p:spPr>
          <a:xfrm>
            <a:off x="10638155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56"/>
            </p:custDataLst>
          </p:nvPr>
        </p:nvSpPr>
        <p:spPr>
          <a:xfrm>
            <a:off x="10640692" y="3380981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57"/>
            </p:custDataLst>
          </p:nvPr>
        </p:nvSpPr>
        <p:spPr>
          <a:xfrm>
            <a:off x="10207523" y="3647205"/>
            <a:ext cx="1166222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接回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58"/>
            </p:custDataLst>
          </p:nvPr>
        </p:nvSpPr>
        <p:spPr>
          <a:xfrm>
            <a:off x="10332986" y="3836257"/>
            <a:ext cx="91537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A-B</a:t>
            </a:r>
            <a:r>
              <a:rPr 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指标验证</a:t>
            </a:r>
            <a:endParaRPr lang="zh-CN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59"/>
            </p:custDataLst>
          </p:nvPr>
        </p:nvSpPr>
        <p:spPr>
          <a:xfrm>
            <a:off x="762000" y="4427855"/>
            <a:ext cx="38100" cy="228600"/>
          </a:xfrm>
          <a:custGeom>
            <a:avLst/>
            <a:gdLst>
              <a:gd name="sw" fmla="*/ 1 w 60"/>
              <a:gd name="sh" fmla="*/ 1 h 360"/>
              <a:gd name="mins" fmla="min sw sh"/>
              <a:gd name="dsw" fmla="+- 0 sw mins"/>
              <a:gd name="dsh" fmla="+- 0 sh mins"/>
              <a:gd name="p0x0" fmla="*/ 30 w 60"/>
              <a:gd name="p0y0" fmla="*/ 0 h 360"/>
              <a:gd name="p0x1" fmla="*/ 46 w 60"/>
              <a:gd name="p0y1" fmla="*/ 0 h 360"/>
              <a:gd name="p0x2" fmla="*/ 60 w 60"/>
              <a:gd name="p0y2" fmla="*/ 13 h 360"/>
              <a:gd name="p0x3" fmla="*/ 60 w 60"/>
              <a:gd name="p0y3" fmla="*/ 30 h 360"/>
              <a:gd name="p0x4" fmla="*/ 60 w 60"/>
              <a:gd name="p0y4" fmla="*/ 330 h 360"/>
              <a:gd name="p0x5" fmla="*/ 60 w 60"/>
              <a:gd name="p0y5" fmla="*/ 346 h 360"/>
              <a:gd name="p0x6" fmla="*/ 46 w 60"/>
              <a:gd name="p0y6" fmla="*/ 360 h 360"/>
              <a:gd name="p0x7" fmla="*/ 30 w 60"/>
              <a:gd name="p0y7" fmla="*/ 360 h 360"/>
              <a:gd name="p0x8" fmla="*/ 13 w 60"/>
              <a:gd name="p0y8" fmla="*/ 360 h 360"/>
              <a:gd name="p0x9" fmla="*/ 0 w 60"/>
              <a:gd name="p0y9" fmla="*/ 346 h 360"/>
              <a:gd name="p0x10" fmla="*/ 0 w 60"/>
              <a:gd name="p0y10" fmla="*/ 330 h 360"/>
              <a:gd name="p0x11" fmla="*/ 0 w 60"/>
              <a:gd name="p0y11" fmla="*/ 30 h 360"/>
              <a:gd name="p0x12" fmla="*/ 0 w 60"/>
              <a:gd name="p0y12" fmla="*/ 13 h 360"/>
              <a:gd name="p0x13" fmla="*/ 13 w 60"/>
              <a:gd name="p0y13" fmla="*/ 0 h 360"/>
              <a:gd name="p0x14" fmla="*/ 30 w 60"/>
              <a:gd name="p0y14" fmla="*/ 0 h 36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542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60"/>
            </p:custDataLst>
          </p:nvPr>
        </p:nvSpPr>
        <p:spPr>
          <a:xfrm>
            <a:off x="876300" y="4454630"/>
            <a:ext cx="171502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zh-CN" altLang="en-US" sz="1050" b="1" spc="63">
                <a:solidFill>
                  <a:srgbClr val="6542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验证交接</a:t>
            </a:r>
            <a:r>
              <a:rPr lang="en-US" altLang="zh-CN" sz="1050" b="1" spc="63">
                <a:solidFill>
                  <a:srgbClr val="6542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050" b="1" spc="63">
                <a:solidFill>
                  <a:srgbClr val="6542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</a:t>
            </a:r>
            <a:r>
              <a:rPr lang="en-US" altLang="zh-CN" sz="1050" b="1" spc="63">
                <a:solidFill>
                  <a:srgbClr val="6542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12-14</a:t>
            </a:r>
            <a:endParaRPr lang="en-US" altLang="zh-CN" sz="1050" b="1" spc="63">
              <a:solidFill>
                <a:srgbClr val="6542F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61"/>
            </p:custDataLst>
          </p:nvPr>
        </p:nvSpPr>
        <p:spPr>
          <a:xfrm>
            <a:off x="2291715" y="507428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62"/>
            </p:custDataLst>
          </p:nvPr>
        </p:nvSpPr>
        <p:spPr>
          <a:xfrm>
            <a:off x="2294782" y="5138649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63"/>
            </p:custDataLst>
          </p:nvPr>
        </p:nvSpPr>
        <p:spPr>
          <a:xfrm>
            <a:off x="1394889" y="5404872"/>
            <a:ext cx="2099672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phased/ambiguous/template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64"/>
            </p:custDataLst>
          </p:nvPr>
        </p:nvSpPr>
        <p:spPr>
          <a:xfrm>
            <a:off x="1820761" y="5593924"/>
            <a:ext cx="1247927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r>
              <a:rPr 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版本迭代</a:t>
            </a:r>
            <a:endParaRPr lang="zh-CN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65"/>
            </p:custDataLst>
          </p:nvPr>
        </p:nvSpPr>
        <p:spPr>
          <a:xfrm>
            <a:off x="4165626" y="5281076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66"/>
            </p:custDataLst>
          </p:nvPr>
        </p:nvSpPr>
        <p:spPr>
          <a:xfrm>
            <a:off x="5943600" y="507428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67"/>
            </p:custDataLst>
          </p:nvPr>
        </p:nvSpPr>
        <p:spPr>
          <a:xfrm>
            <a:off x="5946058" y="5138649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68"/>
            </p:custDataLst>
          </p:nvPr>
        </p:nvSpPr>
        <p:spPr>
          <a:xfrm>
            <a:off x="5562600" y="5404872"/>
            <a:ext cx="106687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总结场景有效性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69"/>
            </p:custDataLst>
          </p:nvPr>
        </p:nvSpPr>
        <p:spPr>
          <a:xfrm>
            <a:off x="5429250" y="5593924"/>
            <a:ext cx="13335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普通无害</a:t>
            </a:r>
            <a:r>
              <a:rPr lang="en-US" alt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模板有效</a:t>
            </a:r>
            <a:endParaRPr lang="zh-CN" altLang="en-US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70"/>
            </p:custDataLst>
          </p:nvPr>
        </p:nvSpPr>
        <p:spPr>
          <a:xfrm>
            <a:off x="7816901" y="5281076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71"/>
            </p:custDataLst>
          </p:nvPr>
        </p:nvSpPr>
        <p:spPr>
          <a:xfrm>
            <a:off x="9594850" y="507428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  <a:effectLst>
            <a:outerShdw blurRad="400050" algn="ctr" rotWithShape="0">
              <a:srgbClr val="3C99FF">
                <a:alpha val="1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72"/>
            </p:custDataLst>
          </p:nvPr>
        </p:nvSpPr>
        <p:spPr>
          <a:xfrm>
            <a:off x="9597333" y="5138649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73"/>
            </p:custDataLst>
          </p:nvPr>
        </p:nvSpPr>
        <p:spPr>
          <a:xfrm>
            <a:off x="9127931" y="5404872"/>
            <a:ext cx="1238698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交接长测</a:t>
            </a:r>
            <a:endParaRPr lang="zh-CN" altLang="en-US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74"/>
            </p:custDataLst>
          </p:nvPr>
        </p:nvSpPr>
        <p:spPr>
          <a:xfrm>
            <a:off x="9280551" y="5593924"/>
            <a:ext cx="93352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生产环境验证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迭代与实验验证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6892" y="564642"/>
            <a:ext cx="9418320" cy="1156208"/>
          </a:xfrm>
        </p:spPr>
        <p:txBody>
          <a:bodyPr>
            <a:normAutofit/>
          </a:bodyPr>
          <a:lstStyle/>
          <a:p>
            <a:r>
              <a:rPr lang="zh-CN" altLang="en-US" sz="5400" b="1">
                <a:solidFill>
                  <a:srgbClr val="333333"/>
                </a:solidFill>
                <a:latin typeface="微软雅黑" panose="020B0503020204020204" pitchFamily="34" charset="-122"/>
              </a:rPr>
              <a:t>目录</a:t>
            </a:r>
            <a:endParaRPr lang="zh-CN" altLang="en-US" sz="5400" b="1" dirty="0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73125" y="2117090"/>
            <a:ext cx="763905" cy="100520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0070E8"/>
                </a:solidFill>
                <a:latin typeface="微软雅黑" panose="020B0503020204020204" pitchFamily="34" charset="-122"/>
              </a:rPr>
              <a:t>01</a:t>
            </a:r>
            <a:endParaRPr lang="zh-CN" altLang="en-US" sz="28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76730" y="2222500"/>
            <a:ext cx="4572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大规模实验及其迭代改进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776730" y="2650490"/>
            <a:ext cx="71120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实验问题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-&gt;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根因定位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-&gt;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代码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架构改进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73125" y="3086100"/>
            <a:ext cx="763905" cy="104838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0070E8"/>
                </a:solidFill>
                <a:latin typeface="微软雅黑" panose="020B0503020204020204" pitchFamily="34" charset="-122"/>
              </a:rPr>
              <a:t>02</a:t>
            </a:r>
            <a:endParaRPr lang="en-US" altLang="zh-CN" sz="28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777365" y="3180080"/>
            <a:ext cx="4571365" cy="3689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调试工具与可视化工具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776730" y="3602990"/>
            <a:ext cx="71120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JSONL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summary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heartbeat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replay/dashboard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873125" y="4050030"/>
            <a:ext cx="763905" cy="89916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0070E8"/>
                </a:solidFill>
                <a:latin typeface="微软雅黑" panose="020B0503020204020204" pitchFamily="34" charset="-122"/>
              </a:rPr>
              <a:t>03</a:t>
            </a:r>
            <a:endParaRPr lang="zh-CN" altLang="en-US" sz="28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777365" y="4050030"/>
            <a:ext cx="4572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实验设计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1776730" y="4481830"/>
            <a:ext cx="71120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总思路、请求类型、主要实验、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12h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矩阵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873125" y="4949190"/>
            <a:ext cx="763905" cy="863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2800" b="1">
                <a:solidFill>
                  <a:srgbClr val="0070E8"/>
                </a:solidFill>
                <a:latin typeface="微软雅黑" panose="020B0503020204020204" pitchFamily="34" charset="-122"/>
              </a:rPr>
              <a:t>04</a:t>
            </a:r>
            <a:endParaRPr lang="zh-CN" altLang="en-US" sz="28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1777365" y="5008245"/>
            <a:ext cx="4572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12h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完整实验结果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1777365" y="5502275"/>
            <a:ext cx="71120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四个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stage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3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zh-CN" altLang="en-US"/>
            </a:br>
            <a:r>
              <a:rPr lang="zh-CN" altLang="en-US"/>
              <a:t>大规模实验及其迭代</a:t>
            </a:r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7285990" y="1526540"/>
            <a:ext cx="3354705" cy="410464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4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P1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远程长测缺乏完整闭环和监控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9495" y="1526540"/>
            <a:ext cx="1168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D93030"/>
                </a:solidFill>
                <a:latin typeface="微软雅黑" panose="020B0503020204020204" pitchFamily="34" charset="-122"/>
              </a:rPr>
              <a:t>问题与根因</a:t>
            </a:r>
            <a:endParaRPr lang="zh-CN" altLang="en-US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090295" y="1854200"/>
            <a:ext cx="1066800" cy="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90295" y="2006600"/>
            <a:ext cx="4725670" cy="12103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本地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smoke test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能验证机制，但无法支撑长周期稳定性和策略收益结论。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多个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的结果需要统一对齐，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A/B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对比才能可信。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远程长测时间长，需要实时监控来及时获取情况和信息。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800" y="3501390"/>
            <a:ext cx="1016000" cy="18224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闭环改造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85800" y="3801110"/>
            <a:ext cx="9144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4232910"/>
            <a:ext cx="304800" cy="3048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85800" y="4613910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deploy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4200" y="4867910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同步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overlay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1320800" y="4366895"/>
            <a:ext cx="822960" cy="18415"/>
          </a:xfrm>
          <a:prstGeom prst="line">
            <a:avLst/>
          </a:prstGeom>
          <a:ln w="1397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形 14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0760" y="4232910"/>
            <a:ext cx="304800" cy="3048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143760" y="4652645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runner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65960" y="4916805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启动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vLLM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2702560" y="4385310"/>
            <a:ext cx="746760" cy="3175"/>
          </a:xfrm>
          <a:prstGeom prst="line">
            <a:avLst/>
          </a:prstGeom>
          <a:ln w="1397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形 19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6320" y="4232910"/>
            <a:ext cx="304800" cy="3048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373120" y="4652645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run root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71520" y="4916805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记录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env/metrics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4008120" y="4380865"/>
            <a:ext cx="786765" cy="4445"/>
          </a:xfrm>
          <a:prstGeom prst="line">
            <a:avLst/>
          </a:prstGeom>
          <a:ln w="1397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形 24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1885" y="4223385"/>
            <a:ext cx="304800" cy="3048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4921885" y="4643120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sync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32985" y="4907280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同步结果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5353685" y="4371340"/>
            <a:ext cx="797560" cy="4445"/>
          </a:xfrm>
          <a:prstGeom prst="line">
            <a:avLst/>
          </a:prstGeom>
          <a:ln w="1397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形 29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7445" y="4223385"/>
            <a:ext cx="304800" cy="3048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954395" y="4641215"/>
            <a:ext cx="1041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summary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958840" y="4907280"/>
            <a:ext cx="1219200" cy="1841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生成汇总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501890" y="1729740"/>
            <a:ext cx="10922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闭环落实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7501890" y="2066925"/>
            <a:ext cx="9906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形 36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01890" y="2371725"/>
            <a:ext cx="228600" cy="22860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7857490" y="2359025"/>
            <a:ext cx="268351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run_state / policy_state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857490" y="2638425"/>
            <a:ext cx="2603500" cy="6057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区分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completed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failed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partial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stalled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1" name="图形 40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01890" y="3298825"/>
            <a:ext cx="228600" cy="22860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7857490" y="3286125"/>
            <a:ext cx="1549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heartbeat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57490" y="3565525"/>
            <a:ext cx="2603500" cy="48069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运行中时间戳、阶段和进度可见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5" name="图形 44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01890" y="4213225"/>
            <a:ext cx="228600" cy="2286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7857490" y="4200525"/>
            <a:ext cx="2603500" cy="40513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857490" y="4479925"/>
            <a:ext cx="2603500" cy="8191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结果自动对齐成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Markdown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csv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86560" y="5427345"/>
            <a:ext cx="4540885" cy="1082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每个 </a:t>
            </a:r>
            <a:r>
              <a:rPr lang="en-US" altLang="zh-CN" sz="1400"/>
              <a:t>stage </a:t>
            </a:r>
            <a:r>
              <a:rPr lang="zh-CN" altLang="en-US" sz="1400"/>
              <a:t>生成独立 </a:t>
            </a:r>
            <a:r>
              <a:rPr lang="en-US" altLang="zh-CN" sz="1400" b="1"/>
              <a:t>run root</a:t>
            </a:r>
            <a:r>
              <a:rPr lang="en-US" altLang="zh-CN" sz="1400"/>
              <a:t>，</a:t>
            </a:r>
            <a:r>
              <a:rPr lang="zh-CN" altLang="en-US" sz="1400"/>
              <a:t>保存 </a:t>
            </a:r>
            <a:r>
              <a:rPr lang="en-US" altLang="zh-CN" sz="1400" b="1"/>
              <a:t>config snapshot</a:t>
            </a:r>
            <a:r>
              <a:rPr lang="en-US" altLang="zh-CN" sz="1400"/>
              <a:t>、</a:t>
            </a:r>
            <a:r>
              <a:rPr lang="en-US" altLang="zh-CN" sz="1400" b="1"/>
              <a:t>env snapshot</a:t>
            </a:r>
            <a:r>
              <a:rPr lang="en-US" altLang="zh-CN" sz="1400"/>
              <a:t>、</a:t>
            </a:r>
            <a:r>
              <a:rPr lang="en-US" altLang="zh-CN" sz="1400" b="1"/>
              <a:t>lifecycle JSONL</a:t>
            </a:r>
            <a:r>
              <a:rPr lang="en-US" altLang="zh-CN" sz="1400"/>
              <a:t>、</a:t>
            </a:r>
            <a:r>
              <a:rPr lang="en-US" altLang="zh-CN" sz="1400" b="1"/>
              <a:t>Prometheus / online metrics</a:t>
            </a:r>
            <a:r>
              <a:rPr lang="en-US" altLang="zh-CN" sz="1400"/>
              <a:t>、</a:t>
            </a:r>
            <a:r>
              <a:rPr lang="en-US" altLang="zh-CN" sz="1400" b="1"/>
              <a:t>run state</a:t>
            </a:r>
            <a:r>
              <a:rPr lang="en-US" altLang="zh-CN" sz="1400"/>
              <a:t>、</a:t>
            </a:r>
            <a:r>
              <a:rPr lang="en-US" altLang="zh-CN" sz="1400" b="1"/>
              <a:t>policy state </a:t>
            </a:r>
            <a:r>
              <a:rPr lang="zh-CN" altLang="en-US" sz="1400"/>
              <a:t>和 </a:t>
            </a:r>
            <a:r>
              <a:rPr lang="en-US" altLang="zh-CN" sz="1400" b="1"/>
              <a:t>benchmark summary</a:t>
            </a:r>
            <a:r>
              <a:rPr lang="en-US" altLang="zh-CN" sz="1400"/>
              <a:t>。</a:t>
            </a:r>
            <a:endParaRPr lang="en-US" altLang="zh-CN" sz="1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786120" y="1358900"/>
            <a:ext cx="5171440" cy="236474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96900" y="1358900"/>
            <a:ext cx="4836795" cy="236474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5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P2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workload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不够真实合理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5660" y="1630045"/>
            <a:ext cx="3754755" cy="323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D93030"/>
                </a:solidFill>
                <a:latin typeface="微软雅黑" panose="020B0503020204020204" pitchFamily="34" charset="-122"/>
              </a:rPr>
              <a:t>旧问题：</a:t>
            </a:r>
            <a:r>
              <a:rPr lang="en-US" altLang="zh-CN" sz="1400" b="1">
                <a:solidFill>
                  <a:srgbClr val="D93030"/>
                </a:solidFill>
                <a:latin typeface="微软雅黑" panose="020B0503020204020204" pitchFamily="34" charset="-122"/>
              </a:rPr>
              <a:t>closed-loop / </a:t>
            </a:r>
            <a:r>
              <a:rPr lang="zh-CN" altLang="en-US" sz="1400" b="1">
                <a:solidFill>
                  <a:srgbClr val="D93030"/>
                </a:solidFill>
                <a:latin typeface="微软雅黑" panose="020B0503020204020204" pitchFamily="34" charset="-122"/>
              </a:rPr>
              <a:t>人工 </a:t>
            </a:r>
            <a:r>
              <a:rPr lang="en-US" altLang="zh-CN" sz="1400" b="1">
                <a:solidFill>
                  <a:srgbClr val="D93030"/>
                </a:solidFill>
                <a:latin typeface="微软雅黑" panose="020B0503020204020204" pitchFamily="34" charset="-122"/>
              </a:rPr>
              <a:t>hot-cold</a:t>
            </a:r>
            <a:endParaRPr lang="zh-CN" altLang="en-US" sz="1400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35025" y="1936115"/>
            <a:ext cx="3047365" cy="13335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2475" y="2086610"/>
            <a:ext cx="412115" cy="3962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25880" y="2086610"/>
            <a:ext cx="3997960" cy="150876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人工 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hot/cold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请求能制造 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prefix reuse，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但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不像真实在线服务。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2.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多轮对话、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tenant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隔离、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RAG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文档、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agent tool loop、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后台长输出等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真实结构无法表达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3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.closed-loop loadgen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会让更快的 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pitchFamily="34" charset="-122"/>
              </a:rPr>
              <a:t>更早进入后续请求池，造成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A/B workload drift。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74410" y="1635760"/>
            <a:ext cx="2993390" cy="2324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70E8"/>
                </a:solidFill>
                <a:latin typeface="微软雅黑" panose="020B0503020204020204" pitchFamily="34" charset="-122"/>
              </a:rPr>
              <a:t>新路径：</a:t>
            </a:r>
            <a:r>
              <a:rPr lang="en-US" altLang="zh-CN" sz="1400" b="1">
                <a:solidFill>
                  <a:srgbClr val="0070E8"/>
                </a:solidFill>
                <a:latin typeface="微软雅黑" panose="020B0503020204020204" pitchFamily="34" charset="-122"/>
              </a:rPr>
              <a:t>open-loop realistic trace</a:t>
            </a:r>
            <a:endParaRPr lang="zh-CN" altLang="en-US" sz="14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6074410" y="1941195"/>
            <a:ext cx="2934335" cy="127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0600" y="2209800"/>
            <a:ext cx="228600" cy="22796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431280" y="2197100"/>
            <a:ext cx="4472940" cy="27686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拓展请求结构：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tenant / family / session / turn</a:t>
            </a:r>
            <a:endParaRPr lang="zh-CN" altLang="en-US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31280" y="2476500"/>
            <a:ext cx="4109720" cy="26606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follow-up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携带历史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messages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，形成真实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prefix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复用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3" name="图形 2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70600" y="2743200"/>
            <a:ext cx="228600" cy="22796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431280" y="2730500"/>
            <a:ext cx="4236720" cy="5245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2.trace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中每条请求带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scheduled_at_seconds，loadgen </a:t>
            </a:r>
            <a:r>
              <a:rPr lang="zh-CN" altLang="en-US" sz="1400" b="1">
                <a:solidFill>
                  <a:srgbClr val="333333"/>
                </a:solidFill>
                <a:latin typeface="微软雅黑" panose="020B0503020204020204" pitchFamily="34" charset="-122"/>
              </a:rPr>
              <a:t>按时间线 </a:t>
            </a:r>
            <a:r>
              <a:rPr lang="en-US" altLang="zh-CN" sz="1400" b="1">
                <a:solidFill>
                  <a:srgbClr val="333333"/>
                </a:solidFill>
                <a:latin typeface="微软雅黑" panose="020B0503020204020204" pitchFamily="34" charset="-122"/>
              </a:rPr>
              <a:t>open-loop replay</a:t>
            </a:r>
            <a:endParaRPr lang="en-US" altLang="zh-CN" sz="1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31280" y="3180715"/>
            <a:ext cx="4472940" cy="43307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到点发送请求，记录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send delay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e2e latency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P50,P95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等。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1016000" y="4307840"/>
          <a:ext cx="9017001" cy="203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730"/>
                <a:gridCol w="3046284"/>
                <a:gridCol w="3289987"/>
              </a:tblGrid>
              <a:tr h="338667"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Profile</a:t>
                      </a:r>
                      <a:endParaRPr lang="en-US" altLang="zh-CN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模拟场景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关键价值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enterprise_mixed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企业多租户混合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普通服务收益与稳定性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daily_dedicated_reuse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稳定用户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项目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自然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reuse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sticky_burst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粘性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 burst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调度公平性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foreground_latency_background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后台混部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foreground-priority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866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low_reuse_low_frequency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低频低复用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边界与少介入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16000" y="3887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不同请求分类：</a:t>
            </a:r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6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P3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指标解释能力有限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形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664460"/>
            <a:ext cx="228600" cy="228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17600" y="26517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e2e latency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7600" y="2931160"/>
            <a:ext cx="1803400" cy="3124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send delay + service latency</a:t>
            </a:r>
            <a:endParaRPr lang="en-US" altLang="zh-CN" sz="1020">
              <a:solidFill>
                <a:srgbClr val="5D6674"/>
              </a:solidFill>
              <a:latin typeface="微软雅黑" panose="020B0503020204020204" pitchFamily="34" charset="-122"/>
            </a:endParaRPr>
          </a:p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P50,P95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等指标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形 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2664460"/>
            <a:ext cx="228600" cy="2286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594100" y="26517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SLO goodput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94100" y="29311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SLO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内完成的有效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token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形 1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2664460"/>
            <a:ext cx="228600" cy="2286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70600" y="26517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class metrics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70600" y="29311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前台、后台、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cold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decode-heavy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分开看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形 16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1500" y="2664460"/>
            <a:ext cx="228600" cy="2286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547100" y="26517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segment metrics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0" y="29311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warmup / main / revisit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分阶段解释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1" name="图形 20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3883660"/>
            <a:ext cx="228600" cy="2286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117600" y="38709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lifecycle summary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17600" y="41503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hit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evict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rebuilt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admission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串联证据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5" name="图形 24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8500" y="3883660"/>
            <a:ext cx="228600" cy="2286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594100" y="38709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admission reasons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94100" y="41503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哪些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class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被限制，节省多少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block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9" name="图形 28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0" y="3883660"/>
            <a:ext cx="228600" cy="22860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070600" y="38709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scheduler counters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70600" y="4150360"/>
            <a:ext cx="1803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promotion/defer/skip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是否真实生效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3" name="图形 32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91500" y="3883660"/>
            <a:ext cx="228600" cy="22860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8547100" y="38709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547100" y="41503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自动对齐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7" name="图形 36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2000" y="5102860"/>
            <a:ext cx="228600" cy="22860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1117600" y="50901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SLO probes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17600" y="53695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一次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run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复盘多个阈值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1" name="图形 40"/>
          <p:cNvPicPr/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38500" y="5102860"/>
            <a:ext cx="228600" cy="22860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3594100" y="50901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hint coverage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594100" y="5369560"/>
            <a:ext cx="18034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确认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class/family/session/SLO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是否穿透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5" name="图形 44"/>
          <p:cNvPicPr/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0" y="5102860"/>
            <a:ext cx="228600" cy="2286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6070600" y="50901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heartbeat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070600" y="53695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判断长测是否卡住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9" name="图形 48"/>
          <p:cNvPicPr/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191500" y="5102860"/>
            <a:ext cx="228600" cy="22860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8547100" y="509016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raw samples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547100" y="536956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保留请求级审计证据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8340" y="1266190"/>
            <a:ext cx="5144135" cy="1294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加入新指标并跟踪记录：</a:t>
            </a:r>
            <a:r>
              <a:rPr lang="en-US" altLang="zh-CN" b="1"/>
              <a:t>SLO goodput</a:t>
            </a:r>
            <a:r>
              <a:rPr lang="zh-CN" altLang="en-US"/>
              <a:t>，</a:t>
            </a:r>
            <a:r>
              <a:rPr lang="en-US" altLang="zh-CN" b="1"/>
              <a:t>P50</a:t>
            </a:r>
            <a:r>
              <a:rPr lang="en-US" altLang="zh-CN"/>
              <a:t>,</a:t>
            </a:r>
            <a:r>
              <a:rPr lang="en-US" altLang="zh-CN" b="1"/>
              <a:t>P95</a:t>
            </a:r>
            <a:r>
              <a:rPr lang="zh-CN" altLang="en-US"/>
              <a:t>等，同时对</a:t>
            </a:r>
            <a:r>
              <a:rPr lang="zh-CN" altLang="en-US" b="1"/>
              <a:t>不同类型</a:t>
            </a:r>
            <a:r>
              <a:rPr lang="zh-CN" altLang="en-US"/>
              <a:t>的请求分别跟踪处理各种指标。</a:t>
            </a:r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969000" y="1435100"/>
            <a:ext cx="4445000" cy="31750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87400" y="1435100"/>
            <a:ext cx="4445000" cy="31750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7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P4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保留的热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cache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没有被很好利用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7600" y="1663700"/>
            <a:ext cx="812800" cy="1612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D93030"/>
                </a:solidFill>
                <a:latin typeface="微软雅黑" panose="020B0503020204020204" pitchFamily="34" charset="-122"/>
              </a:rPr>
              <a:t>问题链</a:t>
            </a:r>
            <a:endParaRPr lang="zh-CN" altLang="en-US" sz="1600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17600" y="1917700"/>
            <a:ext cx="711200" cy="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2235200"/>
            <a:ext cx="228600" cy="2286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73200" y="2222500"/>
            <a:ext cx="32639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热 </a:t>
            </a:r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还在 </a:t>
            </a:r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cache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里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73200" y="2501900"/>
            <a:ext cx="32639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shared-aware / family-protect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降低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rebuilt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，但用户请求不一定立刻受益。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3225800"/>
            <a:ext cx="228600" cy="2286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73200" y="3213100"/>
            <a:ext cx="32639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2.waiting queue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仍按旧顺序推进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73200" y="3492500"/>
            <a:ext cx="32639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队首大量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cold miss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先跑，后面的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hot hit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没有被及时使用。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86500" y="1624330"/>
            <a:ext cx="8636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70E8"/>
                </a:solidFill>
                <a:latin typeface="微软雅黑" panose="020B0503020204020204" pitchFamily="34" charset="-122"/>
              </a:rPr>
              <a:t>改进链</a:t>
            </a:r>
            <a:endParaRPr lang="zh-CN" altLang="en-US" sz="16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286500" y="1917700"/>
            <a:ext cx="7620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6286500" y="2197100"/>
            <a:ext cx="279400" cy="2076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1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6731000" y="2197100"/>
            <a:ext cx="32385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扫描有限窗口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6731000" y="2476500"/>
            <a:ext cx="32385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只看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waiting queue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的有限候选，控制额外调度成本。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6286500" y="2959100"/>
            <a:ext cx="279400" cy="2076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2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6731000" y="2959100"/>
            <a:ext cx="32385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peek hit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校验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6731000" y="3238500"/>
            <a:ext cx="32385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用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peek_computed_tokens()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估计真实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prefix hit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，过滤误判。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6286500" y="3792855"/>
            <a:ext cx="2794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3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6731000" y="3721100"/>
            <a:ext cx="32385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request promotion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6731000" y="4000500"/>
            <a:ext cx="32385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family / session / hit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证据强的请求更早进入执行。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1206500" y="5143500"/>
          <a:ext cx="8433435" cy="151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670"/>
                <a:gridCol w="3300095"/>
                <a:gridCol w="2566670"/>
              </a:tblGrid>
              <a:tr h="377825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调度信号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作用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结果指标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family / durable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证据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识别真正高价值候选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hit / goodput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computed tokens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确认实际可复用深度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eligible hit ratio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promotion event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留下调度证据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request_promoted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68400" y="4754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调度信号与机制的增加：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1195" y="1050290"/>
            <a:ext cx="6377305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现象：重建率等有明显降低，吞吐率等性能提升不明显</a:t>
            </a:r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5790565" y="1506855"/>
            <a:ext cx="5014595" cy="3352165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35000" y="1506855"/>
            <a:ext cx="4954270" cy="3352165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8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P5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复用优先有副作用：需要有界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foreground-priority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9800" y="1743710"/>
            <a:ext cx="533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D93030"/>
                </a:solidFill>
                <a:latin typeface="微软雅黑" panose="020B0503020204020204" pitchFamily="34" charset="-122"/>
              </a:rPr>
              <a:t>风险</a:t>
            </a:r>
            <a:endParaRPr lang="zh-CN" altLang="en-US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05180" y="2101850"/>
            <a:ext cx="744220" cy="635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9800" y="2400300"/>
            <a:ext cx="228600" cy="2286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73200" y="2387600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队首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starvation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68400" y="2670175"/>
            <a:ext cx="4285615" cy="46926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如果持续绕过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head request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，低命中请求会越等越久。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800" y="3162300"/>
            <a:ext cx="228600" cy="2286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73200" y="3149600"/>
            <a:ext cx="4087495" cy="40449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2.decode-heavy / background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受伤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73200" y="3429000"/>
            <a:ext cx="3980815" cy="44640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长输出和后台任务可能被热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prefix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请求持续挤压。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6" name="图形 15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" y="3924300"/>
            <a:ext cx="228600" cy="2286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73200" y="3911600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3.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前台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后台混部更敏感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73200" y="4191000"/>
            <a:ext cx="3980815" cy="53149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latency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场景里既要保护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foreground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，又不能让公平性失控。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84900" y="1739900"/>
            <a:ext cx="618490" cy="3517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保护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6101715" y="2101850"/>
            <a:ext cx="616585" cy="635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形 22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500" y="2400300"/>
            <a:ext cx="228600" cy="2286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863080" y="2387600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1.age guard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863080" y="2667000"/>
            <a:ext cx="32639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等待太久的请求不再继续被绕过。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7" name="图形 26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3162300"/>
            <a:ext cx="228600" cy="2286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863080" y="316674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2.defer cap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863080" y="3429000"/>
            <a:ext cx="32639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限制一个调度周期里可跳过的请求数量。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1" name="图形 30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6500" y="3924300"/>
            <a:ext cx="228600" cy="2286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6863080" y="389064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3.latency-protected classes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863080" y="4170045"/>
            <a:ext cx="3467735" cy="5207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foreground / SLO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临界请求获得额外保护。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1087120" y="4960620"/>
          <a:ext cx="9243695" cy="150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725"/>
                <a:gridCol w="3622040"/>
                <a:gridCol w="3122930"/>
              </a:tblGrid>
              <a:tr h="375920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机制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限制的风险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对应事件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 guard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长期绕过队首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promotion skip / head age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defer cap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单步过度重排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 deferred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latency-protected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前台接近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request_latency_promoted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54050" y="1141095"/>
            <a:ext cx="6308090" cy="325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现象：部分实验中，</a:t>
            </a:r>
            <a:r>
              <a:rPr lang="en-US" altLang="zh-CN"/>
              <a:t>P95</a:t>
            </a:r>
            <a:r>
              <a:rPr lang="zh-CN" altLang="en-US"/>
              <a:t>等尾延迟有明显升高</a:t>
            </a:r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1"/>
            </p:custDataLst>
          </p:nvPr>
        </p:nvSpPr>
        <p:spPr>
          <a:xfrm>
            <a:off x="5812155" y="4059555"/>
            <a:ext cx="4284345" cy="124841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859790" y="4054475"/>
            <a:ext cx="4360545" cy="125349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5812790" y="2374265"/>
            <a:ext cx="4283710" cy="121539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859790" y="2356485"/>
            <a:ext cx="4360545" cy="123698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9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P6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partial / stalled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难识别：补齐诊断与可视化工具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000" y="1135380"/>
            <a:ext cx="9271000" cy="11074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现象：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远程长测持续时间长，运行中可能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partial、stalled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或只有部分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完成。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         2.lifecycle JSONL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事件量大，人工看日志难以解释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生命周期。</a:t>
            </a:r>
            <a:b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</a:b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         3.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缺少实时监视和跟踪的可视化工具。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  <a:p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图形 6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2035" y="2663825"/>
            <a:ext cx="393065" cy="37084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562100" y="270446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run_state / policy_state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562100" y="2983865"/>
            <a:ext cx="3200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completed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failed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partial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stalled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81700" y="2704465"/>
            <a:ext cx="279400" cy="279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6515100" y="270446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heartbeat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515100" y="2983865"/>
            <a:ext cx="3200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运行中的时间戳、阶段和进度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形 16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2035" y="4304030"/>
            <a:ext cx="393065" cy="35623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1562100" y="441896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1562100" y="4698365"/>
            <a:ext cx="3200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结果自动对齐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2" name="图形 21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81700" y="4304030"/>
            <a:ext cx="406400" cy="35623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6515100" y="441896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replay / dashboard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6515100" y="4698365"/>
            <a:ext cx="3200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生命周期可视化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51000" y="5650865"/>
            <a:ext cx="8255000" cy="61531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0070E8"/>
                </a:solidFill>
                <a:latin typeface="微软雅黑" panose="020B0503020204020204" pitchFamily="34" charset="-122"/>
              </a:rPr>
              <a:t>长测不再是黑盒，可实时跟踪监视。</a:t>
            </a:r>
            <a:br>
              <a:rPr lang="zh-CN" altLang="en-US" sz="2000" b="1">
                <a:solidFill>
                  <a:srgbClr val="0070E8"/>
                </a:solidFill>
                <a:latin typeface="微软雅黑" panose="020B0503020204020204" pitchFamily="34" charset="-122"/>
              </a:rPr>
            </a:br>
            <a:r>
              <a:rPr lang="zh-CN" altLang="en-US" sz="2000" b="1">
                <a:solidFill>
                  <a:srgbClr val="0070E8"/>
                </a:solidFill>
                <a:latin typeface="微软雅黑" panose="020B0503020204020204" pitchFamily="34" charset="-122"/>
              </a:rPr>
              <a:t>失败能定位，结果能解释，生命周期能展示。</a:t>
            </a:r>
            <a:endParaRPr lang="zh-CN" altLang="en-US" sz="20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364730" y="532765"/>
            <a:ext cx="3731895" cy="4685665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10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P7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各种机制增多，策略过于分立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35000" y="1753235"/>
          <a:ext cx="6540500" cy="239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65"/>
                <a:gridCol w="2496185"/>
                <a:gridCol w="2495550"/>
              </a:tblGrid>
              <a:tr h="47942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控制项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控制对象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解决的问题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哪些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full blocks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能进入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cache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低价值请求少写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驱逐时保护哪些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 / family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降低错误驱逐和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Schedule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waiting queue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是否重排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把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质量转成调度收益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protect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哪些请求接近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时被保护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前台延迟保护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576185" y="645795"/>
            <a:ext cx="3347720" cy="8597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2400" b="1">
                <a:solidFill>
                  <a:srgbClr val="0070E8"/>
                </a:solidFill>
                <a:latin typeface="微软雅黑" panose="020B0503020204020204" pitchFamily="34" charset="-122"/>
              </a:rPr>
              <a:t>参数权重的大小体现各种机制生效的强度</a:t>
            </a:r>
            <a:endParaRPr lang="zh-CN" altLang="en-US" sz="240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8200" y="4493260"/>
            <a:ext cx="2137410" cy="25590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D97A24"/>
                </a:solidFill>
                <a:latin typeface="微软雅黑" panose="020B0503020204020204" pitchFamily="34" charset="-122"/>
              </a:rPr>
              <a:t>为什么要统一</a:t>
            </a:r>
            <a:endParaRPr lang="zh-CN" altLang="en-US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914400" y="4864100"/>
            <a:ext cx="1143000" cy="0"/>
          </a:xfrm>
          <a:prstGeom prst="line">
            <a:avLst/>
          </a:prstGeom>
          <a:ln w="20320">
            <a:solidFill>
              <a:srgbClr val="D97A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形 1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978400"/>
            <a:ext cx="355600" cy="3429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397000" y="5001260"/>
            <a:ext cx="8534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从策略名转到参数向量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97000" y="5359400"/>
            <a:ext cx="8534400" cy="215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Admission / Eviction / Schedule / SLO protect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综合调节，矩阵结果可复现、可解释。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11068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  <a:sym typeface="+mn-ea"/>
              </a:rPr>
              <a:t>统一为 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  <a:sym typeface="+mn-ea"/>
              </a:rPr>
              <a:t>KVFabric controller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  <a:sym typeface="+mn-ea"/>
              </a:rPr>
              <a:t>，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pitchFamily="34" charset="-122"/>
                <a:sym typeface="+mn-ea"/>
              </a:rPr>
              <a:t>参数化处理</a:t>
            </a:r>
            <a:endParaRPr lang="zh-CN" altLang="en-US" sz="2000" b="1">
              <a:solidFill>
                <a:srgbClr val="333333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76185" y="1505585"/>
            <a:ext cx="3442970" cy="3255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/>
              <a:t>Admission </a:t>
            </a:r>
            <a:r>
              <a:rPr lang="zh-CN" altLang="en-US" sz="1400"/>
              <a:t>控制 </a:t>
            </a:r>
            <a:r>
              <a:rPr lang="en-US" altLang="zh-CN" sz="1400" b="1"/>
              <a:t>low</a:t>
            </a:r>
            <a:r>
              <a:rPr lang="en-US" altLang="zh-CN" sz="1400"/>
              <a:t> / </a:t>
            </a:r>
            <a:r>
              <a:rPr lang="en-US" altLang="zh-CN" sz="1400" b="1"/>
              <a:t>no-reuse</a:t>
            </a:r>
            <a:r>
              <a:rPr lang="en-US" altLang="zh-CN" sz="1400"/>
              <a:t> / </a:t>
            </a:r>
            <a:r>
              <a:rPr lang="en-US" altLang="zh-CN" sz="1400" b="1"/>
              <a:t>bypass</a:t>
            </a:r>
            <a:r>
              <a:rPr lang="en-US" altLang="zh-CN" sz="1400"/>
              <a:t> /</a:t>
            </a:r>
            <a:r>
              <a:rPr lang="en-US" altLang="zh-CN" sz="1400" b="1"/>
              <a:t> transient </a:t>
            </a:r>
            <a:r>
              <a:rPr lang="en-US" altLang="zh-CN" sz="1400"/>
              <a:t>/ </a:t>
            </a:r>
            <a:r>
              <a:rPr lang="en-US" altLang="zh-CN" sz="1400" b="1"/>
              <a:t>durable</a:t>
            </a:r>
            <a:r>
              <a:rPr lang="en-US" altLang="zh-CN" sz="1400"/>
              <a:t> </a:t>
            </a:r>
            <a:r>
              <a:rPr lang="zh-CN" altLang="en-US" sz="1400"/>
              <a:t>等 </a:t>
            </a:r>
            <a:r>
              <a:rPr lang="en-US" altLang="zh-CN" sz="1400"/>
              <a:t>hint </a:t>
            </a:r>
            <a:r>
              <a:rPr lang="zh-CN" altLang="en-US" sz="1400"/>
              <a:t>的缓存比例、</a:t>
            </a:r>
            <a:r>
              <a:rPr lang="en-US" altLang="zh-CN" sz="1400" b="1"/>
              <a:t>discovery tokens</a:t>
            </a:r>
            <a:r>
              <a:rPr lang="en-US" altLang="zh-CN" sz="1400"/>
              <a:t> </a:t>
            </a:r>
            <a:r>
              <a:rPr lang="zh-CN" altLang="en-US" sz="1400"/>
              <a:t>和 </a:t>
            </a:r>
            <a:r>
              <a:rPr lang="en-US" altLang="zh-CN" sz="1400" b="1"/>
              <a:t>minimum cached blocks</a:t>
            </a:r>
            <a:r>
              <a:rPr lang="en-US" altLang="zh-CN" sz="1400"/>
              <a:t>。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Eviction </a:t>
            </a:r>
            <a:r>
              <a:rPr lang="zh-CN" altLang="en-US" sz="1400"/>
              <a:t>控制 </a:t>
            </a:r>
            <a:r>
              <a:rPr lang="en-US" altLang="zh-CN" sz="1400" b="1"/>
              <a:t>retain score</a:t>
            </a:r>
            <a:r>
              <a:rPr lang="en-US" altLang="zh-CN" sz="1400"/>
              <a:t>、</a:t>
            </a:r>
            <a:r>
              <a:rPr lang="en-US" altLang="zh-CN" sz="1400" b="1"/>
              <a:t>shared-aware </a:t>
            </a:r>
            <a:r>
              <a:rPr lang="zh-CN" altLang="en-US" sz="1400"/>
              <a:t>权重、</a:t>
            </a:r>
            <a:r>
              <a:rPr lang="en-US" altLang="zh-CN" sz="1400" b="1"/>
              <a:t>family-protect</a:t>
            </a:r>
            <a:r>
              <a:rPr lang="en-US" altLang="zh-CN" sz="1400"/>
              <a:t>、</a:t>
            </a:r>
            <a:r>
              <a:rPr lang="en-US" altLang="zh-CN" sz="1400" b="1"/>
              <a:t>protected depth</a:t>
            </a:r>
            <a:r>
              <a:rPr lang="en-US" altLang="zh-CN" sz="1400"/>
              <a:t>、</a:t>
            </a:r>
            <a:r>
              <a:rPr lang="en-US" altLang="zh-CN" sz="1400" b="1"/>
              <a:t>regret feedback</a:t>
            </a:r>
            <a:r>
              <a:rPr lang="zh-CN" altLang="en-US" sz="1400" b="1"/>
              <a:t>。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Schedule </a:t>
            </a:r>
            <a:r>
              <a:rPr lang="zh-CN" altLang="en-US" sz="1400"/>
              <a:t>控制 </a:t>
            </a:r>
            <a:r>
              <a:rPr lang="en-US" altLang="zh-CN" sz="1400" b="1"/>
              <a:t>hit-aware promotion</a:t>
            </a:r>
            <a:r>
              <a:rPr lang="en-US" altLang="zh-CN" sz="1400"/>
              <a:t>、</a:t>
            </a:r>
            <a:r>
              <a:rPr lang="en-US" altLang="zh-CN" sz="1400" b="1"/>
              <a:t>latency promotion</a:t>
            </a:r>
            <a:r>
              <a:rPr lang="en-US" altLang="zh-CN" sz="1400"/>
              <a:t>、</a:t>
            </a:r>
            <a:r>
              <a:rPr lang="en-US" altLang="zh-CN" sz="1400" b="1"/>
              <a:t>scan window</a:t>
            </a:r>
            <a:r>
              <a:rPr lang="en-US" altLang="zh-CN" sz="1400"/>
              <a:t>、</a:t>
            </a:r>
            <a:r>
              <a:rPr lang="en-US" altLang="zh-CN" sz="1400" b="1"/>
              <a:t>defer cap</a:t>
            </a:r>
            <a:r>
              <a:rPr lang="en-US" altLang="zh-CN" sz="1400"/>
              <a:t>、</a:t>
            </a:r>
            <a:r>
              <a:rPr lang="en-US" altLang="zh-CN" sz="1400" b="1"/>
              <a:t>age guard</a:t>
            </a:r>
            <a:r>
              <a:rPr lang="en-US" altLang="zh-CN" sz="1400"/>
              <a:t>。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SLO protect </a:t>
            </a:r>
            <a:r>
              <a:rPr lang="zh-CN" altLang="en-US" sz="1400"/>
              <a:t>控制 </a:t>
            </a:r>
            <a:r>
              <a:rPr lang="en-US" altLang="zh-CN" sz="1400" b="1"/>
              <a:t>foreground classes</a:t>
            </a:r>
            <a:r>
              <a:rPr lang="en-US" altLang="zh-CN" sz="1400"/>
              <a:t>、</a:t>
            </a:r>
            <a:r>
              <a:rPr lang="en-US" altLang="zh-CN" sz="1400" b="1"/>
              <a:t>target SLO</a:t>
            </a:r>
            <a:r>
              <a:rPr lang="en-US" altLang="zh-CN" sz="1400"/>
              <a:t>、</a:t>
            </a:r>
            <a:r>
              <a:rPr lang="en-US" altLang="zh-CN" sz="1400" b="1"/>
              <a:t>latency score</a:t>
            </a:r>
            <a:r>
              <a:rPr lang="en-US" altLang="zh-CN" sz="1400"/>
              <a:t> </a:t>
            </a:r>
            <a:r>
              <a:rPr lang="zh-CN" altLang="en-US" sz="1400"/>
              <a:t>权重。</a:t>
            </a:r>
            <a:endParaRPr lang="zh-CN" altLang="en-US" sz="1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791200" y="1939925"/>
            <a:ext cx="4878070" cy="273558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68960" y="1939925"/>
            <a:ext cx="4884420" cy="273558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11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P8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冷流量先污染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cache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后再被驱逐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7910" y="2106295"/>
            <a:ext cx="1238250" cy="323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D93030"/>
                </a:solidFill>
                <a:latin typeface="微软雅黑" panose="020B0503020204020204" pitchFamily="34" charset="-122"/>
              </a:rPr>
              <a:t>旧路径</a:t>
            </a:r>
            <a:endParaRPr lang="zh-CN" altLang="en-US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17600" y="2422525"/>
            <a:ext cx="508000" cy="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365" y="2655570"/>
            <a:ext cx="304800" cy="31305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473200" y="2727325"/>
            <a:ext cx="3892550" cy="52895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长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cold prompt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先完整写入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cache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473200" y="3006725"/>
            <a:ext cx="32639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future reuse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低，但已经占用大量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block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churn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已经发生。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365" y="3667125"/>
            <a:ext cx="304800" cy="32575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473200" y="371792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2.eviction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只能事后补救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1473200" y="3997325"/>
            <a:ext cx="32639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就算后面优先驱逐冷块，也已经挤压了热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family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且造成资源浪费。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18555" y="2102485"/>
            <a:ext cx="1109980" cy="41529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新路径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286500" y="2422525"/>
            <a:ext cx="5334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0" y="2656205"/>
            <a:ext cx="351155" cy="29972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6642100" y="272732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1.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进入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prefix cache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前先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limit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6642100" y="3006725"/>
            <a:ext cx="3898265" cy="58991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在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SingleTypeKVCacheManager.cache_blocks()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做唯一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admission limit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3" name="图形 22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6000" y="3602990"/>
            <a:ext cx="351155" cy="35623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6642100" y="3717925"/>
            <a:ext cx="32639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2.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保留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durable/session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机会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6642100" y="3997325"/>
            <a:ext cx="32639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low / bypass / transient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更容易被限制，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hot family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首次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warmup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保留空间。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1057910" y="4889500"/>
          <a:ext cx="9376410" cy="162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1825"/>
                <a:gridCol w="3170555"/>
                <a:gridCol w="3034030"/>
              </a:tblGrid>
              <a:tr h="40703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代码改动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目标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证据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070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single limit path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避免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double-limit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cached block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数量一致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070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cache_admission_limited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记录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saved blocks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limited class / reason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070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BlockPool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不再重复截断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保持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hash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语义稳定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 hash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一致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68325" y="979170"/>
            <a:ext cx="5946775" cy="829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现象：</a:t>
            </a:r>
            <a:r>
              <a:rPr lang="en-US" altLang="zh-CN" sz="1600"/>
              <a:t>cold RAG unique / burst </a:t>
            </a:r>
            <a:r>
              <a:rPr lang="zh-CN" altLang="en-US" sz="1600"/>
              <a:t>会持续写入 </a:t>
            </a:r>
            <a:r>
              <a:rPr lang="en-US" altLang="zh-CN" sz="1600"/>
              <a:t>prefix cache。</a:t>
            </a:r>
            <a:endParaRPr lang="en-US" altLang="zh-CN" sz="1600"/>
          </a:p>
          <a:p>
            <a:r>
              <a:rPr lang="en-US" altLang="zh-CN" sz="1600"/>
              <a:t>eviction </a:t>
            </a:r>
            <a:r>
              <a:rPr lang="zh-CN" altLang="en-US" sz="1600"/>
              <a:t>后续可以优先驱逐冷块，但冷块进入 </a:t>
            </a:r>
            <a:r>
              <a:rPr lang="en-US" altLang="zh-CN" sz="1600"/>
              <a:t>prefix cache </a:t>
            </a:r>
            <a:r>
              <a:rPr lang="zh-CN" altLang="en-US" sz="1600"/>
              <a:t>时已经制造 </a:t>
            </a:r>
            <a:r>
              <a:rPr lang="en-US" altLang="zh-CN" sz="1600"/>
              <a:t>churn</a:t>
            </a:r>
            <a:r>
              <a:rPr lang="zh-CN" altLang="en-US" sz="1600"/>
              <a:t>，导致性能吞吐等浪费和延迟升高。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7395845" y="2061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Admission </a:t>
            </a:r>
            <a:r>
              <a:rPr lang="zh-CN" altLang="en-US" b="1"/>
              <a:t>路径重构</a:t>
            </a:r>
            <a:endParaRPr lang="zh-CN" altLang="en-US" b="1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12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P9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延迟保护失效，请求比例失真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49655" y="3016885"/>
            <a:ext cx="2794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1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303655" y="3016885"/>
            <a:ext cx="2540000" cy="5613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OpenAI serving / tracing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路径最初没有完整透传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SLO、session、turn、hint confidence。</a:t>
            </a:r>
            <a:endParaRPr lang="en-US" altLang="zh-CN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231005" y="2996565"/>
            <a:ext cx="2794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2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528820" y="3016885"/>
            <a:ext cx="2540000" cy="5613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没有足够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queue pressure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时，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scheduler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即使有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latency policy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也缺少可提升候选。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7526655" y="2996565"/>
            <a:ext cx="27940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50" b="1">
                <a:solidFill>
                  <a:srgbClr val="0070E8"/>
                </a:solidFill>
                <a:latin typeface="微软雅黑" panose="020B0503020204020204" pitchFamily="34" charset="-122"/>
              </a:rPr>
              <a:t>3</a:t>
            </a:r>
            <a:endParaRPr lang="zh-CN" altLang="en-US" sz="1350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7806055" y="2996565"/>
            <a:ext cx="2540000" cy="748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只按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SLO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临界程度提升会把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background / decode-heavy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一起推上来，无法体现 </a:t>
            </a:r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foreground-priority。</a:t>
            </a:r>
            <a:endParaRPr lang="en-US" altLang="zh-CN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952500" y="4031615"/>
          <a:ext cx="9398000" cy="170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/>
                <a:gridCol w="6223000"/>
              </a:tblGrid>
              <a:tr h="42862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修复项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作用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x-kvfabric-slo-ms / session / turn / confidence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让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策略看到真实请求语义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197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 injection / class weights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构造前台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后台混部，避免前台比例被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reuse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稀释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 promotion scoring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从简单提升改成带惩罚项的评分选择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329055" y="6094730"/>
            <a:ext cx="8102600" cy="72453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scheduler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算法、请求元数据和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workload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形态必须同时对齐，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foreground-priority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才能稳定生效。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02945" y="1024890"/>
            <a:ext cx="7703185" cy="175577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16000" y="1061085"/>
            <a:ext cx="6819900" cy="1294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sym typeface="+mn-ea"/>
              </a:rPr>
              <a:t>现象：</a:t>
            </a:r>
            <a:r>
              <a:rPr lang="en-US" altLang="zh-CN" sz="1600" b="1">
                <a:sym typeface="+mn-ea"/>
              </a:rPr>
              <a:t>1.latency </a:t>
            </a:r>
            <a:r>
              <a:rPr lang="zh-CN" altLang="en-US" sz="1600" b="1">
                <a:sym typeface="+mn-ea"/>
              </a:rPr>
              <a:t>初期 </a:t>
            </a:r>
            <a:r>
              <a:rPr lang="en-US" altLang="zh-CN" sz="1600" b="1">
                <a:sym typeface="+mn-ea"/>
              </a:rPr>
              <a:t>promotion </a:t>
            </a:r>
            <a:r>
              <a:rPr lang="zh-CN" altLang="en-US" sz="1600" b="1">
                <a:sym typeface="+mn-ea"/>
              </a:rPr>
              <a:t>为 0。</a:t>
            </a:r>
            <a:endParaRPr lang="zh-CN" altLang="en-US" sz="1600" b="1"/>
          </a:p>
          <a:p>
            <a:r>
              <a:rPr lang="en-US" altLang="zh-CN" sz="1600" b="1">
                <a:sym typeface="+mn-ea"/>
              </a:rPr>
              <a:t>2.lifecycle </a:t>
            </a:r>
            <a:r>
              <a:rPr lang="zh-CN" altLang="en-US" sz="1600" b="1">
                <a:sym typeface="+mn-ea"/>
              </a:rPr>
              <a:t>里出现 </a:t>
            </a:r>
            <a:r>
              <a:rPr lang="en-US" altLang="zh-CN" sz="1600" b="1">
                <a:sym typeface="+mn-ea"/>
              </a:rPr>
              <a:t>hint_slo_ms=0，session/turn </a:t>
            </a:r>
            <a:r>
              <a:rPr lang="zh-CN" altLang="en-US" sz="1600" b="1">
                <a:sym typeface="+mn-ea"/>
              </a:rPr>
              <a:t>缺失。</a:t>
            </a:r>
            <a:endParaRPr lang="zh-CN" altLang="en-US" sz="1600" b="1"/>
          </a:p>
          <a:p>
            <a:r>
              <a:rPr lang="en-US" altLang="zh-CN" sz="1600" b="1">
                <a:sym typeface="+mn-ea"/>
              </a:rPr>
              <a:t>3.</a:t>
            </a:r>
            <a:r>
              <a:rPr lang="zh-CN" altLang="en-US" sz="1600" b="1">
                <a:sym typeface="+mn-ea"/>
              </a:rPr>
              <a:t>修完 </a:t>
            </a:r>
            <a:r>
              <a:rPr lang="en-US" altLang="zh-CN" sz="1600" b="1">
                <a:sym typeface="+mn-ea"/>
              </a:rPr>
              <a:t>header </a:t>
            </a:r>
            <a:r>
              <a:rPr lang="zh-CN" altLang="en-US" sz="1600" b="1">
                <a:sym typeface="+mn-ea"/>
              </a:rPr>
              <a:t>后，</a:t>
            </a:r>
            <a:r>
              <a:rPr lang="en-US" altLang="zh-CN" sz="1600" b="1">
                <a:sym typeface="+mn-ea"/>
              </a:rPr>
              <a:t>queue pressure </a:t>
            </a:r>
            <a:r>
              <a:rPr lang="zh-CN" altLang="en-US" sz="1600" b="1">
                <a:sym typeface="+mn-ea"/>
              </a:rPr>
              <a:t>不够，</a:t>
            </a:r>
            <a:r>
              <a:rPr lang="en-US" altLang="zh-CN" sz="1600" b="1">
                <a:sym typeface="+mn-ea"/>
              </a:rPr>
              <a:t>scheduler </a:t>
            </a:r>
            <a:r>
              <a:rPr lang="zh-CN" altLang="en-US" sz="1600" b="1">
                <a:sym typeface="+mn-ea"/>
              </a:rPr>
              <a:t>没有足够重排空间。</a:t>
            </a:r>
            <a:endParaRPr lang="zh-CN" altLang="en-US" sz="1600" b="1"/>
          </a:p>
          <a:p>
            <a:r>
              <a:rPr lang="en-US" altLang="zh-CN" sz="1600" b="1">
                <a:sym typeface="+mn-ea"/>
              </a:rPr>
              <a:t>4.queue pressure </a:t>
            </a:r>
            <a:r>
              <a:rPr lang="zh-CN" altLang="en-US" sz="1600" b="1">
                <a:sym typeface="+mn-ea"/>
              </a:rPr>
              <a:t>足够后，</a:t>
            </a:r>
            <a:r>
              <a:rPr lang="en-US" altLang="zh-CN" sz="1600" b="1">
                <a:sym typeface="+mn-ea"/>
              </a:rPr>
              <a:t>background / decode-heavy </a:t>
            </a:r>
            <a:r>
              <a:rPr lang="zh-CN" altLang="en-US" sz="1600" b="1">
                <a:sym typeface="+mn-ea"/>
              </a:rPr>
              <a:t>也被误提升。</a:t>
            </a:r>
            <a:endParaRPr lang="zh-CN" altLang="en-US" sz="1600" b="1"/>
          </a:p>
          <a:p>
            <a:r>
              <a:rPr lang="en-US" altLang="zh-CN" sz="1600" b="1">
                <a:sym typeface="+mn-ea"/>
              </a:rPr>
              <a:t>5.class_weights </a:t>
            </a:r>
            <a:r>
              <a:rPr lang="zh-CN" altLang="en-US" sz="1600" b="1">
                <a:sym typeface="+mn-ea"/>
              </a:rPr>
              <a:t>会被 </a:t>
            </a:r>
            <a:r>
              <a:rPr lang="en-US" altLang="zh-CN" sz="1600" b="1">
                <a:sym typeface="+mn-ea"/>
              </a:rPr>
              <a:t>session reuse </a:t>
            </a:r>
            <a:r>
              <a:rPr lang="zh-CN" altLang="en-US" sz="1600" b="1">
                <a:sym typeface="+mn-ea"/>
              </a:rPr>
              <a:t>放大，导致前台/后台比例失真。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160655" y="2946400"/>
            <a:ext cx="659765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根因：</a:t>
            </a:r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7"/>
            </p:custDataLst>
          </p:nvPr>
        </p:nvSpPr>
        <p:spPr>
          <a:xfrm>
            <a:off x="857885" y="2938145"/>
            <a:ext cx="3213735" cy="93535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>
            <p:custDataLst>
              <p:tags r:id="rId8"/>
            </p:custDataLst>
          </p:nvPr>
        </p:nvSpPr>
        <p:spPr>
          <a:xfrm>
            <a:off x="4160520" y="2946400"/>
            <a:ext cx="3162935" cy="92710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9"/>
            </p:custDataLst>
          </p:nvPr>
        </p:nvSpPr>
        <p:spPr>
          <a:xfrm>
            <a:off x="7412355" y="2907665"/>
            <a:ext cx="3307080" cy="98615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调试工具与可视化工具</a:t>
            </a:r>
            <a:endParaRPr lang="zh-CN" altLang="en-US" b="1" dirty="0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000">
                <a:solidFill>
                  <a:srgbClr val="5D6674"/>
                </a:solidFill>
                <a:latin typeface="微软雅黑" panose="020B0503020204020204" pitchFamily="34" charset="-122"/>
              </a:rPr>
              <a:t>长测定位、生命周期复盘和展示工具</a:t>
            </a:r>
            <a:endParaRPr lang="zh-CN" altLang="en-US" sz="2000" dirty="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13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14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调试工具总览：从事件、指标到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replay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形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9145" y="4827270"/>
            <a:ext cx="338455" cy="381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4600" y="496697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Lifecycle JSONL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" y="524637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block/request/family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事件流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形 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7865" y="4827270"/>
            <a:ext cx="356235" cy="381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21100" y="496697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Prometheus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21100" y="524637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服务端资源与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cache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指标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形 1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4365" y="4827270"/>
            <a:ext cx="356235" cy="381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197600" y="496697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Online metrics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97600" y="524637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latency / e2e / goodput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形 16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8795" y="4827270"/>
            <a:ext cx="408305" cy="3810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674100" y="496697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Trace summary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74100" y="524637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workload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分布检查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1" name="图形 20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0255" y="5596890"/>
            <a:ext cx="347345" cy="38989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244600" y="574548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44600" y="602488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多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policy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自动对齐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5" name="图形 24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7865" y="5655945"/>
            <a:ext cx="356235" cy="33083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3721100" y="574548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Run state / heartbeat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721100" y="602488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completed/partial/stalled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9" name="图形 28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4365" y="5655945"/>
            <a:ext cx="356235" cy="33083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308090" y="574548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Parser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35395" y="602488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JSONL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容错解析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3" name="图形 32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90865" y="5655945"/>
            <a:ext cx="356235" cy="33083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8674100" y="5745480"/>
            <a:ext cx="1803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Replay / Dashboard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674100" y="6024880"/>
            <a:ext cx="18034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生命周期可视化展示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0255" y="1184910"/>
            <a:ext cx="9988550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15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Lifecycle JSONL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KV block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生命周期的事件级证据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7495" y="1422400"/>
          <a:ext cx="4982845" cy="431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60"/>
                <a:gridCol w="2005965"/>
                <a:gridCol w="1938020"/>
              </a:tblGrid>
              <a:tr h="57213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类别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典型事件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能定位的问题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请求语义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request_hints_observed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class / session / SLO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是否进入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vLLM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cache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prefix_lookup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hit tokens / first miss depth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72644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生命周期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block_allocated / sealed / touched / evicted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active -&gt; sealed -&gt; shared -&gt; evicted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cache_admission_limited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哪些请求被限制，节省多少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block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72644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scheduler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request_promoted / latency_promoted / deferred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waiting queue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是否重排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反馈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rebuilt_from_eviction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错误驱逐后是否重新构建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475605" y="1311910"/>
            <a:ext cx="6513195" cy="3968115"/>
          </a:xfrm>
          <a:prstGeom prst="rect">
            <a:avLst/>
          </a:prstGeom>
        </p:spPr>
      </p:pic>
      <p:pic>
        <p:nvPicPr>
          <p:cNvPr id="8" name="图形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0145" y="5565140"/>
            <a:ext cx="338455" cy="3048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05600" y="5628640"/>
            <a:ext cx="3454400" cy="2457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真实定位例子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05600" y="5908040"/>
            <a:ext cx="3454400" cy="6457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latency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初期无效时，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JSONL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中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hint_slo_ms=0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暴露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header whitelist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没有传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SLO/session/turn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5661025" y="3746500"/>
            <a:ext cx="4551680" cy="13589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73760" y="3746500"/>
            <a:ext cx="4478655" cy="13589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660390" y="1813560"/>
            <a:ext cx="4551680" cy="155194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73760" y="1810385"/>
            <a:ext cx="4478655" cy="1555115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16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调试工具组合诊断：先确认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run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，再解释结果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" name="图形 5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9185" y="2049145"/>
            <a:ext cx="335915" cy="3511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26870" y="204914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Run state / policy state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62100" y="2438400"/>
            <a:ext cx="3200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当前阶段、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policy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、退出码、错误信息；区分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completed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failed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partial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形 1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135" y="2049145"/>
            <a:ext cx="379730" cy="3511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15100" y="2049145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Heartbeat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15100" y="2438400"/>
            <a:ext cx="3200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运行中的时间戳、阶段和进度，用于判断远程长测是否卡住。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6" name="图形 15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525" y="3883660"/>
            <a:ext cx="409575" cy="35814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562100" y="3964940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Trace summary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62100" y="4279900"/>
            <a:ext cx="3200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检查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duration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rate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hint regime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session/family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分布是否符合预期。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1" name="图形 20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3120" y="3883660"/>
            <a:ext cx="372745" cy="39624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515100" y="3964940"/>
            <a:ext cx="3200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Acceptance summary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515100" y="4279900"/>
            <a:ext cx="3200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把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throughput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latency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lifecycle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class metrics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汇总成可汇报表格。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03070" y="5565140"/>
            <a:ext cx="7290435" cy="1070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chemeClr val="accent5"/>
                </a:solidFill>
              </a:rPr>
              <a:t>长测结果先看完整性，再看 </a:t>
            </a:r>
            <a:r>
              <a:rPr lang="en-US" altLang="zh-CN" b="1">
                <a:solidFill>
                  <a:schemeClr val="accent5"/>
                </a:solidFill>
              </a:rPr>
              <a:t>workload </a:t>
            </a:r>
            <a:r>
              <a:rPr lang="zh-CN" altLang="en-US" b="1">
                <a:solidFill>
                  <a:schemeClr val="accent5"/>
                </a:solidFill>
              </a:rPr>
              <a:t>分布，最后解释性能指标。实现完整工作流和可审计有意义的结果。</a:t>
            </a:r>
            <a:endParaRPr lang="zh-CN" altLang="en-US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17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0" y="7112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2.6 KV Cache Replay / Dashboard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：展示生命周期管理过程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图形 6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0" y="1854200"/>
            <a:ext cx="228600" cy="228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229600" y="1841500"/>
            <a:ext cx="2565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网格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29600" y="2120900"/>
            <a:ext cx="2565400" cy="4708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每个格子表示一个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KV block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，颜色对应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ACTIVE / SEALED / SHARED / COOLING / EVICTED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形 1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000" y="2997200"/>
            <a:ext cx="228600" cy="228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229600" y="2984500"/>
            <a:ext cx="2565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admission evidence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29600" y="3263900"/>
            <a:ext cx="2565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展示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limited classes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saved blocks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limited reasons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5" name="图形 14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4000" y="4013200"/>
            <a:ext cx="228600" cy="2286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229600" y="4000500"/>
            <a:ext cx="2565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 b="1">
                <a:solidFill>
                  <a:srgbClr val="333333"/>
                </a:solidFill>
                <a:latin typeface="微软雅黑" panose="020B0503020204020204" pitchFamily="34" charset="-122"/>
              </a:rPr>
              <a:t>rebuilt evidence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29600" y="4279900"/>
            <a:ext cx="2565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观察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rebuilt-from-eviction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是否集中在热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family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9" name="图形 18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4000" y="5029200"/>
            <a:ext cx="228600" cy="2286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229600" y="5016500"/>
            <a:ext cx="25654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20" b="1">
                <a:solidFill>
                  <a:srgbClr val="333333"/>
                </a:solidFill>
                <a:latin typeface="微软雅黑" panose="020B0503020204020204" pitchFamily="34" charset="-122"/>
              </a:rPr>
              <a:t>展示价值</a:t>
            </a:r>
            <a:endParaRPr lang="zh-CN" altLang="en-US" sz="122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29600" y="5295900"/>
            <a:ext cx="25654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直观看到 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seal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touch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evict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020">
                <a:solidFill>
                  <a:srgbClr val="5D6674"/>
                </a:solidFill>
                <a:latin typeface="微软雅黑" panose="020B0503020204020204" pitchFamily="34" charset="-122"/>
              </a:rPr>
              <a:t>rebuild 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的时序变化。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9"/>
          <a:stretch>
            <a:fillRect/>
          </a:stretch>
        </p:blipFill>
        <p:spPr>
          <a:xfrm>
            <a:off x="342900" y="488950"/>
            <a:ext cx="7531100" cy="352425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10"/>
          <a:stretch>
            <a:fillRect/>
          </a:stretch>
        </p:blipFill>
        <p:spPr>
          <a:xfrm>
            <a:off x="408940" y="4013200"/>
            <a:ext cx="7187565" cy="296926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实验设计</a:t>
            </a:r>
            <a:endParaRPr lang="zh-CN" altLang="en-US" b="1" dirty="0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000">
                <a:solidFill>
                  <a:srgbClr val="5D6674"/>
                </a:solidFill>
                <a:latin typeface="微软雅黑" panose="020B0503020204020204" pitchFamily="34" charset="-122"/>
              </a:rPr>
              <a:t>总思路、请求类型、主要实验和 </a:t>
            </a:r>
            <a:r>
              <a:rPr lang="en-US" altLang="zh-CN" sz="2000">
                <a:solidFill>
                  <a:srgbClr val="5D6674"/>
                </a:solidFill>
                <a:latin typeface="微软雅黑" panose="020B0503020204020204" pitchFamily="34" charset="-122"/>
              </a:rPr>
              <a:t>12h </a:t>
            </a:r>
            <a:r>
              <a:rPr lang="zh-CN" altLang="en-US" sz="2000">
                <a:solidFill>
                  <a:srgbClr val="5D6674"/>
                </a:solidFill>
                <a:latin typeface="微软雅黑" panose="020B0503020204020204" pitchFamily="34" charset="-122"/>
              </a:rPr>
              <a:t>矩阵</a:t>
            </a:r>
            <a:endParaRPr lang="zh-CN" altLang="en-US" sz="2000" dirty="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18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19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实验设计总思路：收益场景、机制验证、边界场景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形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1855" y="1682750"/>
            <a:ext cx="372745" cy="336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71600" y="177800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Duration workload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71600" y="2057400"/>
            <a:ext cx="3835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固定请求池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分阶段并发，适合构造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warmup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cold churn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revisit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和高压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SLO goodput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形 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2070" y="1726565"/>
            <a:ext cx="344170" cy="2927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603240" y="177800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Trace workload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03240" y="2057400"/>
            <a:ext cx="3835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按时间线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open-loop replay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，适合模拟企业混合、多轮会话、前后台混部和低复用流量。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1855" y="1296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两类主要</a:t>
            </a:r>
            <a:r>
              <a:rPr lang="en-US" altLang="zh-CN"/>
              <a:t>workload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4660" y="3133090"/>
            <a:ext cx="6657340" cy="2778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/>
              <a:t>构建模拟不同实际场景的实验（以验证各种机制和收益情况）：</a:t>
            </a:r>
            <a:br>
              <a:rPr lang="zh-CN" altLang="en-US" b="1"/>
            </a:br>
            <a:br>
              <a:rPr lang="zh-CN" altLang="en-US" b="1"/>
            </a:br>
            <a:r>
              <a:rPr lang="en-US" altLang="zh-CN" b="1"/>
              <a:t>1.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稳定用户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/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项目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/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文档的日常复用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sym typeface="+mn-ea"/>
            </a:endParaRPr>
          </a:p>
          <a:p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2.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企业多租户普通混合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</a:rPr>
              <a:t>3.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</a:rPr>
              <a:t>低频低复用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r>
              <a:rPr lang="en-US" altLang="zh-CN" b="1">
                <a:solidFill>
                  <a:schemeClr val="tx1"/>
                </a:solidFill>
                <a:latin typeface="微软雅黑" panose="020B0503020204020204" pitchFamily="34" charset="-122"/>
              </a:rPr>
              <a:t>4.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</a:rPr>
              <a:t>高频高复用</a:t>
            </a:r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r>
              <a:rPr lang="en-US" altLang="zh-CN" b="1"/>
              <a:t>5.</a:t>
            </a:r>
            <a:r>
              <a:rPr lang="zh-CN" altLang="en-US" b="1"/>
              <a:t>工作，实验中的多轮上下文长周期实验</a:t>
            </a:r>
            <a:endParaRPr lang="zh-CN" altLang="en-US" b="1"/>
          </a:p>
          <a:p>
            <a:r>
              <a:rPr lang="en-US" altLang="zh-CN" b="1"/>
              <a:t>6.</a:t>
            </a:r>
            <a:r>
              <a:rPr lang="zh-CN" altLang="en-US" b="1"/>
              <a:t>高并发高压</a:t>
            </a:r>
            <a:endParaRPr lang="zh-CN" altLang="en-US" b="1"/>
          </a:p>
          <a:p>
            <a:r>
              <a:rPr lang="zh-CN" altLang="en-US" b="1"/>
              <a:t>等等</a:t>
            </a:r>
            <a:endParaRPr lang="zh-CN" altLang="en-US" b="1"/>
          </a:p>
        </p:txBody>
      </p:sp>
      <p:sp>
        <p:nvSpPr>
          <p:cNvPr id="24" name="文本框 23"/>
          <p:cNvSpPr txBox="1"/>
          <p:nvPr/>
        </p:nvSpPr>
        <p:spPr>
          <a:xfrm>
            <a:off x="7745730" y="3133090"/>
            <a:ext cx="3258820" cy="2271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chemeClr val="accent2"/>
                </a:solidFill>
              </a:rPr>
              <a:t>统一的实验环境和配置：</a:t>
            </a:r>
            <a:endParaRPr lang="zh-CN" altLang="en-US" b="1">
              <a:solidFill>
                <a:schemeClr val="accent2"/>
              </a:solidFill>
            </a:endParaRPr>
          </a:p>
          <a:p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显卡配置：</a:t>
            </a:r>
            <a:r>
              <a:rPr lang="en-US" altLang="zh-CN" b="1">
                <a:solidFill>
                  <a:schemeClr val="accent2"/>
                </a:solidFill>
              </a:rPr>
              <a:t>RTX3090 </a:t>
            </a:r>
            <a:r>
              <a:rPr lang="zh-CN" altLang="en-US" b="1">
                <a:solidFill>
                  <a:schemeClr val="accent2"/>
                </a:solidFill>
              </a:rPr>
              <a:t>×</a:t>
            </a:r>
            <a:r>
              <a:rPr lang="en-US" altLang="zh-CN" b="1">
                <a:solidFill>
                  <a:schemeClr val="accent2"/>
                </a:solidFill>
              </a:rPr>
              <a:t> 2</a:t>
            </a:r>
            <a:endParaRPr lang="en-US" altLang="zh-CN" b="1">
              <a:solidFill>
                <a:schemeClr val="accent2"/>
              </a:solidFill>
            </a:endParaRPr>
          </a:p>
          <a:p>
            <a:endParaRPr lang="en-US" altLang="zh-CN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使用模型：</a:t>
            </a:r>
            <a:r>
              <a:rPr lang="en-US" altLang="zh-CN" b="1">
                <a:solidFill>
                  <a:schemeClr val="accent2"/>
                </a:solidFill>
              </a:rPr>
              <a:t>Qwen3.5 9B</a:t>
            </a:r>
            <a:endParaRPr lang="en-US" altLang="zh-CN" b="1">
              <a:solidFill>
                <a:schemeClr val="accent2"/>
              </a:solidFill>
            </a:endParaRPr>
          </a:p>
          <a:p>
            <a:endParaRPr lang="en-US" altLang="zh-CN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基础环境与对照：</a:t>
            </a:r>
            <a:r>
              <a:rPr lang="en-US" altLang="zh-CN" b="1">
                <a:solidFill>
                  <a:schemeClr val="accent2"/>
                </a:solidFill>
              </a:rPr>
              <a:t>vllm0.22.1</a:t>
            </a:r>
            <a:endParaRPr lang="en-US" altLang="zh-CN" b="1">
              <a:solidFill>
                <a:schemeClr val="accent2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543165" y="3009265"/>
            <a:ext cx="3667125" cy="252666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20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请求类型设计：围绕真实服务中的复用结构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4365" y="1248410"/>
          <a:ext cx="10105390" cy="4006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555"/>
                <a:gridCol w="2401570"/>
                <a:gridCol w="3302000"/>
                <a:gridCol w="2501265"/>
              </a:tblGrid>
              <a:tr h="44513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请求类型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模拟场景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请求组成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对 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 cache 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的影响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durable_hot_family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稳定业务模板、热门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RAG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文档、常用工作流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共享长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system prompt /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文档片段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工具说明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共享前缀价值高，应长期保留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sticky_session_followup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多轮聊天、客服、代码助手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follow-up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后续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turn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携带历史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messages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id / turn index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递增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后续请求复用历史上下文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cold_rag_unique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一次性冷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RAG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查询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每次拼接不同长文档，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expected reuse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输入长、复用低，容易污染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cold_rag_burst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突发冷查询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短时间集中发送不同冷文档请求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制造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 churn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eviction pressure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transient_template_family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短期活动模板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短时间共享模板，随后不再回访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有短期共享，保护强度应有限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decode_heavy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长输出报告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生成任务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prompt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可长可短，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max output tokens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较大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占用时间长，复用价值可能低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短问答、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agent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、代码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follow-up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带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request class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hints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用户正在等待，延迟敏感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513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 cold lookup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decode-heavy background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低优先级或可延迟任务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可让路给前台请求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图形 5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5461000"/>
            <a:ext cx="254000" cy="254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49500" y="5791200"/>
            <a:ext cx="1016000" cy="1446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40" b="1">
                <a:solidFill>
                  <a:srgbClr val="333333"/>
                </a:solidFill>
                <a:latin typeface="微软雅黑" panose="020B0503020204020204" pitchFamily="34" charset="-122"/>
              </a:rPr>
              <a:t>messages</a:t>
            </a:r>
            <a:endParaRPr lang="zh-CN" altLang="en-US" sz="94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048000" y="5588000"/>
            <a:ext cx="1117600" cy="0"/>
          </a:xfrm>
          <a:prstGeom prst="line">
            <a:avLst/>
          </a:prstGeom>
          <a:ln w="1270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5461000"/>
            <a:ext cx="254000" cy="254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27500" y="5791200"/>
            <a:ext cx="1016000" cy="1446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40" b="1">
                <a:solidFill>
                  <a:srgbClr val="333333"/>
                </a:solidFill>
                <a:latin typeface="微软雅黑" panose="020B0503020204020204" pitchFamily="34" charset="-122"/>
              </a:rPr>
              <a:t>scheduled</a:t>
            </a:r>
            <a:endParaRPr lang="zh-CN" altLang="en-US" sz="94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26000" y="5588000"/>
            <a:ext cx="1117600" cy="0"/>
          </a:xfrm>
          <a:prstGeom prst="line">
            <a:avLst/>
          </a:prstGeom>
          <a:ln w="1270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形 13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5461000"/>
            <a:ext cx="254000" cy="254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05500" y="5791200"/>
            <a:ext cx="1016000" cy="1446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40" b="1">
                <a:solidFill>
                  <a:srgbClr val="333333"/>
                </a:solidFill>
                <a:latin typeface="微软雅黑" panose="020B0503020204020204" pitchFamily="34" charset="-122"/>
              </a:rPr>
              <a:t>headers</a:t>
            </a:r>
            <a:endParaRPr lang="zh-CN" altLang="en-US" sz="94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604000" y="5588000"/>
            <a:ext cx="1117600" cy="0"/>
          </a:xfrm>
          <a:prstGeom prst="line">
            <a:avLst/>
          </a:prstGeom>
          <a:ln w="1270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形 17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1000" y="5461000"/>
            <a:ext cx="254000" cy="2540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683500" y="5791200"/>
            <a:ext cx="1016000" cy="1446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40" b="1">
                <a:solidFill>
                  <a:srgbClr val="333333"/>
                </a:solidFill>
                <a:latin typeface="微软雅黑" panose="020B0503020204020204" pitchFamily="34" charset="-122"/>
              </a:rPr>
              <a:t>OpenAI API</a:t>
            </a:r>
            <a:endParaRPr lang="zh-CN" altLang="en-US" sz="94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21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主要实验设计：开发中使用的各类实验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44500" y="1104265"/>
          <a:ext cx="1044575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967105"/>
                <a:gridCol w="2321560"/>
                <a:gridCol w="2320925"/>
                <a:gridCol w="2321560"/>
              </a:tblGrid>
              <a:tr h="422910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实验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类型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模拟场景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想验证的特性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开发作用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quick_daily_8m / daily_dedicated_reuse_40m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稳定用户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项目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文档的日常复用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普通复用场景下是否稳定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检查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9B trace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headers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summary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链路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saturation_reuse_proof_30m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稳定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hot family + cold churn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复用结构下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goodput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是否放大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9B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早期高压证明和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校准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working_set_gap_quick_8m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工作集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-&gt;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冷冲击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-&gt;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热回访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LRU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是否误驱逐未来复用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冻结吞吐参数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prefill_throughput_medium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高压共享前缀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冷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RAG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goodput / rebuilt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最终主吞吐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stage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rebuilt_quick_12m / rebuilt_pressure_30m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revisit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rebuilt-from-eviction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是否下降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验证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lifecycle regret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interactive_latency_quick_12m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初始交互式复用流量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scheduler latency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是否有效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暴露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promotion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为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header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问题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interactive_latency_queue_quick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有队列压力的交互流量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promotion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是否发生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暴露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header/queue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问题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foreground_latency_background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前台交互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后台任务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foreground-priority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最终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 stage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enterprise_normal_75m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企业多租户普通混合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正常服务收益与稳定性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guard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场景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low_reuse_45m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低频低复用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无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reuse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时少介入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最终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low-reuse guard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sticky_burst_45m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会话粘性强且有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burst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 session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是否受益，后台是否受伤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推动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fairness / latency guard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改造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22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12h Final Matrix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：使用统一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KVFabric controller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7400" y="1311275"/>
            <a:ext cx="9115425" cy="58166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</a:rPr>
              <a:t>所有 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</a:rPr>
              <a:t>stage 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</a:rPr>
              <a:t>都是 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</a:rPr>
              <a:t>LRU vs KVFabric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</a:rPr>
              <a:t>，相同代码和参数配置；差异来自 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</a:rPr>
              <a:t>workload 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</a:rPr>
              <a:t>和实验场景。</a:t>
            </a:r>
            <a:endParaRPr lang="zh-CN" altLang="en-US"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5000" y="1891665"/>
          <a:ext cx="9860915" cy="4041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075"/>
                <a:gridCol w="1304290"/>
                <a:gridCol w="3448685"/>
                <a:gridCol w="3110865"/>
              </a:tblGrid>
              <a:tr h="808355"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Stage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Workload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配置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主要目的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prefill_throughput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qwen3_5_9b_prefill_throughput_medium.json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高压共享前缀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冷流量冲击，验证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goodput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interactive_latency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qwen3_5_9b_foreground_latency_background_90m.json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前台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后台混部，验证前台延迟保护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enterprise_normal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qwen3_5_9b_enterprise_normal_75m.json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普通企业混合流量，验证正常场景收益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low_reuse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qwen3_5_9b_low_reuse_45m.json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低复用低频流量，验证边界和少介入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长周期完整实验结果</a:t>
            </a:r>
            <a:endParaRPr lang="zh-CN" altLang="en-US" b="1" dirty="0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000">
                <a:solidFill>
                  <a:srgbClr val="5D6674"/>
                </a:solidFill>
                <a:latin typeface="微软雅黑" panose="020B0503020204020204" pitchFamily="34" charset="-122"/>
              </a:rPr>
              <a:t>四个 </a:t>
            </a:r>
            <a:r>
              <a:rPr lang="en-US" altLang="zh-CN" sz="2000">
                <a:solidFill>
                  <a:srgbClr val="5D6674"/>
                </a:solidFill>
                <a:latin typeface="微软雅黑" panose="020B0503020204020204" pitchFamily="34" charset="-122"/>
              </a:rPr>
              <a:t>stage</a:t>
            </a:r>
            <a:endParaRPr lang="zh-CN" altLang="en-US" sz="2000" dirty="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23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87500" y="5384800"/>
            <a:ext cx="8365490" cy="719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rgbClr val="0070C0"/>
                </a:solidFill>
              </a:rPr>
              <a:t>可在</a:t>
            </a:r>
            <a:r>
              <a:rPr lang="en-US" altLang="zh-CN" b="1">
                <a:solidFill>
                  <a:srgbClr val="0070C0"/>
                </a:solidFill>
              </a:rPr>
              <a:t>KVFabric/experiments/long_pressure_benchmark/final_12h_results</a:t>
            </a:r>
            <a:r>
              <a:rPr lang="zh-CN" altLang="en-US" b="1">
                <a:solidFill>
                  <a:srgbClr val="0070C0"/>
                </a:solidFill>
              </a:rPr>
              <a:t>下找到结果</a:t>
            </a:r>
            <a:endParaRPr lang="zh-CN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24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2765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1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Prefill Throughput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：高压共享前缀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冷流量冲击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81380" y="1154430"/>
          <a:ext cx="9251950" cy="160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8745"/>
                <a:gridCol w="1169670"/>
                <a:gridCol w="1169670"/>
                <a:gridCol w="4253865"/>
              </a:tblGrid>
              <a:tr h="400685"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Segment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时长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并发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作用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working_set_warmup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900s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32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建立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durable hot family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 session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工作集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cold_churn_main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4500s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大量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 RAG / burst / transient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进入，制造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cache churn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0068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durable_revisit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1800s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68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热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family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和 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sticky session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回访，验证前缀是否保住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89000" y="3053715"/>
            <a:ext cx="2413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selected SLO goodput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89000" y="3295015"/>
            <a:ext cx="2413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3590.21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89000" y="3676015"/>
            <a:ext cx="2413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+97.80% vs LRU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556000" y="3053715"/>
            <a:ext cx="2413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rebuilt-from-eviction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556000" y="3295015"/>
            <a:ext cx="2413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1,725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556000" y="3676015"/>
            <a:ext cx="2413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-85.37% vs LRU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223000" y="3053715"/>
            <a:ext cx="2032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warm-family hit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223000" y="3295015"/>
            <a:ext cx="203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71.11%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6223000" y="3676015"/>
            <a:ext cx="2032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LRU 41.41%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8509000" y="3053715"/>
            <a:ext cx="2159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saved blocks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8509000" y="3295015"/>
            <a:ext cx="215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68,475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509000" y="3676015"/>
            <a:ext cx="2159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admission limited 26,115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1114425" y="4050030"/>
          <a:ext cx="8702675" cy="2680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840"/>
                <a:gridCol w="1863090"/>
                <a:gridCol w="2082800"/>
                <a:gridCol w="1972945"/>
              </a:tblGrid>
              <a:tr h="382905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SLO goodput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1815.04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3590.21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+97.80%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hit ratio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21.28%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30.93%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+9.65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eligible hit ratio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37.29%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66.06%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+28.77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warm-family hit ratio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41.41%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71.11%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+29.70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evicted blocks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81,330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54,030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-33.57%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rebuilt-from-eviction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11,790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1,725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-85.37%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6032500" y="1651000"/>
            <a:ext cx="4556125" cy="31115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89000" y="1651000"/>
            <a:ext cx="4534535" cy="31115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25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1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分析：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污染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vs KVFabric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入口控制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500" y="1884045"/>
            <a:ext cx="1271905" cy="50355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D93030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b="1">
                <a:solidFill>
                  <a:srgbClr val="D93030"/>
                </a:solidFill>
                <a:latin typeface="微软雅黑" panose="020B0503020204020204" pitchFamily="34" charset="-122"/>
              </a:rPr>
              <a:t>行为</a:t>
            </a:r>
            <a:endParaRPr lang="zh-CN" altLang="en-US" b="1">
              <a:solidFill>
                <a:srgbClr val="D9303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06500" y="2197100"/>
            <a:ext cx="838200" cy="0"/>
          </a:xfrm>
          <a:prstGeom prst="line">
            <a:avLst/>
          </a:prstGeom>
          <a:ln w="20320">
            <a:solidFill>
              <a:srgbClr val="D93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512060"/>
            <a:ext cx="292100" cy="33274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574800" y="2512060"/>
            <a:ext cx="3632200" cy="50609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低复用长 </a:t>
            </a:r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prompt </a:t>
            </a:r>
            <a:r>
              <a:rPr lang="zh-CN" altLang="en-US" sz="1600" b="1">
                <a:solidFill>
                  <a:srgbClr val="333333"/>
                </a:solidFill>
                <a:latin typeface="微软雅黑" panose="020B0503020204020204" pitchFamily="34" charset="-122"/>
              </a:rPr>
              <a:t>写入大量 </a:t>
            </a:r>
            <a:r>
              <a:rPr lang="en-US" altLang="zh-CN" sz="1600" b="1">
                <a:solidFill>
                  <a:srgbClr val="333333"/>
                </a:solidFill>
                <a:latin typeface="微软雅黑" panose="020B0503020204020204" pitchFamily="34" charset="-122"/>
              </a:rPr>
              <a:t>full blocks</a:t>
            </a:r>
            <a:endParaRPr lang="zh-CN" altLang="en-US" sz="16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625600" y="2882900"/>
            <a:ext cx="29464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cold RAG / burst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未来复用低，但短期占用大量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prefix cache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3561080"/>
            <a:ext cx="292100" cy="29972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625600" y="3561080"/>
            <a:ext cx="2946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热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family revisit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需要重算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1625600" y="3898900"/>
            <a:ext cx="29464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暂时不活跃但后续回访的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hot family prefix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被挤出，形成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rebuilt-from-eviction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50000" y="1885950"/>
            <a:ext cx="1790065" cy="6261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KVFabric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行为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350000" y="2197100"/>
            <a:ext cx="1219200" cy="0"/>
          </a:xfrm>
          <a:prstGeom prst="line">
            <a:avLst/>
          </a:prstGeom>
          <a:ln w="20320">
            <a:solidFill>
              <a:srgbClr val="007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2511425"/>
            <a:ext cx="292100" cy="33337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6769100" y="2567305"/>
            <a:ext cx="2946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Admission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限制低价值写入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6769100" y="2882900"/>
            <a:ext cx="29464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cold_rag_burst / cold_rag_unique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在入口处少写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cache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3" name="图形 22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0" y="3561080"/>
            <a:ext cx="292100" cy="29972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6769100" y="3619500"/>
            <a:ext cx="3580765" cy="4991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Eviction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保护有证据的 </a:t>
            </a:r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block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6769100" y="3898900"/>
            <a:ext cx="29464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family / hit / regret 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证据提高 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retain value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，减少错误驱逐。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40180" y="5297170"/>
            <a:ext cx="8465185" cy="7404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收益链路：少写冷块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-&gt;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少挤掉热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family -&gt; rebuilt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下降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-&gt; warm-family hit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提升 </a:t>
            </a:r>
            <a:r>
              <a:rPr lang="en-US" altLang="zh-CN" b="1">
                <a:solidFill>
                  <a:srgbClr val="0070E8"/>
                </a:solidFill>
                <a:latin typeface="微软雅黑" panose="020B0503020204020204" pitchFamily="34" charset="-122"/>
              </a:rPr>
              <a:t>-&gt; SLO goodput </a:t>
            </a:r>
            <a:r>
              <a:rPr lang="zh-CN" altLang="en-US" b="1">
                <a:solidFill>
                  <a:srgbClr val="0070E8"/>
                </a:solidFill>
                <a:latin typeface="微软雅黑" panose="020B0503020204020204" pitchFamily="34" charset="-122"/>
              </a:rPr>
              <a:t>放大。</a:t>
            </a:r>
            <a:endParaRPr lang="zh-CN" altLang="en-US" b="1">
              <a:solidFill>
                <a:srgbClr val="0070E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26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2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Interactive Latency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：前后台类型请求混合实验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89000" y="1277620"/>
          <a:ext cx="93345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455"/>
                <a:gridCol w="6966045"/>
              </a:tblGrid>
              <a:tr h="355600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内容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workload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open-loop trace replay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 latency + background injection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 90m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capacity medium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foreground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agent_tool_loop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deep_multi_turn_chat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long_doc_research_followup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project_code_followup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short_chat_qa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tenant_workflow_hot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 classes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background_cold_lookup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decode_heavy_background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KVFabric emphasis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Schedule + SLO protect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17600" y="3357880"/>
          <a:ext cx="875538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1726565"/>
                <a:gridCol w="1972945"/>
                <a:gridCol w="2343150"/>
              </a:tblGrid>
              <a:tr h="469900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整体指标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service p50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132.337s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69.757s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-47.29%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service p95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223.615s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203.591s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-8.95%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p50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153.822s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80.727s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-47.52%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p95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273.888s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221.542s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-19.11%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latency promotions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3,442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0 -&gt; 3,442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27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2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分析：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foreground-priority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的收益与代价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85800" y="1111250"/>
          <a:ext cx="6413501" cy="293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894"/>
                <a:gridCol w="1443038"/>
                <a:gridCol w="1523206"/>
                <a:gridCol w="1122363"/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前台请求类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 e2e p95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 e2e p95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agent_tool_loop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246.209s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136.808s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-44.43%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deep_multi_turn_chat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242.968s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133.376s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-45.11%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long_doc_research_followup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245.434s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150.830s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-38.55%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project_code_followup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266.814s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178.573s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-33.07%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short_chat_qa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196.477s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91.316s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-53.52%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tenant_workflow_hot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218.928s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89.736s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-59.01%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19835" y="4421505"/>
            <a:ext cx="2159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latency promotions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19835" y="4662805"/>
            <a:ext cx="215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3,442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9835" y="5043805"/>
            <a:ext cx="2159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SLO/session/turn </a:t>
            </a:r>
            <a:r>
              <a:rPr lang="zh-CN" altLang="en-US" sz="920" b="1">
                <a:solidFill>
                  <a:srgbClr val="0A8A5A"/>
                </a:solidFill>
                <a:latin typeface="微软雅黑" panose="020B0503020204020204" pitchFamily="34" charset="-122"/>
              </a:rPr>
              <a:t>生效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19835" y="5501005"/>
            <a:ext cx="2159000" cy="1562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overall e2e p50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19835" y="5742305"/>
            <a:ext cx="2159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80.727s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19835" y="6123305"/>
            <a:ext cx="2159000" cy="14097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47.52% reduction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21575" y="1252220"/>
          <a:ext cx="3519170" cy="1567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170"/>
                <a:gridCol w="783590"/>
                <a:gridCol w="885825"/>
                <a:gridCol w="743585"/>
              </a:tblGrid>
              <a:tr h="535940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后台类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background_cold_lookup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217.490s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245.073s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+12.68%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decode_heavy_background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330.395s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355.577s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+7.62%</a:t>
                      </a:r>
                      <a:endParaRPr lang="en-US" altLang="zh-CN" sz="10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503285" y="2820035"/>
            <a:ext cx="2298700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rgbClr val="0070C0"/>
                </a:solidFill>
              </a:rPr>
              <a:t>仅略微上升</a:t>
            </a:r>
            <a:endParaRPr lang="zh-CN" altLang="en-US" b="1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49725" y="4044950"/>
            <a:ext cx="6449060" cy="2858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/>
              <a:t>前台改善原因：</a:t>
            </a:r>
            <a:endParaRPr lang="zh-CN" altLang="en-US" sz="1400" b="1"/>
          </a:p>
          <a:p>
            <a:r>
              <a:rPr lang="en-US" altLang="zh-CN" sz="1400"/>
              <a:t>1.foreground classes </a:t>
            </a:r>
            <a:r>
              <a:rPr lang="zh-CN" altLang="en-US" sz="1400"/>
              <a:t>带 </a:t>
            </a:r>
            <a:r>
              <a:rPr lang="en-US" altLang="zh-CN" sz="1400"/>
              <a:t>request class、session、turn、SLO hints；</a:t>
            </a:r>
            <a:endParaRPr lang="en-US" altLang="zh-CN" sz="1400"/>
          </a:p>
          <a:p>
            <a:r>
              <a:rPr lang="en-US" altLang="zh-CN" sz="1400"/>
              <a:t>2.scheduler </a:t>
            </a:r>
            <a:r>
              <a:rPr lang="zh-CN" altLang="en-US" sz="1400"/>
              <a:t>扫描 </a:t>
            </a:r>
            <a:r>
              <a:rPr lang="en-US" altLang="zh-CN" sz="1400"/>
              <a:t>waiting queue，</a:t>
            </a:r>
            <a:r>
              <a:rPr lang="zh-CN" altLang="en-US" sz="1400"/>
              <a:t>提升 </a:t>
            </a:r>
            <a:r>
              <a:rPr lang="en-US" altLang="zh-CN" sz="1400"/>
              <a:t>aged foreground candidates；</a:t>
            </a:r>
            <a:endParaRPr lang="en-US" altLang="zh-CN" sz="1400"/>
          </a:p>
          <a:p>
            <a:r>
              <a:rPr lang="en-US" altLang="zh-CN" sz="1400"/>
              <a:t>3.latency scoring </a:t>
            </a:r>
            <a:r>
              <a:rPr lang="zh-CN" altLang="en-US" sz="1400"/>
              <a:t>对 </a:t>
            </a:r>
            <a:r>
              <a:rPr lang="en-US" altLang="zh-CN" sz="1400"/>
              <a:t>durable/session/foreground </a:t>
            </a:r>
            <a:r>
              <a:rPr lang="zh-CN" altLang="en-US" sz="1400"/>
              <a:t>加分，对 </a:t>
            </a:r>
            <a:r>
              <a:rPr lang="en-US" altLang="zh-CN" sz="1400"/>
              <a:t>cold/decode/background </a:t>
            </a:r>
            <a:r>
              <a:rPr lang="zh-CN" altLang="en-US" sz="1400"/>
              <a:t>惩罚；</a:t>
            </a:r>
            <a:endParaRPr lang="zh-CN" altLang="en-US" sz="1400"/>
          </a:p>
          <a:p>
            <a:r>
              <a:rPr lang="en-US" altLang="zh-CN" sz="1400"/>
              <a:t>4.request_latency_promoted </a:t>
            </a:r>
            <a:r>
              <a:rPr lang="zh-CN" altLang="en-US" sz="1400"/>
              <a:t>事件达到 3,442 次，说明调度路径实际生效。</a:t>
            </a:r>
            <a:endParaRPr lang="zh-CN" altLang="en-US" sz="1400"/>
          </a:p>
          <a:p>
            <a:endParaRPr lang="zh-CN" altLang="en-US" sz="1400" b="1"/>
          </a:p>
          <a:p>
            <a:r>
              <a:rPr lang="zh-CN" altLang="en-US" sz="1400" b="1"/>
              <a:t>后台代价来源：</a:t>
            </a:r>
            <a:endParaRPr lang="en-US" altLang="zh-CN" sz="1400" b="1"/>
          </a:p>
          <a:p>
            <a:r>
              <a:rPr lang="en-US" altLang="zh-CN" sz="1400"/>
              <a:t>background cold lookup </a:t>
            </a:r>
            <a:r>
              <a:rPr lang="zh-CN" altLang="en-US" sz="1400"/>
              <a:t>和 </a:t>
            </a:r>
            <a:r>
              <a:rPr lang="en-US" altLang="zh-CN" sz="1400"/>
              <a:t>decode-heavy </a:t>
            </a:r>
            <a:r>
              <a:rPr lang="zh-CN" altLang="en-US" sz="1400"/>
              <a:t>被视为低优先级；</a:t>
            </a:r>
            <a:endParaRPr lang="zh-CN" altLang="en-US" sz="1400"/>
          </a:p>
          <a:p>
            <a:r>
              <a:rPr lang="zh-CN" altLang="en-US" sz="1400"/>
              <a:t>它们在资源竞争时让路给交互价值更高的前台请求；</a:t>
            </a:r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28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1816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3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Enterprise Normal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：普通企业型混合流量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89000" y="1262380"/>
          <a:ext cx="93345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455"/>
                <a:gridCol w="6966045"/>
              </a:tblGrid>
              <a:tr h="355600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内容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 profile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enterprise_mixed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 4500s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target rate 0.75 req/s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partial hints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规模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10 tenants</a:t>
                      </a:r>
                      <a:r>
                        <a:rPr lang="zh-CN" altLang="fr-FR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fr-FR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64 clients</a:t>
                      </a:r>
                      <a:r>
                        <a:rPr lang="zh-CN" altLang="fr-FR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fr-FR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917 families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混合请求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agent tool loop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multi-turn support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hot/cold RAG docs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decode-heavy report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extraction/classification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KVFabric emphasis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 </a:t>
                      </a:r>
                      <a:r>
                        <a:rPr lang="zh-CN" altLang="en-US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主导，调度保持统一默认</a:t>
                      </a:r>
                      <a:endParaRPr lang="zh-CN" altLang="en-US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1400" y="3258820"/>
          <a:ext cx="8960485" cy="2914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7185"/>
                <a:gridCol w="1697355"/>
                <a:gridCol w="1980565"/>
                <a:gridCol w="2405380"/>
              </a:tblGrid>
              <a:tr h="400685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goodput tok/s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1383.78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1624.16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+17.37%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goodput tok/s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520.11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1600.36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+207.69%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p50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39.391s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31.065s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-21.14%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p95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139.672s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107.189s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-23.26%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p95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316.015s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112.722s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-64.33%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evicted blocks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30,377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22,321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-26.52%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 limited / saved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/ 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1,463 / 5,355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0 -&gt; evidence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6350000" y="1841500"/>
            <a:ext cx="3619500" cy="304800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29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3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分析：普通混合流量中的 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admission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价值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形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0290" y="1760220"/>
            <a:ext cx="321310" cy="3225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8600" y="184150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主要收益来源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98600" y="2120900"/>
            <a:ext cx="3835400" cy="10769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收益来自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admission、cache churn、backlog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e2e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排队的综合改善，主要证据在于减少错误驱逐和控制低价值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cache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写入。同时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admission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限制了低复用和未知复用请求，减少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cache pressure，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让有效请求的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e2e latency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明显改善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形 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855" y="3303905"/>
            <a:ext cx="372745" cy="3663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98600" y="338455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limited classes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98600" y="3708400"/>
            <a:ext cx="3835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rag_qa_cold_docs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decode_heavy_report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extraction_classification 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是主要限制对象。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形 1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855" y="4611370"/>
            <a:ext cx="372745" cy="32893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41780" y="4610100"/>
            <a:ext cx="3835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333333"/>
                </a:solidFill>
                <a:latin typeface="微软雅黑" panose="020B0503020204020204" pitchFamily="34" charset="-122"/>
              </a:rPr>
              <a:t>e2e </a:t>
            </a:r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视角必要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98600" y="4978400"/>
            <a:ext cx="38354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普通混合流量中，收益来自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cache pressure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、排队和请求类型分布共同变化。</a:t>
            </a:r>
            <a:endParaRPr lang="zh-CN" altLang="en-US" sz="14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31000" y="2222500"/>
            <a:ext cx="2794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goodput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31000" y="2463800"/>
            <a:ext cx="279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+17.37%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31000" y="2844800"/>
            <a:ext cx="2794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1383.76 -&gt; 1624.16 tok/s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31000" y="3429000"/>
            <a:ext cx="2794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e2e p95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31000" y="3670300"/>
            <a:ext cx="279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-64.33%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731000" y="4051300"/>
            <a:ext cx="2794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316.015s -&gt; 112.722s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30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8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4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Low Reuse Guard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：低复用无规律请求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89000" y="1407160"/>
          <a:ext cx="93345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455"/>
                <a:gridCol w="6966045"/>
              </a:tblGrid>
              <a:tr h="355600"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内容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trace profile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low_reuse_low_frequency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duration 2700s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target rate 0.25 req/s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复用结构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session request ratio 0.00%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cold family reuse probability 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接近 </a:t>
                      </a:r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容量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large capacity</a:t>
                      </a:r>
                      <a:r>
                        <a:rPr lang="zh-CN" altLang="en-US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，降低容量过紧带来的偶然差异</a:t>
                      </a:r>
                      <a:endParaRPr lang="zh-CN" altLang="en-US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KVFabric emphasis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 guard</a:t>
                      </a:r>
                      <a:endParaRPr lang="en-US" altLang="zh-CN" sz="14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41400" y="3619500"/>
          <a:ext cx="8953501" cy="2603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2161"/>
                <a:gridCol w="1683165"/>
                <a:gridCol w="1963692"/>
                <a:gridCol w="2384483"/>
              </a:tblGrid>
              <a:tr h="236682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指标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LRU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KVFabric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变化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083258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p50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29.178s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3.361s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-88.48%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p95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174.143s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15.796s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-90.93%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e2e p95 latency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325.620s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15.798s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-95.15%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prefix hit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+0.00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warm-family hit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+0.00 pp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evicted blocks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4,348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777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-82.13%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rebuilt-from-eviction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0 -&gt; 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5F8FC"/>
                    </a:solidFill>
                  </a:tcPr>
                </a:tc>
              </a:tr>
              <a:tr h="236682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admission limited / saved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/ 0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863 / 2,293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003B66"/>
                          </a:solidFill>
                          <a:latin typeface="微软雅黑" panose="020B0503020204020204" pitchFamily="34" charset="-122"/>
                        </a:rPr>
                        <a:t>0 -&gt; evidence</a:t>
                      </a:r>
                      <a:endParaRPr lang="en-US" altLang="zh-CN" sz="1200" b="0">
                        <a:solidFill>
                          <a:srgbClr val="003B66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905500" y="1561465"/>
            <a:ext cx="4028440" cy="350647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16000" y="1561465"/>
            <a:ext cx="3939540" cy="3506470"/>
          </a:xfrm>
          <a:prstGeom prst="rect">
            <a:avLst/>
          </a:prstGeom>
          <a:solidFill>
            <a:srgbClr val="EAF4FF"/>
          </a:solidFill>
          <a:ln w="9525">
            <a:solidFill>
              <a:srgbClr val="CB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r>
              <a:rPr lang="en-US" sz="1100">
                <a:solidFill>
                  <a:srgbClr val="B9C7D8"/>
                </a:solidFill>
                <a:latin typeface="微软雅黑" panose="020B0503020204020204" pitchFamily="34" charset="-122"/>
              </a:rPr>
              <a:t>31</a:t>
            </a:r>
            <a:endParaRPr lang="en-US" sz="1100" dirty="0">
              <a:solidFill>
                <a:srgbClr val="B9C7D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000" y="533400"/>
            <a:ext cx="990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微软雅黑" panose="020B0503020204020204" pitchFamily="34" charset="-122"/>
              </a:rPr>
              <a:t>Stage 4 </a:t>
            </a:r>
            <a:r>
              <a:rPr lang="zh-CN" altLang="en-US" sz="2400" b="1">
                <a:solidFill>
                  <a:srgbClr val="333333"/>
                </a:solidFill>
                <a:latin typeface="微软雅黑" panose="020B0503020204020204" pitchFamily="34" charset="-122"/>
              </a:rPr>
              <a:t>分析：低复用场景的边界验证</a:t>
            </a:r>
            <a:endParaRPr lang="zh-CN" altLang="en-US" sz="2400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7000" y="2005965"/>
            <a:ext cx="2286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prefix hit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7000" y="2247265"/>
            <a:ext cx="228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97A24"/>
                </a:solidFill>
                <a:latin typeface="微软雅黑" panose="020B0503020204020204" pitchFamily="34" charset="-122"/>
              </a:rPr>
              <a:t>0.00%</a:t>
            </a:r>
            <a:endParaRPr lang="zh-CN" altLang="en-US" sz="2400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97000" y="2628265"/>
            <a:ext cx="2286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D97A24"/>
                </a:solidFill>
                <a:latin typeface="微软雅黑" panose="020B0503020204020204" pitchFamily="34" charset="-122"/>
              </a:rPr>
              <a:t>无 </a:t>
            </a:r>
            <a:r>
              <a:rPr lang="en-US" altLang="zh-CN" sz="920" b="1">
                <a:solidFill>
                  <a:srgbClr val="D97A24"/>
                </a:solidFill>
                <a:latin typeface="微软雅黑" panose="020B0503020204020204" pitchFamily="34" charset="-122"/>
              </a:rPr>
              <a:t>prefix reuse</a:t>
            </a:r>
            <a:endParaRPr lang="zh-CN" altLang="en-US" sz="920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97000" y="2893695"/>
            <a:ext cx="2286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rebuilt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7000" y="3174365"/>
            <a:ext cx="228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97A24"/>
                </a:solidFill>
                <a:latin typeface="微软雅黑" panose="020B0503020204020204" pitchFamily="34" charset="-122"/>
              </a:rPr>
              <a:t>0</a:t>
            </a:r>
            <a:endParaRPr lang="zh-CN" altLang="en-US" sz="2400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97000" y="3555365"/>
            <a:ext cx="2286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D97A24"/>
                </a:solidFill>
                <a:latin typeface="微软雅黑" panose="020B0503020204020204" pitchFamily="34" charset="-122"/>
              </a:rPr>
              <a:t>无 </a:t>
            </a:r>
            <a:r>
              <a:rPr lang="en-US" altLang="zh-CN" sz="920" b="1">
                <a:solidFill>
                  <a:srgbClr val="D97A24"/>
                </a:solidFill>
                <a:latin typeface="微软雅黑" panose="020B0503020204020204" pitchFamily="34" charset="-122"/>
              </a:rPr>
              <a:t>rebuilt </a:t>
            </a:r>
            <a:r>
              <a:rPr lang="zh-CN" altLang="en-US" sz="920" b="1">
                <a:solidFill>
                  <a:srgbClr val="D97A24"/>
                </a:solidFill>
                <a:latin typeface="微软雅黑" panose="020B0503020204020204" pitchFamily="34" charset="-122"/>
              </a:rPr>
              <a:t>证据</a:t>
            </a:r>
            <a:endParaRPr lang="zh-CN" altLang="en-US" sz="920" b="1">
              <a:solidFill>
                <a:srgbClr val="D97A24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" name="图形 1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7450" y="3848735"/>
            <a:ext cx="372745" cy="3714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752600" y="3907155"/>
            <a:ext cx="2286635" cy="2768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边界结论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52600" y="4278630"/>
            <a:ext cx="2438400" cy="64579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收益不依赖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prefix reuse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，来自低价值请求少写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cache</a:t>
            </a:r>
            <a:r>
              <a:rPr lang="zh-CN" altLang="en-US" sz="1400">
                <a:solidFill>
                  <a:srgbClr val="5D6674"/>
                </a:solidFill>
                <a:latin typeface="微软雅黑" panose="020B0503020204020204" pitchFamily="34" charset="-122"/>
              </a:rPr>
              <a:t>、少制造 </a:t>
            </a:r>
            <a:r>
              <a:rPr lang="en-US" altLang="zh-CN" sz="1400">
                <a:solidFill>
                  <a:srgbClr val="5D6674"/>
                </a:solidFill>
                <a:latin typeface="微软雅黑" panose="020B0503020204020204" pitchFamily="34" charset="-122"/>
              </a:rPr>
              <a:t>eviction pressure</a:t>
            </a:r>
            <a:r>
              <a:rPr lang="zh-CN" altLang="en-US" sz="1020">
                <a:solidFill>
                  <a:srgbClr val="5D6674"/>
                </a:solidFill>
                <a:latin typeface="微软雅黑" panose="020B0503020204020204" pitchFamily="34" charset="-122"/>
              </a:rPr>
              <a:t>。</a:t>
            </a:r>
            <a:endParaRPr lang="zh-CN" altLang="en-US" sz="102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50000" y="2005965"/>
            <a:ext cx="3181985" cy="15621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saved blocks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50000" y="2247265"/>
            <a:ext cx="254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2,293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50000" y="2628265"/>
            <a:ext cx="2540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admission limited 863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50000" y="2893695"/>
            <a:ext cx="2540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20" b="1">
                <a:solidFill>
                  <a:srgbClr val="5D6674"/>
                </a:solidFill>
                <a:latin typeface="微软雅黑" panose="020B0503020204020204" pitchFamily="34" charset="-122"/>
              </a:rPr>
              <a:t>evicted blocks</a:t>
            </a:r>
            <a:endParaRPr lang="zh-CN" altLang="en-US" sz="1020" b="1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50000" y="3174365"/>
            <a:ext cx="254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8A5A"/>
                </a:solidFill>
                <a:latin typeface="微软雅黑" panose="020B0503020204020204" pitchFamily="34" charset="-122"/>
              </a:rPr>
              <a:t>777</a:t>
            </a:r>
            <a:endParaRPr lang="zh-CN" altLang="en-US" sz="240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50000" y="3566160"/>
            <a:ext cx="25400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sz="920" b="1">
                <a:solidFill>
                  <a:srgbClr val="0A8A5A"/>
                </a:solidFill>
                <a:latin typeface="微软雅黑" panose="020B0503020204020204" pitchFamily="34" charset="-122"/>
              </a:rPr>
              <a:t>为 </a:t>
            </a:r>
            <a:r>
              <a:rPr lang="en-US" altLang="zh-CN" sz="920" b="1">
                <a:solidFill>
                  <a:srgbClr val="0A8A5A"/>
                </a:solidFill>
                <a:latin typeface="微软雅黑" panose="020B0503020204020204" pitchFamily="34" charset="-122"/>
              </a:rPr>
              <a:t>4,348</a:t>
            </a:r>
            <a:endParaRPr lang="zh-CN" altLang="en-US" sz="920" b="1">
              <a:solidFill>
                <a:srgbClr val="0A8A5A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3" name="图形 2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0920" y="3883660"/>
            <a:ext cx="336550" cy="33655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573520" y="3948430"/>
            <a:ext cx="2692400" cy="2768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333333"/>
                </a:solidFill>
                <a:latin typeface="微软雅黑" panose="020B0503020204020204" pitchFamily="34" charset="-122"/>
              </a:rPr>
              <a:t>原因分析</a:t>
            </a:r>
            <a:endParaRPr lang="zh-CN" altLang="en-US" b="1">
              <a:solidFill>
                <a:srgbClr val="33333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510655" y="4298950"/>
            <a:ext cx="3214370" cy="7683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低复用情况下，将不会被复用的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cache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写入</a:t>
            </a:r>
            <a:r>
              <a:rPr lang="en-US" altLang="zh-CN" sz="1200">
                <a:solidFill>
                  <a:srgbClr val="5D6674"/>
                </a:solidFill>
                <a:latin typeface="微软雅黑" panose="020B0503020204020204" pitchFamily="34" charset="-122"/>
              </a:rPr>
              <a:t>prefixcache</a:t>
            </a:r>
            <a:r>
              <a:rPr lang="zh-CN" altLang="en-US" sz="1200">
                <a:solidFill>
                  <a:srgbClr val="5D6674"/>
                </a:solidFill>
                <a:latin typeface="微软雅黑" panose="020B0503020204020204" pitchFamily="34" charset="-122"/>
              </a:rPr>
              <a:t>并赋予哈希值和跟踪驱逐等行为会造成极大的开销，一定程度上避免这种行为可以产生明显提升</a:t>
            </a:r>
            <a:endParaRPr lang="zh-CN" altLang="en-US" sz="1200">
              <a:solidFill>
                <a:srgbClr val="5D667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25105" y="2853690"/>
            <a:ext cx="2181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P50,P95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（及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E2E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）</a:t>
            </a:r>
            <a:endParaRPr lang="en-US" altLang="zh-CN" b="1">
              <a:solidFill>
                <a:schemeClr val="accent6">
                  <a:lumMod val="75000"/>
                </a:schemeClr>
              </a:solidFill>
            </a:endParaRPr>
          </a:p>
          <a:p>
            <a:endParaRPr lang="zh-CN" altLang="en-US" b="1"/>
          </a:p>
          <a:p>
            <a:r>
              <a:rPr lang="zh-CN" altLang="en-US" b="1"/>
              <a:t>极大降低</a:t>
            </a:r>
            <a:endParaRPr lang="zh-CN" altLang="en-US" b="1"/>
          </a:p>
        </p:txBody>
      </p:sp>
      <p:sp>
        <p:nvSpPr>
          <p:cNvPr id="22" name="文本框 21"/>
          <p:cNvSpPr txBox="1"/>
          <p:nvPr/>
        </p:nvSpPr>
        <p:spPr>
          <a:xfrm>
            <a:off x="2157730" y="5403850"/>
            <a:ext cx="6576060" cy="1188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rgbClr val="0070C0"/>
                </a:solidFill>
              </a:rPr>
              <a:t>在没有复用价值的场景中，</a:t>
            </a:r>
            <a:r>
              <a:rPr lang="en-US" altLang="zh-CN" b="1">
                <a:solidFill>
                  <a:srgbClr val="0070C0"/>
                </a:solidFill>
              </a:rPr>
              <a:t>KVFabric </a:t>
            </a:r>
            <a:r>
              <a:rPr lang="zh-CN" altLang="en-US" b="1">
                <a:solidFill>
                  <a:srgbClr val="0070C0"/>
                </a:solidFill>
              </a:rPr>
              <a:t>通过 </a:t>
            </a:r>
            <a:r>
              <a:rPr lang="en-US" altLang="zh-CN" b="1">
                <a:solidFill>
                  <a:srgbClr val="0070C0"/>
                </a:solidFill>
              </a:rPr>
              <a:t>admission </a:t>
            </a:r>
            <a:r>
              <a:rPr lang="zh-CN" altLang="en-US" b="1">
                <a:solidFill>
                  <a:srgbClr val="0070C0"/>
                </a:solidFill>
              </a:rPr>
              <a:t>和其他综合调度避免低价值 </a:t>
            </a:r>
            <a:r>
              <a:rPr lang="en-US" altLang="zh-CN" b="1">
                <a:solidFill>
                  <a:srgbClr val="0070C0"/>
                </a:solidFill>
              </a:rPr>
              <a:t>cache </a:t>
            </a:r>
            <a:r>
              <a:rPr lang="zh-CN" altLang="en-US" b="1">
                <a:solidFill>
                  <a:srgbClr val="0070C0"/>
                </a:solidFill>
              </a:rPr>
              <a:t>写入，减少 </a:t>
            </a:r>
            <a:r>
              <a:rPr lang="en-US" altLang="zh-CN" b="1">
                <a:solidFill>
                  <a:srgbClr val="0070C0"/>
                </a:solidFill>
              </a:rPr>
              <a:t>evictions，</a:t>
            </a:r>
            <a:r>
              <a:rPr lang="zh-CN" altLang="en-US" b="1">
                <a:solidFill>
                  <a:srgbClr val="0070C0"/>
                </a:solidFill>
              </a:rPr>
              <a:t>并保持可解释的收益来源。</a:t>
            </a:r>
            <a:endParaRPr lang="zh-CN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41020" y="21336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总结：</a:t>
            </a:r>
            <a:endParaRPr lang="zh-CN" altLang="en-US" sz="3200" b="1"/>
          </a:p>
        </p:txBody>
      </p:sp>
      <p:sp>
        <p:nvSpPr>
          <p:cNvPr id="7" name="文本框 6"/>
          <p:cNvSpPr txBox="1"/>
          <p:nvPr/>
        </p:nvSpPr>
        <p:spPr>
          <a:xfrm>
            <a:off x="462280" y="1590675"/>
            <a:ext cx="5995035" cy="3676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我们完成了：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对</a:t>
            </a:r>
            <a:r>
              <a:rPr lang="en-US" altLang="zh-CN"/>
              <a:t>KVcache</a:t>
            </a:r>
            <a:r>
              <a:rPr lang="zh-CN" altLang="en-US"/>
              <a:t>的抽象，</a:t>
            </a:r>
            <a:r>
              <a:rPr lang="zh-CN" altLang="en-US" b="1"/>
              <a:t>生命周期管理调度</a:t>
            </a:r>
            <a:r>
              <a:rPr lang="zh-CN" altLang="en-US"/>
              <a:t>的提出设计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完整全面的</a:t>
            </a:r>
            <a:r>
              <a:rPr lang="zh-CN" altLang="en-US" b="1"/>
              <a:t>封装</a:t>
            </a:r>
            <a:r>
              <a:rPr lang="zh-CN" altLang="en-US"/>
              <a:t>和跟踪记录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完整</a:t>
            </a:r>
            <a:r>
              <a:rPr lang="zh-CN" altLang="en-US" b="1"/>
              <a:t>策略</a:t>
            </a:r>
            <a:r>
              <a:rPr lang="zh-CN" altLang="en-US"/>
              <a:t>的实现与</a:t>
            </a:r>
            <a:r>
              <a:rPr lang="zh-CN" altLang="en-US" b="1"/>
              <a:t>迭代改进</a:t>
            </a:r>
            <a:endParaRPr lang="zh-CN" altLang="en-US" b="1"/>
          </a:p>
          <a:p>
            <a:r>
              <a:rPr lang="en-US" altLang="zh-CN"/>
              <a:t>4.</a:t>
            </a:r>
            <a:r>
              <a:rPr lang="zh-CN" altLang="en-US"/>
              <a:t>完整</a:t>
            </a:r>
            <a:r>
              <a:rPr lang="zh-CN" altLang="en-US" b="1"/>
              <a:t>实验平台</a:t>
            </a:r>
            <a:r>
              <a:rPr lang="zh-CN" altLang="en-US"/>
              <a:t>的搭建，完整的</a:t>
            </a:r>
            <a:r>
              <a:rPr lang="zh-CN" altLang="en-US" b="1"/>
              <a:t>调试工具</a:t>
            </a:r>
            <a:r>
              <a:rPr lang="zh-CN" altLang="en-US"/>
              <a:t>链</a:t>
            </a:r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实验和请求的多样化设计，</a:t>
            </a:r>
            <a:r>
              <a:rPr lang="zh-CN" altLang="en-US" b="1"/>
              <a:t>模拟各种场景</a:t>
            </a:r>
            <a:endParaRPr lang="zh-CN" altLang="en-US" b="1"/>
          </a:p>
          <a:p>
            <a:r>
              <a:rPr lang="en-US" altLang="zh-CN"/>
              <a:t>6.</a:t>
            </a:r>
            <a:r>
              <a:rPr lang="zh-CN" altLang="en-US"/>
              <a:t>多元</a:t>
            </a:r>
            <a:r>
              <a:rPr lang="zh-CN" altLang="en-US" b="1"/>
              <a:t>性能指标</a:t>
            </a:r>
            <a:r>
              <a:rPr lang="zh-CN" altLang="en-US"/>
              <a:t>评测</a:t>
            </a:r>
            <a:endParaRPr lang="zh-CN" altLang="en-US"/>
          </a:p>
          <a:p>
            <a:r>
              <a:rPr lang="en-US" altLang="zh-CN"/>
              <a:t>7.</a:t>
            </a:r>
            <a:r>
              <a:rPr lang="zh-CN" altLang="en-US" b="1"/>
              <a:t>实验矩阵</a:t>
            </a:r>
            <a:r>
              <a:rPr lang="zh-CN" altLang="en-US"/>
              <a:t>测试，高表现</a:t>
            </a:r>
            <a:r>
              <a:rPr lang="zh-CN" altLang="en-US" b="1"/>
              <a:t>实验结果验收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等等</a:t>
            </a:r>
            <a:r>
              <a:rPr lang="en-US" altLang="zh-CN" b="1"/>
              <a:t>......</a:t>
            </a:r>
            <a:endParaRPr lang="en-US" altLang="zh-CN" b="1"/>
          </a:p>
        </p:txBody>
      </p:sp>
      <p:sp>
        <p:nvSpPr>
          <p:cNvPr id="8" name="文本框 7"/>
          <p:cNvSpPr txBox="1"/>
          <p:nvPr/>
        </p:nvSpPr>
        <p:spPr>
          <a:xfrm>
            <a:off x="7367270" y="1590675"/>
            <a:ext cx="4613275" cy="3429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仍不足的可发展空间：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在更大的平台上进行更广泛的调试，测试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可自适应的各种参数调节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真正接入实验室</a:t>
            </a:r>
            <a:r>
              <a:rPr lang="en-US" altLang="zh-CN"/>
              <a:t>/</a:t>
            </a:r>
            <a:r>
              <a:rPr lang="zh-CN" altLang="en-US"/>
              <a:t>学校</a:t>
            </a:r>
            <a:r>
              <a:rPr lang="en-US" altLang="zh-CN"/>
              <a:t>/</a:t>
            </a:r>
            <a:r>
              <a:rPr lang="zh-CN" altLang="en-US"/>
              <a:t>公司的</a:t>
            </a:r>
            <a:r>
              <a:rPr lang="en-US" altLang="zh-CN"/>
              <a:t>ai</a:t>
            </a:r>
            <a:r>
              <a:rPr lang="zh-CN" altLang="en-US"/>
              <a:t>部署使用中进行实践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......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2280" y="46818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0070C0"/>
                </a:solidFill>
              </a:rPr>
              <a:t>80w</a:t>
            </a:r>
            <a:r>
              <a:rPr lang="zh-CN" altLang="en-US" b="1">
                <a:solidFill>
                  <a:srgbClr val="0070C0"/>
                </a:solidFill>
              </a:rPr>
              <a:t>行</a:t>
            </a:r>
            <a:r>
              <a:rPr lang="en-US" altLang="zh-CN" b="1">
                <a:solidFill>
                  <a:srgbClr val="0070C0"/>
                </a:solidFill>
              </a:rPr>
              <a:t>+</a:t>
            </a:r>
            <a:r>
              <a:rPr lang="zh-CN" altLang="en-US" b="1">
                <a:solidFill>
                  <a:srgbClr val="0070C0"/>
                </a:solidFill>
              </a:rPr>
              <a:t>的修改</a:t>
            </a:r>
            <a:endParaRPr lang="zh-CN" altLang="en-US" b="1">
              <a:solidFill>
                <a:srgbClr val="0070C0"/>
              </a:solidFill>
            </a:endParaRPr>
          </a:p>
          <a:p>
            <a:r>
              <a:rPr lang="en-US" altLang="zh-CN" b="1">
                <a:solidFill>
                  <a:srgbClr val="0070C0"/>
                </a:solidFill>
              </a:rPr>
              <a:t>200h+</a:t>
            </a:r>
            <a:r>
              <a:rPr lang="zh-CN" altLang="en-US" b="1">
                <a:solidFill>
                  <a:srgbClr val="0070C0"/>
                </a:solidFill>
              </a:rPr>
              <a:t>的实验调试</a:t>
            </a:r>
            <a:endParaRPr lang="zh-CN" altLang="en-US" b="1">
              <a:solidFill>
                <a:srgbClr val="0070C0"/>
              </a:solidFill>
            </a:endParaRPr>
          </a:p>
          <a:p>
            <a:r>
              <a:rPr lang="en-US" altLang="zh-CN" b="1">
                <a:solidFill>
                  <a:srgbClr val="0070C0"/>
                </a:solidFill>
              </a:rPr>
              <a:t>......</a:t>
            </a:r>
            <a:endParaRPr lang="en-US" altLang="zh-CN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谢谢</a:t>
            </a:r>
            <a:r>
              <a:rPr lang="en-US" altLang="zh-CN"/>
              <a:t>	</a:t>
            </a:r>
            <a:r>
              <a:rPr lang="zh-CN" altLang="en-US"/>
              <a:t>！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欢迎交流和讨论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36*416"/>
  <p:tag name="TABLE_ENDDRAG_RECT" val="58*89*736*416"/>
</p:tagLst>
</file>

<file path=ppt/tags/tag2.xml><?xml version="1.0" encoding="utf-8"?>
<p:tagLst xmlns:p="http://schemas.openxmlformats.org/presentationml/2006/main">
  <p:tag name="TABLE_ENDDRAG_ORIGIN_RECT" val="771*409"/>
  <p:tag name="TABLE_ENDDRAG_RECT" val="67*102*771*409"/>
</p:tagLst>
</file>

<file path=ppt/tags/tag3.xml><?xml version="1.0" encoding="utf-8"?>
<p:tagLst xmlns:p="http://schemas.openxmlformats.org/presentationml/2006/main">
  <p:tag name="TABLE_ENDDRAG_ORIGIN_RECT" val="790*435"/>
  <p:tag name="TABLE_ENDDRAG_RECT" val="53*82*790*435"/>
</p:tagLst>
</file>

<file path=ppt/tags/tag4.xml><?xml version="1.0" encoding="utf-8"?>
<p:tagLst xmlns:p="http://schemas.openxmlformats.org/presentationml/2006/main">
  <p:tag name="TABLE_ENDDRAG_ORIGIN_RECT" val="702*388"/>
  <p:tag name="TABLE_ENDDRAG_RECT" val="64*97*702*388"/>
</p:tagLst>
</file>

<file path=ppt/tags/tag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TABLE_ENDDRAG_ORIGIN_RECT" val="759*347"/>
  <p:tag name="TABLE_ENDDRAG_RECT" val="60*103*760*347"/>
</p:tagLst>
</file>

<file path=ppt/tags/tag8.xml><?xml version="1.0" encoding="utf-8"?>
<p:tagLst xmlns:p="http://schemas.openxmlformats.org/presentationml/2006/main">
  <p:tag name="TABLE_ENDDRAG_ORIGIN_RECT" val="803*369"/>
  <p:tag name="TABLE_ENDDRAG_RECT" val="52*135*803*369"/>
</p:tagLst>
</file>

<file path=ppt/tags/tag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x"/>
  <p:tag name="KSO_WM_UNIT_INDEX" val="19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x"/>
  <p:tag name="KSO_WM_UNIT_INDEX" val="20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x"/>
  <p:tag name="KSO_WM_UNIT_INDEX" val="21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x"/>
  <p:tag name="KSO_WM_UNIT_INDEX" val="22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x"/>
  <p:tag name="KSO_WM_UNIT_INDEX" val="23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x"/>
  <p:tag name="KSO_WM_UNIT_INDEX" val="24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  <p:tag name="TABLE_ENDDRAG_ORIGIN_RECT" val="864*374"/>
  <p:tag name="TABLE_ENDDRAG_RECT" val="45*95*864*374"/>
</p:tagLst>
</file>

<file path=ppt/tags/tag42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4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4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4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4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5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5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75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5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5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5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75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6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76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6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76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6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76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76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76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6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7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77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77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77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7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7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7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8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8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8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8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8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8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8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8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8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8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9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9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9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9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9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9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9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9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0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0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0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0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0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0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0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0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0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1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1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1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1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1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1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1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1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1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1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2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2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2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2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2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2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2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2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2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82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3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3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3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33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3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3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83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83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83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3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84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841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84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843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84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845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84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4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5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5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5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5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5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5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5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5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6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6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6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6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6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6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6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6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6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6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7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7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7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7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7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7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7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8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8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8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8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88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8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8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8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8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8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9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9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9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9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9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9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9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9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9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9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0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0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90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0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0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0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0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90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0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0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91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91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91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91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1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1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1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1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1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2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2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2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2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2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2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2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2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2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2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3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3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3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3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3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3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3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3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3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4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4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4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4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4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4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4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4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5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5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95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5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5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5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5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5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9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6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6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6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96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6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6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6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9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6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6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70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97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7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7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974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97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7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97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978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97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8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981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98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8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8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985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98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98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8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8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9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9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9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9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9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9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9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9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9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9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0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0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0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0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00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0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0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0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0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0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1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1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1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1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1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01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1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01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1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01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2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21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0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2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0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2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2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3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3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3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3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3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3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3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3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3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3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4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4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4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4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4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4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4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4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4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4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5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51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105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5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05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05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05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05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5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5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06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06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06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06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06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06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6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6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6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69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07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07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7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7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7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75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</p:tagLst>
</file>

<file path=ppt/tags/tag10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7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78.xml><?xml version="1.0" encoding="utf-8"?>
<p:tagLst xmlns:p="http://schemas.openxmlformats.org/presentationml/2006/main">
  <p:tag name="KSO_WM_UNIT_TYPE" val="β"/>
  <p:tag name="KSO_WM_UNIT_INDEX" val="3"/>
  <p:tag name="KSO_WM_BEAUTIFY_FLAG" val="#wm#"/>
  <p:tag name="KSO_WM_TAG_VERSION" val="3.0"/>
</p:tagLst>
</file>

<file path=ppt/tags/tag107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80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08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82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108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84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108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8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8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08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9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9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9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0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9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9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09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9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10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10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0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0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10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0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0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0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0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1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11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11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11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1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11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11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1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1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11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12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12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2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12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12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12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2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12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128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12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3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13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132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13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3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13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136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13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3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139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140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14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4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4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14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4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1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4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1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5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15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5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1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5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5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157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15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5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1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6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16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63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16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65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16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67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16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169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17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7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72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17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74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117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76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117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78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117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80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118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82.xml><?xml version="1.0" encoding="utf-8"?>
<p:tagLst xmlns:p="http://schemas.openxmlformats.org/presentationml/2006/main">
  <p:tag name="KSO_WM_UNIT_TYPE" val="x"/>
  <p:tag name="KSO_WM_UNIT_INDEX" val="19"/>
  <p:tag name="KSO_WM_BEAUTIFY_FLAG" val="#wm#"/>
  <p:tag name="KSO_WM_TAG_VERSION" val="3.0"/>
</p:tagLst>
</file>

<file path=ppt/tags/tag118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84.xml><?xml version="1.0" encoding="utf-8"?>
<p:tagLst xmlns:p="http://schemas.openxmlformats.org/presentationml/2006/main">
  <p:tag name="KSO_WM_UNIT_TYPE" val="x"/>
  <p:tag name="KSO_WM_UNIT_INDEX" val="20"/>
  <p:tag name="KSO_WM_BEAUTIFY_FLAG" val="#wm#"/>
  <p:tag name="KSO_WM_TAG_VERSION" val="3.0"/>
</p:tagLst>
</file>

<file path=ppt/tags/tag118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86.xml><?xml version="1.0" encoding="utf-8"?>
<p:tagLst xmlns:p="http://schemas.openxmlformats.org/presentationml/2006/main">
  <p:tag name="KSO_WM_UNIT_TYPE" val="x"/>
  <p:tag name="KSO_WM_UNIT_INDEX" val="21"/>
  <p:tag name="KSO_WM_BEAUTIFY_FLAG" val="#wm#"/>
  <p:tag name="KSO_WM_TAG_VERSION" val="3.0"/>
</p:tagLst>
</file>

<file path=ppt/tags/tag118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188.xml><?xml version="1.0" encoding="utf-8"?>
<p:tagLst xmlns:p="http://schemas.openxmlformats.org/presentationml/2006/main">
  <p:tag name="KSO_WM_UNIT_TYPE" val="x"/>
  <p:tag name="KSO_WM_UNIT_INDEX" val="22"/>
  <p:tag name="KSO_WM_BEAUTIFY_FLAG" val="#wm#"/>
  <p:tag name="KSO_WM_TAG_VERSION" val="3.0"/>
</p:tagLst>
</file>

<file path=ppt/tags/tag118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9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19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9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193.xml><?xml version="1.0" encoding="utf-8"?>
<p:tagLst xmlns:p="http://schemas.openxmlformats.org/presentationml/2006/main">
  <p:tag name="KSO_WM_UNIT_TYPE" val="x"/>
  <p:tag name="KSO_WM_UNIT_INDEX" val="23"/>
  <p:tag name="KSO_WM_BEAUTIFY_FLAG" val="#wm#"/>
  <p:tag name="KSO_WM_TAG_VERSION" val="3.0"/>
</p:tagLst>
</file>

<file path=ppt/tags/tag119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9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196.xml><?xml version="1.0" encoding="utf-8"?>
<p:tagLst xmlns:p="http://schemas.openxmlformats.org/presentationml/2006/main">
  <p:tag name="KSO_WM_UNIT_TYPE" val="x"/>
  <p:tag name="KSO_WM_UNIT_INDEX" val="24"/>
  <p:tag name="KSO_WM_BEAUTIFY_FLAG" val="#wm#"/>
  <p:tag name="KSO_WM_TAG_VERSION" val="3.0"/>
</p:tagLst>
</file>

<file path=ppt/tags/tag119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9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199.xml><?xml version="1.0" encoding="utf-8"?>
<p:tagLst xmlns:p="http://schemas.openxmlformats.org/presentationml/2006/main">
  <p:tag name="KSO_WM_UNIT_TYPE" val="x"/>
  <p:tag name="KSO_WM_UNIT_INDEX" val="25"/>
  <p:tag name="KSO_WM_BEAUTIFY_FLAG" val="#wm#"/>
  <p:tag name="KSO_WM_TAG_VERSION" val="3.0"/>
</p:tagLst>
</file>

<file path=ppt/tags/tag120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0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202.xml><?xml version="1.0" encoding="utf-8"?>
<p:tagLst xmlns:p="http://schemas.openxmlformats.org/presentationml/2006/main">
  <p:tag name="KSO_WM_UNIT_TYPE" val="x"/>
  <p:tag name="KSO_WM_UNIT_INDEX" val="26"/>
  <p:tag name="KSO_WM_BEAUTIFY_FLAG" val="#wm#"/>
  <p:tag name="KSO_WM_TAG_VERSION" val="3.0"/>
</p:tagLst>
</file>

<file path=ppt/tags/tag120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0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205.xml><?xml version="1.0" encoding="utf-8"?>
<p:tagLst xmlns:p="http://schemas.openxmlformats.org/presentationml/2006/main">
  <p:tag name="KSO_WM_UNIT_TYPE" val="x"/>
  <p:tag name="KSO_WM_UNIT_INDEX" val="27"/>
  <p:tag name="KSO_WM_BEAUTIFY_FLAG" val="#wm#"/>
  <p:tag name="KSO_WM_TAG_VERSION" val="3.0"/>
</p:tagLst>
</file>

<file path=ppt/tags/tag120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20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208.xml><?xml version="1.0" encoding="utf-8"?>
<p:tagLst xmlns:p="http://schemas.openxmlformats.org/presentationml/2006/main">
  <p:tag name="KSO_WM_UNIT_TYPE" val="x"/>
  <p:tag name="KSO_WM_UNIT_INDEX" val="28"/>
  <p:tag name="KSO_WM_BEAUTIFY_FLAG" val="#wm#"/>
  <p:tag name="KSO_WM_TAG_VERSION" val="3.0"/>
</p:tagLst>
</file>

<file path=ppt/tags/tag120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21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1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1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1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1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1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1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1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2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2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2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2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2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2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2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3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3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3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3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3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23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23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23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23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4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24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24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24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24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24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24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247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248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24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250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251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252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253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25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255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256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257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1258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125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260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1261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1262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1263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126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265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1266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1267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126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69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127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271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1272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1273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1274.xml><?xml version="1.0" encoding="utf-8"?>
<p:tagLst xmlns:p="http://schemas.openxmlformats.org/presentationml/2006/main">
  <p:tag name="KSO_WM_UNIT_TYPE" val="f"/>
  <p:tag name="KSO_WM_UNIT_INDEX" val="49"/>
  <p:tag name="KSO_WM_BEAUTIFY_FLAG" val="#wm#"/>
  <p:tag name="KSO_WM_TAG_VERSION" val="3.0"/>
</p:tagLst>
</file>

<file path=ppt/tags/tag127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276.xml><?xml version="1.0" encoding="utf-8"?>
<p:tagLst xmlns:p="http://schemas.openxmlformats.org/presentationml/2006/main">
  <p:tag name="KSO_WM_UNIT_TYPE" val="f"/>
  <p:tag name="KSO_WM_UNIT_INDEX" val="50"/>
  <p:tag name="KSO_WM_BEAUTIFY_FLAG" val="#wm#"/>
  <p:tag name="KSO_WM_TAG_VERSION" val="3.0"/>
</p:tagLst>
</file>

<file path=ppt/tags/tag1277.xml><?xml version="1.0" encoding="utf-8"?>
<p:tagLst xmlns:p="http://schemas.openxmlformats.org/presentationml/2006/main">
  <p:tag name="KSO_WM_UNIT_TYPE" val="f"/>
  <p:tag name="KSO_WM_UNIT_INDEX" val="51"/>
  <p:tag name="KSO_WM_BEAUTIFY_FLAG" val="#wm#"/>
  <p:tag name="KSO_WM_TAG_VERSION" val="3.0"/>
</p:tagLst>
</file>

<file path=ppt/tags/tag1278.xml><?xml version="1.0" encoding="utf-8"?>
<p:tagLst xmlns:p="http://schemas.openxmlformats.org/presentationml/2006/main">
  <p:tag name="KSO_WM_UNIT_TYPE" val="f"/>
  <p:tag name="KSO_WM_UNIT_INDEX" val="52"/>
  <p:tag name="KSO_WM_BEAUTIFY_FLAG" val="#wm#"/>
  <p:tag name="KSO_WM_TAG_VERSION" val="3.0"/>
</p:tagLst>
</file>

<file path=ppt/tags/tag1279.xml><?xml version="1.0" encoding="utf-8"?>
<p:tagLst xmlns:p="http://schemas.openxmlformats.org/presentationml/2006/main">
  <p:tag name="KSO_WM_UNIT_TYPE" val="f"/>
  <p:tag name="KSO_WM_UNIT_INDEX" val="53"/>
  <p:tag name="KSO_WM_BEAUTIFY_FLAG" val="#wm#"/>
  <p:tag name="KSO_WM_TAG_VERSION" val="3.0"/>
</p:tagLst>
</file>

<file path=ppt/tags/tag128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81.xml><?xml version="1.0" encoding="utf-8"?>
<p:tagLst xmlns:p="http://schemas.openxmlformats.org/presentationml/2006/main">
  <p:tag name="KSO_WM_UNIT_TYPE" val="f"/>
  <p:tag name="KSO_WM_UNIT_INDEX" val="54"/>
  <p:tag name="KSO_WM_BEAUTIFY_FLAG" val="#wm#"/>
  <p:tag name="KSO_WM_TAG_VERSION" val="3.0"/>
</p:tagLst>
</file>

<file path=ppt/tags/tag1282.xml><?xml version="1.0" encoding="utf-8"?>
<p:tagLst xmlns:p="http://schemas.openxmlformats.org/presentationml/2006/main">
  <p:tag name="KSO_WM_UNIT_TYPE" val="f"/>
  <p:tag name="KSO_WM_UNIT_INDEX" val="55"/>
  <p:tag name="KSO_WM_BEAUTIFY_FLAG" val="#wm#"/>
  <p:tag name="KSO_WM_TAG_VERSION" val="3.0"/>
</p:tagLst>
</file>

<file path=ppt/tags/tag1283.xml><?xml version="1.0" encoding="utf-8"?>
<p:tagLst xmlns:p="http://schemas.openxmlformats.org/presentationml/2006/main">
  <p:tag name="KSO_WM_UNIT_TYPE" val="f"/>
  <p:tag name="KSO_WM_UNIT_INDEX" val="56"/>
  <p:tag name="KSO_WM_BEAUTIFY_FLAG" val="#wm#"/>
  <p:tag name="KSO_WM_TAG_VERSION" val="3.0"/>
</p:tagLst>
</file>

<file path=ppt/tags/tag1284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85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86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87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88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89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90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91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92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93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94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95.xml><?xml version="1.0" encoding="utf-8"?>
<p:tagLst xmlns:p="http://schemas.openxmlformats.org/presentationml/2006/main">
  <p:tag name="KSO_WM_DIAGRAM_VIRTUALLY_FRAME" val="{&quot;height&quot;:310.7,&quot;left&quot;:68.75,&quot;top&quot;:147,&quot;width&quot;:636.25}"/>
</p:tagLst>
</file>

<file path=ppt/tags/tag1296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297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298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299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300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301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302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303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304.xml><?xml version="1.0" encoding="utf-8"?>
<p:tagLst xmlns:p="http://schemas.openxmlformats.org/presentationml/2006/main">
  <p:tag name="KSO_WM_DIAGRAM_VIRTUALLY_FRAME" val="{&quot;height&quot;:154.2383464566929,&quot;left&quot;:495,&quot;top&quot;:188,&quot;width&quot;:290}"/>
</p:tagLst>
</file>

<file path=ppt/tags/tag1305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06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07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08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09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0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1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2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3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4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5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6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7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8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19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20.xml><?xml version="1.0" encoding="utf-8"?>
<p:tagLst xmlns:p="http://schemas.openxmlformats.org/presentationml/2006/main">
  <p:tag name="KSO_WM_DIAGRAM_VIRTUALLY_FRAME" val="{&quot;height&quot;:237.95,&quot;left&quot;:67.7,&quot;top&quot;:180,&quot;width&quot;:727.3}"/>
</p:tagLst>
</file>

<file path=ppt/tags/tag1321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22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23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24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25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26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27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28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29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30.xml><?xml version="1.0" encoding="utf-8"?>
<p:tagLst xmlns:p="http://schemas.openxmlformats.org/presentationml/2006/main">
  <p:tag name="KSO_WM_DIAGRAM_VIRTUALLY_FRAME" val="{&quot;height&quot;:139.5,&quot;left&quot;:116,&quot;top&quot;:209.15,&quot;width&quot;:713.95}"/>
</p:tagLst>
</file>

<file path=ppt/tags/tag1331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32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33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34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35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36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37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38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39.xml><?xml version="1.0" encoding="utf-8"?>
<p:tagLst xmlns:p="http://schemas.openxmlformats.org/presentationml/2006/main">
  <p:tag name="KSO_WM_DIAGRAM_VIRTUALLY_FRAME" val="{&quot;height&quot;:86.6,&quot;left&quot;:67.55,&quot;top&quot;:220,&quot;width&quot;:776.5}"/>
</p:tagLst>
</file>

<file path=ppt/tags/tag1340.xml><?xml version="1.0" encoding="utf-8"?>
<p:tagLst xmlns:p="http://schemas.openxmlformats.org/presentationml/2006/main">
  <p:tag name="TABLE_ENDDRAG_ORIGIN_RECT" val="795*315"/>
  <p:tag name="TABLE_ENDDRAG_RECT" val="49*98*795*315"/>
</p:tagLst>
</file>

<file path=ppt/tags/tag1341.xml><?xml version="1.0" encoding="utf-8"?>
<p:tagLst xmlns:p="http://schemas.openxmlformats.org/presentationml/2006/main">
  <p:tag name="TABLE_ENDDRAG_ORIGIN_RECT" val="776*318"/>
  <p:tag name="TABLE_ENDDRAG_RECT" val="50*148*776*318"/>
</p:tagLst>
</file>

<file path=ppt/tags/tag1342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43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44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45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46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47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48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49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50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51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52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53.xml><?xml version="1.0" encoding="utf-8"?>
<p:tagLst xmlns:p="http://schemas.openxmlformats.org/presentationml/2006/main">
  <p:tag name="KSO_WM_DIAGRAM_VIRTUALLY_FRAME" val="{&quot;height&quot;:89.69779527559054,&quot;left&quot;:70,&quot;top&quot;:240.45,&quot;width&quot;:770}"/>
</p:tagLst>
</file>

<file path=ppt/tags/tag1354.xml><?xml version="1.0" encoding="utf-8"?>
<p:tagLst xmlns:p="http://schemas.openxmlformats.org/presentationml/2006/main">
  <p:tag name="TABLE_ENDDRAG_ORIGIN_RECT" val="685*211"/>
  <p:tag name="TABLE_ENDDRAG_RECT" val="87*318*685*211"/>
</p:tagLst>
</file>

<file path=ppt/tags/tag1355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56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57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58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59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60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61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62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63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64.xml><?xml version="1.0" encoding="utf-8"?>
<p:tagLst xmlns:p="http://schemas.openxmlformats.org/presentationml/2006/main">
  <p:tag name="KSO_WM_DIAGRAM_VIRTUALLY_FRAME" val="{&quot;height&quot;:133.96905511811025,&quot;left&quot;:124,&quot;top&quot;:197.75,&quot;width&quot;:641}"/>
</p:tagLst>
</file>

<file path=ppt/tags/tag1365.xml><?xml version="1.0" encoding="utf-8"?>
<p:tagLst xmlns:p="http://schemas.openxmlformats.org/presentationml/2006/main">
  <p:tag name="TABLE_ENDDRAG_ORIGIN_RECT" val="277*124"/>
  <p:tag name="TABLE_ENDDRAG_RECT" val="592*98*277*124"/>
</p:tagLst>
</file>

<file path=ppt/tags/tag1366.xml><?xml version="1.0" encoding="utf-8"?>
<p:tagLst xmlns:p="http://schemas.openxmlformats.org/presentationml/2006/main">
  <p:tag name="TABLE_ENDDRAG_ORIGIN_RECT" val="705*229"/>
  <p:tag name="TABLE_ENDDRAG_RECT" val="82*256*705*229"/>
</p:tagLst>
</file>

<file path=ppt/theme/theme1.xml><?xml version="1.0" encoding="utf-8"?>
<a:theme xmlns:a="http://schemas.openxmlformats.org/drawingml/2006/main" name="View">
  <a:themeElements>
    <a:clrScheme name="自定义 1">
      <a:dk1>
        <a:srgbClr val="3F3F3F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 bold"/>
        <a:ea typeface="微软雅黑 bold"/>
        <a:cs typeface=""/>
      </a:majorFont>
      <a:minorFont>
        <a:latin typeface="微软雅黑"/>
        <a:ea typeface="微软雅黑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29451</Words>
  <Application>WPS 演示</Application>
  <PresentationFormat>宽屏</PresentationFormat>
  <Paragraphs>3523</Paragraphs>
  <Slides>93</Slides>
  <Notes>92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93</vt:i4>
      </vt:variant>
    </vt:vector>
  </HeadingPairs>
  <TitlesOfParts>
    <vt:vector size="104" baseType="lpstr">
      <vt:lpstr>Arial</vt:lpstr>
      <vt:lpstr>宋体</vt:lpstr>
      <vt:lpstr>Wingdings</vt:lpstr>
      <vt:lpstr>Wingdings 2</vt:lpstr>
      <vt:lpstr>微软雅黑</vt:lpstr>
      <vt:lpstr>微软雅黑 bold</vt:lpstr>
      <vt:lpstr>黑体</vt:lpstr>
      <vt:lpstr>Arial Unicode MS</vt:lpstr>
      <vt:lpstr>等线</vt:lpstr>
      <vt:lpstr>江城圆体 400W</vt:lpstr>
      <vt:lpstr>View</vt:lpstr>
      <vt:lpstr>KVFabric：面向 LLM 推理服务的KV Cache 生命周期管理</vt:lpstr>
      <vt:lpstr>设计背景</vt:lpstr>
      <vt:lpstr>LLM 推理的两个阶段：Prefill 与 Decode</vt:lpstr>
      <vt:lpstr>KV Cache 是什么？为什么它这么重要？</vt:lpstr>
      <vt:lpstr>KV Cache的显存规模，为什么管理很重要？</vt:lpstr>
      <vt:lpstr>PowerPoint 演示文稿</vt:lpstr>
      <vt:lpstr>分配、复用、驱逐：三者的耦合关系</vt:lpstr>
      <vt:lpstr>现有方案为什么不够？</vt:lpstr>
      <vt:lpstr>我们要解决的问题：在 LLM 推理服务中，能否将 KV Cache 视作具有完整生命周期的对象，统一管理其分配、复用和驱逐，从而减少共享主干的误驱逐、降低重复 prefill 计算、提升缓存利用率？</vt:lpstr>
      <vt:lpstr>相关工作及空白</vt:lpstr>
      <vt:lpstr>PowerPoint 演示文稿</vt:lpstr>
      <vt:lpstr>PowerPoint 演示文稿</vt:lpstr>
      <vt:lpstr>PowerPoint 演示文稿</vt:lpstr>
      <vt:lpstr>PowerPoint 演示文稿</vt:lpstr>
      <vt:lpstr>全生命周期管理设计</vt:lpstr>
      <vt:lpstr>为什么要做优化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设计思想</vt:lpstr>
      <vt:lpstr>PowerPoint 演示文稿</vt:lpstr>
      <vt:lpstr>PowerPoint 演示文稿</vt:lpstr>
      <vt:lpstr>PowerPoint 演示文稿</vt:lpstr>
      <vt:lpstr>PowerPoint 演示文稿</vt:lpstr>
      <vt:lpstr>封装与前期开发 </vt:lpstr>
      <vt:lpstr>目录</vt:lpstr>
      <vt:lpstr>开发阶段总览</vt:lpstr>
      <vt:lpstr>PowerPoint 演示文稿</vt:lpstr>
      <vt:lpstr>开发流程演进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工作交接与总结</vt:lpstr>
      <vt:lpstr>PowerPoint 演示文稿</vt:lpstr>
      <vt:lpstr>PowerPoint 演示文稿</vt:lpstr>
      <vt:lpstr>PowerPoint 演示文稿</vt:lpstr>
      <vt:lpstr>迭代与实验验证 </vt:lpstr>
      <vt:lpstr>目录</vt:lpstr>
      <vt:lpstr> 大规模实验及其迭代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调试工具与可视化工具</vt:lpstr>
      <vt:lpstr>PowerPoint 演示文稿</vt:lpstr>
      <vt:lpstr>PowerPoint 演示文稿</vt:lpstr>
      <vt:lpstr>PowerPoint 演示文稿</vt:lpstr>
      <vt:lpstr>PowerPoint 演示文稿</vt:lpstr>
      <vt:lpstr>实验设计</vt:lpstr>
      <vt:lpstr>PowerPoint 演示文稿</vt:lpstr>
      <vt:lpstr>PowerPoint 演示文稿</vt:lpstr>
      <vt:lpstr>PowerPoint 演示文稿</vt:lpstr>
      <vt:lpstr>PowerPoint 演示文稿</vt:lpstr>
      <vt:lpstr>长周期完整实验结果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	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教务处PPT模板002</dc:title>
  <dc:creator>现代教育技术中心</dc:creator>
  <cp:lastModifiedBy>梦之秋云</cp:lastModifiedBy>
  <cp:revision>159</cp:revision>
  <dcterms:created xsi:type="dcterms:W3CDTF">2019-09-09T14:12:00Z</dcterms:created>
  <dcterms:modified xsi:type="dcterms:W3CDTF">2026-07-01T05:48:39Z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3B8D502058B44470B19F9DE2A162F954_12</vt:lpwstr>
  </property>
</Properties>
</file>