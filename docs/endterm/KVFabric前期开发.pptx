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media/image10.svg" ContentType="image/svg+xml"/>
  <Override PartName="/ppt/media/image100.svg" ContentType="image/svg+xml"/>
  <Override PartName="/ppt/media/image102.svg" ContentType="image/svg+xml"/>
  <Override PartName="/ppt/media/image104.svg" ContentType="image/svg+xml"/>
  <Override PartName="/ppt/media/image105.svg" ContentType="image/svg+xml"/>
  <Override PartName="/ppt/media/image107.svg" ContentType="image/svg+xml"/>
  <Override PartName="/ppt/media/image109.svg" ContentType="image/svg+xml"/>
  <Override PartName="/ppt/media/image111.svg" ContentType="image/svg+xml"/>
  <Override PartName="/ppt/media/image113.svg" ContentType="image/svg+xml"/>
  <Override PartName="/ppt/media/image115.svg" ContentType="image/svg+xml"/>
  <Override PartName="/ppt/media/image117.svg" ContentType="image/svg+xml"/>
  <Override PartName="/ppt/media/image119.svg" ContentType="image/svg+xml"/>
  <Override PartName="/ppt/media/image12.svg" ContentType="image/svg+xml"/>
  <Override PartName="/ppt/media/image121.svg" ContentType="image/svg+xml"/>
  <Override PartName="/ppt/media/image123.svg" ContentType="image/svg+xml"/>
  <Override PartName="/ppt/media/image125.svg" ContentType="image/svg+xml"/>
  <Override PartName="/ppt/media/image127.svg" ContentType="image/svg+xml"/>
  <Override PartName="/ppt/media/image129.svg" ContentType="image/svg+xml"/>
  <Override PartName="/ppt/media/image131.svg" ContentType="image/svg+xml"/>
  <Override PartName="/ppt/media/image133.svg" ContentType="image/svg+xml"/>
  <Override PartName="/ppt/media/image136.svg" ContentType="image/svg+xml"/>
  <Override PartName="/ppt/media/image138.svg" ContentType="image/svg+xml"/>
  <Override PartName="/ppt/media/image14.svg" ContentType="image/svg+xml"/>
  <Override PartName="/ppt/media/image140.svg" ContentType="image/svg+xml"/>
  <Override PartName="/ppt/media/image142.svg" ContentType="image/svg+xml"/>
  <Override PartName="/ppt/media/image144.svg" ContentType="image/svg+xml"/>
  <Override PartName="/ppt/media/image146.svg" ContentType="image/svg+xml"/>
  <Override PartName="/ppt/media/image148.svg" ContentType="image/svg+xml"/>
  <Override PartName="/ppt/media/image150.svg" ContentType="image/svg+xml"/>
  <Override PartName="/ppt/media/image152.svg" ContentType="image/svg+xml"/>
  <Override PartName="/ppt/media/image154.svg" ContentType="image/svg+xml"/>
  <Override PartName="/ppt/media/image156.svg" ContentType="image/svg+xml"/>
  <Override PartName="/ppt/media/image158.svg" ContentType="image/svg+xml"/>
  <Override PartName="/ppt/media/image16.svg" ContentType="image/svg+xml"/>
  <Override PartName="/ppt/media/image160.svg" ContentType="image/svg+xml"/>
  <Override PartName="/ppt/media/image162.svg" ContentType="image/svg+xml"/>
  <Override PartName="/ppt/media/image165.svg" ContentType="image/svg+xml"/>
  <Override PartName="/ppt/media/image167.svg" ContentType="image/svg+xml"/>
  <Override PartName="/ppt/media/image169.svg" ContentType="image/svg+xml"/>
  <Override PartName="/ppt/media/image171.svg" ContentType="image/svg+xml"/>
  <Override PartName="/ppt/media/image173.svg" ContentType="image/svg+xml"/>
  <Override PartName="/ppt/media/image175.svg" ContentType="image/svg+xml"/>
  <Override PartName="/ppt/media/image177.svg" ContentType="image/svg+xml"/>
  <Override PartName="/ppt/media/image179.svg" ContentType="image/svg+xml"/>
  <Override PartName="/ppt/media/image18.svg" ContentType="image/svg+xml"/>
  <Override PartName="/ppt/media/image182.svg" ContentType="image/svg+xml"/>
  <Override PartName="/ppt/media/image184.svg" ContentType="image/svg+xml"/>
  <Override PartName="/ppt/media/image187.svg" ContentType="image/svg+xml"/>
  <Override PartName="/ppt/media/image190.svg" ContentType="image/svg+xml"/>
  <Override PartName="/ppt/media/image193.svg" ContentType="image/svg+xml"/>
  <Override PartName="/ppt/media/image196.svg" ContentType="image/svg+xml"/>
  <Override PartName="/ppt/media/image198.svg" ContentType="image/svg+xml"/>
  <Override PartName="/ppt/media/image2.svg" ContentType="image/svg+xml"/>
  <Override PartName="/ppt/media/image20.svg" ContentType="image/svg+xml"/>
  <Override PartName="/ppt/media/image200.svg" ContentType="image/svg+xml"/>
  <Override PartName="/ppt/media/image202.svg" ContentType="image/svg+xml"/>
  <Override PartName="/ppt/media/image204.svg" ContentType="image/svg+xml"/>
  <Override PartName="/ppt/media/image206.svg" ContentType="image/svg+xml"/>
  <Override PartName="/ppt/media/image208.svg" ContentType="image/svg+xml"/>
  <Override PartName="/ppt/media/image210.svg" ContentType="image/svg+xml"/>
  <Override PartName="/ppt/media/image212.svg" ContentType="image/svg+xml"/>
  <Override PartName="/ppt/media/image214.svg" ContentType="image/svg+xml"/>
  <Override PartName="/ppt/media/image216.svg" ContentType="image/svg+xml"/>
  <Override PartName="/ppt/media/image218.svg" ContentType="image/svg+xml"/>
  <Override PartName="/ppt/media/image22.svg" ContentType="image/svg+xml"/>
  <Override PartName="/ppt/media/image220.svg" ContentType="image/svg+xml"/>
  <Override PartName="/ppt/media/image222.svg" ContentType="image/svg+xml"/>
  <Override PartName="/ppt/media/image223.svg" ContentType="image/svg+xml"/>
  <Override PartName="/ppt/media/image225.svg" ContentType="image/svg+xml"/>
  <Override PartName="/ppt/media/image227.svg" ContentType="image/svg+xml"/>
  <Override PartName="/ppt/media/image229.svg" ContentType="image/svg+xml"/>
  <Override PartName="/ppt/media/image231.svg" ContentType="image/svg+xml"/>
  <Override PartName="/ppt/media/image233.svg" ContentType="image/svg+xml"/>
  <Override PartName="/ppt/media/image235.svg" ContentType="image/svg+xml"/>
  <Override PartName="/ppt/media/image237.svg" ContentType="image/svg+xml"/>
  <Override PartName="/ppt/media/image239.svg" ContentType="image/svg+xml"/>
  <Override PartName="/ppt/media/image24.svg" ContentType="image/svg+xml"/>
  <Override PartName="/ppt/media/image240.svg" ContentType="image/svg+xml"/>
  <Override PartName="/ppt/media/image242.svg" ContentType="image/svg+xml"/>
  <Override PartName="/ppt/media/image244.svg" ContentType="image/svg+xml"/>
  <Override PartName="/ppt/media/image247.svg" ContentType="image/svg+xml"/>
  <Override PartName="/ppt/media/image249.svg" ContentType="image/svg+xml"/>
  <Override PartName="/ppt/media/image251.svg" ContentType="image/svg+xml"/>
  <Override PartName="/ppt/media/image253.svg" ContentType="image/svg+xml"/>
  <Override PartName="/ppt/media/image254.svg" ContentType="image/svg+xml"/>
  <Override PartName="/ppt/media/image256.svg" ContentType="image/svg+xml"/>
  <Override PartName="/ppt/media/image258.svg" ContentType="image/svg+xml"/>
  <Override PartName="/ppt/media/image26.svg" ContentType="image/svg+xml"/>
  <Override PartName="/ppt/media/image260.svg" ContentType="image/svg+xml"/>
  <Override PartName="/ppt/media/image263.svg" ContentType="image/svg+xml"/>
  <Override PartName="/ppt/media/image265.svg" ContentType="image/svg+xml"/>
  <Override PartName="/ppt/media/image267.svg" ContentType="image/svg+xml"/>
  <Override PartName="/ppt/media/image269.svg" ContentType="image/svg+xml"/>
  <Override PartName="/ppt/media/image270.svg" ContentType="image/svg+xml"/>
  <Override PartName="/ppt/media/image272.svg" ContentType="image/svg+xml"/>
  <Override PartName="/ppt/media/image274.svg" ContentType="image/svg+xml"/>
  <Override PartName="/ppt/media/image276.svg" ContentType="image/svg+xml"/>
  <Override PartName="/ppt/media/image278.svg" ContentType="image/svg+xml"/>
  <Override PartName="/ppt/media/image28.svg" ContentType="image/svg+xml"/>
  <Override PartName="/ppt/media/image280.svg" ContentType="image/svg+xml"/>
  <Override PartName="/ppt/media/image282.svg" ContentType="image/svg+xml"/>
  <Override PartName="/ppt/media/image284.svg" ContentType="image/svg+xml"/>
  <Override PartName="/ppt/media/image285.svg" ContentType="image/svg+xml"/>
  <Override PartName="/ppt/media/image287.svg" ContentType="image/svg+xml"/>
  <Override PartName="/ppt/media/image289.svg" ContentType="image/svg+xml"/>
  <Override PartName="/ppt/media/image291.svg" ContentType="image/svg+xml"/>
  <Override PartName="/ppt/media/image295.svg" ContentType="image/svg+xml"/>
  <Override PartName="/ppt/media/image297.svg" ContentType="image/svg+xml"/>
  <Override PartName="/ppt/media/image299.svg" ContentType="image/svg+xml"/>
  <Override PartName="/ppt/media/image30.svg" ContentType="image/svg+xml"/>
  <Override PartName="/ppt/media/image301.svg" ContentType="image/svg+xml"/>
  <Override PartName="/ppt/media/image303.svg" ContentType="image/svg+xml"/>
  <Override PartName="/ppt/media/image305.svg" ContentType="image/svg+xml"/>
  <Override PartName="/ppt/media/image307.svg" ContentType="image/svg+xml"/>
  <Override PartName="/ppt/media/image309.svg" ContentType="image/svg+xml"/>
  <Override PartName="/ppt/media/image311.svg" ContentType="image/svg+xml"/>
  <Override PartName="/ppt/media/image313.svg" ContentType="image/svg+xml"/>
  <Override PartName="/ppt/media/image315.svg" ContentType="image/svg+xml"/>
  <Override PartName="/ppt/media/image317.svg" ContentType="image/svg+xml"/>
  <Override PartName="/ppt/media/image319.svg" ContentType="image/svg+xml"/>
  <Override PartName="/ppt/media/image32.svg" ContentType="image/svg+xml"/>
  <Override PartName="/ppt/media/image321.svg" ContentType="image/svg+xml"/>
  <Override PartName="/ppt/media/image323.svg" ContentType="image/svg+xml"/>
  <Override PartName="/ppt/media/image325.svg" ContentType="image/svg+xml"/>
  <Override PartName="/ppt/media/image327.svg" ContentType="image/svg+xml"/>
  <Override PartName="/ppt/media/image329.svg" ContentType="image/svg+xml"/>
  <Override PartName="/ppt/media/image331.svg" ContentType="image/svg+xml"/>
  <Override PartName="/ppt/media/image333.svg" ContentType="image/svg+xml"/>
  <Override PartName="/ppt/media/image335.svg" ContentType="image/svg+xml"/>
  <Override PartName="/ppt/media/image337.svg" ContentType="image/svg+xml"/>
  <Override PartName="/ppt/media/image339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327" r:id="rId3"/>
    <p:sldId id="272" r:id="rId5"/>
    <p:sldId id="318" r:id="rId6"/>
    <p:sldId id="314" r:id="rId7"/>
    <p:sldId id="319" r:id="rId8"/>
    <p:sldId id="273" r:id="rId9"/>
    <p:sldId id="320" r:id="rId10"/>
    <p:sldId id="274" r:id="rId11"/>
    <p:sldId id="275" r:id="rId12"/>
    <p:sldId id="300" r:id="rId13"/>
    <p:sldId id="323" r:id="rId14"/>
    <p:sldId id="301" r:id="rId15"/>
    <p:sldId id="321" r:id="rId16"/>
    <p:sldId id="322" r:id="rId17"/>
    <p:sldId id="324" r:id="rId18"/>
    <p:sldId id="298" r:id="rId19"/>
    <p:sldId id="299" r:id="rId20"/>
    <p:sldId id="303" r:id="rId21"/>
    <p:sldId id="305" r:id="rId22"/>
    <p:sldId id="306" r:id="rId23"/>
    <p:sldId id="307" r:id="rId24"/>
    <p:sldId id="308" r:id="rId25"/>
    <p:sldId id="309" r:id="rId26"/>
    <p:sldId id="310" r:id="rId27"/>
    <p:sldId id="311" r:id="rId28"/>
    <p:sldId id="312" r:id="rId29"/>
    <p:sldId id="313" r:id="rId30"/>
    <p:sldId id="265" r:id="rId31"/>
    <p:sldId id="326" r:id="rId32"/>
    <p:sldId id="315" r:id="rId33"/>
    <p:sldId id="270" r:id="rId34"/>
    <p:sldId id="302" r:id="rId35"/>
    <p:sldId id="325" r:id="rId36"/>
    <p:sldId id="316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388" autoAdjust="0"/>
    <p:restoredTop sz="94534" autoAdjust="0"/>
  </p:normalViewPr>
  <p:slideViewPr>
    <p:cSldViewPr snapToGrid="0">
      <p:cViewPr>
        <p:scale>
          <a:sx n="100" d="100"/>
          <a:sy n="100" d="100"/>
        </p:scale>
        <p:origin x="2068" y="12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microsoft.com/office/2011/relationships/chartStyle" Target="style3.xml"/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指标数量</c:v>
                </c:pt>
              </c:strCache>
            </c:strRef>
          </c:tx>
          <c:spPr>
            <a:solidFill>
              <a:scrgbClr r="61" g="16827" b="83880">
                <a:alpha val="100000"/>
              </a:scrgbClr>
            </a:solidFill>
            <a:ln>
              <a:solidFill>
                <a:scrgbClr r="61" g="16827" b="83880">
                  <a:alpha val="100000"/>
                </a:scrgb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rgbClr r="61" g="16827" b="83880">
                  <a:alpha val="100000"/>
                </a:scrgb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rgbClr r="96469" g="5613" b="59720">
                  <a:alpha val="100000"/>
                </a:scrgbClr>
              </a:soli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solidFill>
                <a:scrgbClr r="13014" g="5448" b="97345">
                  <a:alpha val="100000"/>
                </a:scrgbClr>
              </a:solidFill>
              <a:ln>
                <a:noFill/>
              </a:ln>
              <a:effectLst/>
            </c:spPr>
          </c:dPt>
          <c:dLbls>
            <c:numFmt formatCode="0&quot;项&quot;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rgbClr r="2217" g="2217" b="2217">
                        <a:alpha val="100000"/>
                      </a:scrgb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性能类</c:v>
                </c:pt>
                <c:pt idx="1">
                  <c:v>缓存类</c:v>
                </c:pt>
                <c:pt idx="2">
                  <c:v>资源类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1"/>
        </c:dLbls>
        <c:gapWidth val="100"/>
        <c:axId val="279868064"/>
        <c:axId val="695419277"/>
      </c:barChart>
      <c:catAx>
        <c:axId val="27986806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rgbClr r="39157" g="39157" b="39157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695419277"/>
        <c:crosses val="autoZero"/>
        <c:auto val="1"/>
        <c:lblAlgn val="ctr"/>
        <c:lblOffset val="100"/>
        <c:noMultiLvlLbl val="0"/>
      </c:catAx>
      <c:valAx>
        <c:axId val="695419277"/>
        <c:scaling>
          <c:orientation val="minMax"/>
          <c:max val="10"/>
        </c:scaling>
        <c:delete val="0"/>
        <c:axPos val="l"/>
        <c:majorGridlines>
          <c:spPr>
            <a:ln w="12700" cap="flat" cmpd="sng" algn="ctr">
              <a:solidFill>
                <a:scrgbClr r="66539" g="69387" b="74540">
                  <a:alpha val="100000"/>
                </a:scrgb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rgbClr r="39157" g="39157" b="39157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2798680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770467a1-ad4f-4db3-be97-58fd6de5a561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ln w="28575" cap="rnd">
              <a:solidFill>
                <a:scrgbClr r="61" g="16827" b="83880">
                  <a:alpha val="100000"/>
                </a:scrgbClr>
              </a:solidFill>
              <a:prstDash val="solid"/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rgbClr r="2217" g="2217" b="2217">
                        <a:alpha val="100000"/>
                      </a:scrgb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1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Sheet1!$A$2:$A$8</c:f>
              <c:strCache>
                <c:ptCount val="7"/>
                <c:pt idx="0">
                  <c:v>prefix_lookup</c:v>
                </c:pt>
                <c:pt idx="1">
                  <c:v>block_allocated</c:v>
                </c:pt>
                <c:pt idx="2">
                  <c:v>block_sealed</c:v>
                </c:pt>
                <c:pt idx="3">
                  <c:v>block_touched</c:v>
                </c:pt>
                <c:pt idx="4">
                  <c:v>ref_count_changed</c:v>
                </c:pt>
                <c:pt idx="5">
                  <c:v>block_evicted</c:v>
                </c:pt>
                <c:pt idx="6">
                  <c:v>rebuilt_from_eviction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</c:numCache>
            </c:numRef>
          </c:val>
          <c:smooth val="1"/>
        </c:ser>
        <c:dLbls>
          <c:showLegendKey val="0"/>
          <c:showVal val="0"/>
          <c:showCatName val="1"/>
          <c:showSerName val="0"/>
          <c:showPercent val="0"/>
          <c:showBubbleSize val="1"/>
        </c:dLbls>
        <c:marker val="0"/>
        <c:smooth val="1"/>
        <c:axId val="122612143"/>
        <c:axId val="776514355"/>
      </c:lineChart>
      <c:catAx>
        <c:axId val="122612143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rgbClr r="39157" g="39157" b="39157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776514355"/>
        <c:crosses val="autoZero"/>
        <c:auto val="1"/>
        <c:lblAlgn val="ctr"/>
        <c:lblOffset val="100"/>
        <c:noMultiLvlLbl val="0"/>
      </c:catAx>
      <c:valAx>
        <c:axId val="776514355"/>
        <c:scaling>
          <c:orientation val="minMax"/>
        </c:scaling>
        <c:delete val="0"/>
        <c:axPos val="l"/>
        <c:majorGridlines>
          <c:spPr>
            <a:ln w="12700" cap="flat" cmpd="sng" algn="ctr">
              <a:solidFill>
                <a:scrgbClr r="66539" g="69387" b="74540">
                  <a:alpha val="100000"/>
                </a:scrgb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rgbClr r="39157" g="39157" b="39157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1226121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14f30120-a3ae-473d-881e-45331a59487b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rebuilt-from-eviction blocks</c:v>
                </c:pt>
              </c:strCache>
            </c:strRef>
          </c:tx>
          <c:spPr>
            <a:solidFill>
              <a:scrgbClr r="61" g="16827" b="83880">
                <a:alpha val="100000"/>
              </a:scrgbClr>
            </a:solidFill>
            <a:ln>
              <a:solidFill>
                <a:scrgbClr r="61" g="16827" b="83880">
                  <a:alpha val="100000"/>
                </a:scrgb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rgbClr r="77582" g="42869" b="1850">
                  <a:alpha val="100000"/>
                </a:scrgb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rgbClr r="1161" g="55834" b="9084">
                  <a:alpha val="100000"/>
                </a:scrgbClr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rgbClr r="2217" g="2217" b="2217">
                        <a:alpha val="100000"/>
                      </a:scrgb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LRU</c:v>
                </c:pt>
                <c:pt idx="1">
                  <c:v>family_protect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47</c:v>
                </c:pt>
                <c:pt idx="1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prefix hit tokens</c:v>
                </c:pt>
              </c:strCache>
            </c:strRef>
          </c:tx>
          <c:spPr>
            <a:solidFill>
              <a:scrgbClr r="96469" g="5613" b="59720">
                <a:alpha val="100000"/>
              </a:scrgbClr>
            </a:solidFill>
            <a:ln>
              <a:solidFill>
                <a:scrgbClr r="96469" g="5613" b="59720">
                  <a:alpha val="100000"/>
                </a:scrgb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rgbClr r="61" g="16827" b="83880">
                  <a:alpha val="100000"/>
                </a:scrgbClr>
              </a:soli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solidFill>
                <a:scrgbClr r="3820" g="9759" b="96469">
                  <a:alpha val="100000"/>
                </a:scrgbClr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rgbClr r="2217" g="2217" b="2217">
                        <a:alpha val="100000"/>
                      </a:scrgb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LRU</c:v>
                </c:pt>
                <c:pt idx="1">
                  <c:v>family_protect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7680</c:v>
                </c:pt>
                <c:pt idx="1">
                  <c:v>8432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1"/>
        </c:dLbls>
        <c:gapWidth val="150"/>
        <c:axId val="709169678"/>
        <c:axId val="441183719"/>
      </c:barChart>
      <c:catAx>
        <c:axId val="709169678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noFill/>
          <a:ln w="9525" cap="flat" cmpd="sng" algn="ctr">
            <a:solidFill>
              <a:srgbClr val="000000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rgbClr r="39157" g="39157" b="39157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441183719"/>
        <c:crosses val="autoZero"/>
        <c:auto val="1"/>
        <c:lblAlgn val="ctr"/>
        <c:lblOffset val="100"/>
        <c:noMultiLvlLbl val="0"/>
      </c:catAx>
      <c:valAx>
        <c:axId val="441183719"/>
        <c:scaling>
          <c:orientation val="minMax"/>
          <c:max val="9000"/>
        </c:scaling>
        <c:delete val="0"/>
        <c:axPos val="b"/>
        <c:majorGridlines>
          <c:spPr>
            <a:ln w="12700" cap="flat" cmpd="sng" algn="ctr">
              <a:solidFill>
                <a:scrgbClr r="66539" g="69387" b="74540">
                  <a:alpha val="100000"/>
                </a:scrgbClr>
              </a:solidFill>
              <a:prstDash val="dash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rgbClr r="39157" g="39157" b="39157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70916967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rgbClr r="19462" g="19462" b="19462">
                  <a:alpha val="100000"/>
                </a:scrgb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195e18eb-9203-4f39-876a-faaf68308d5a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3AC749-4FB1-4504-8A01-4799D4DFEFF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18296D-1E8C-4FA1-8ED8-C999B297F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261872" y="4800600"/>
            <a:ext cx="9418320" cy="52283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3200" baseline="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 dirty="0"/>
              <a:t>单击以编辑母版副标题样式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8" name="组合 7"/>
          <p:cNvGrpSpPr/>
          <p:nvPr userDrawn="1"/>
        </p:nvGrpSpPr>
        <p:grpSpPr>
          <a:xfrm>
            <a:off x="1344485" y="5505422"/>
            <a:ext cx="1764691" cy="297909"/>
            <a:chOff x="8729725" y="4570716"/>
            <a:chExt cx="2830513" cy="477838"/>
          </a:xfrm>
          <a:solidFill>
            <a:schemeClr val="bg2">
              <a:lumMod val="60000"/>
              <a:lumOff val="40000"/>
            </a:schemeClr>
          </a:solidFill>
        </p:grpSpPr>
        <p:sp>
          <p:nvSpPr>
            <p:cNvPr id="9" name="Freeform 34"/>
            <p:cNvSpPr>
              <a:spLocks noEditPoints="1"/>
            </p:cNvSpPr>
            <p:nvPr userDrawn="1"/>
          </p:nvSpPr>
          <p:spPr bwMode="auto">
            <a:xfrm>
              <a:off x="9304400" y="4945366"/>
              <a:ext cx="1363663" cy="101600"/>
            </a:xfrm>
            <a:custGeom>
              <a:avLst/>
              <a:gdLst>
                <a:gd name="T0" fmla="*/ 15 w 915"/>
                <a:gd name="T1" fmla="*/ 51 h 68"/>
                <a:gd name="T2" fmla="*/ 14 w 915"/>
                <a:gd name="T3" fmla="*/ 11 h 68"/>
                <a:gd name="T4" fmla="*/ 35 w 915"/>
                <a:gd name="T5" fmla="*/ 4 h 68"/>
                <a:gd name="T6" fmla="*/ 77 w 915"/>
                <a:gd name="T7" fmla="*/ 51 h 68"/>
                <a:gd name="T8" fmla="*/ 74 w 915"/>
                <a:gd name="T9" fmla="*/ 51 h 68"/>
                <a:gd name="T10" fmla="*/ 57 w 915"/>
                <a:gd name="T11" fmla="*/ 21 h 68"/>
                <a:gd name="T12" fmla="*/ 108 w 915"/>
                <a:gd name="T13" fmla="*/ 0 h 68"/>
                <a:gd name="T14" fmla="*/ 104 w 915"/>
                <a:gd name="T15" fmla="*/ 32 h 68"/>
                <a:gd name="T16" fmla="*/ 134 w 915"/>
                <a:gd name="T17" fmla="*/ 21 h 68"/>
                <a:gd name="T18" fmla="*/ 155 w 915"/>
                <a:gd name="T19" fmla="*/ 21 h 68"/>
                <a:gd name="T20" fmla="*/ 187 w 915"/>
                <a:gd name="T21" fmla="*/ 46 h 68"/>
                <a:gd name="T22" fmla="*/ 169 w 915"/>
                <a:gd name="T23" fmla="*/ 29 h 68"/>
                <a:gd name="T24" fmla="*/ 221 w 915"/>
                <a:gd name="T25" fmla="*/ 24 h 68"/>
                <a:gd name="T26" fmla="*/ 198 w 915"/>
                <a:gd name="T27" fmla="*/ 52 h 68"/>
                <a:gd name="T28" fmla="*/ 209 w 915"/>
                <a:gd name="T29" fmla="*/ 18 h 68"/>
                <a:gd name="T30" fmla="*/ 247 w 915"/>
                <a:gd name="T31" fmla="*/ 51 h 68"/>
                <a:gd name="T32" fmla="*/ 244 w 915"/>
                <a:gd name="T33" fmla="*/ 42 h 68"/>
                <a:gd name="T34" fmla="*/ 271 w 915"/>
                <a:gd name="T35" fmla="*/ 1 h 68"/>
                <a:gd name="T36" fmla="*/ 276 w 915"/>
                <a:gd name="T37" fmla="*/ 51 h 68"/>
                <a:gd name="T38" fmla="*/ 259 w 915"/>
                <a:gd name="T39" fmla="*/ 22 h 68"/>
                <a:gd name="T40" fmla="*/ 301 w 915"/>
                <a:gd name="T41" fmla="*/ 46 h 68"/>
                <a:gd name="T42" fmla="*/ 292 w 915"/>
                <a:gd name="T43" fmla="*/ 7 h 68"/>
                <a:gd name="T44" fmla="*/ 333 w 915"/>
                <a:gd name="T45" fmla="*/ 20 h 68"/>
                <a:gd name="T46" fmla="*/ 309 w 915"/>
                <a:gd name="T47" fmla="*/ 67 h 68"/>
                <a:gd name="T48" fmla="*/ 305 w 915"/>
                <a:gd name="T49" fmla="*/ 19 h 68"/>
                <a:gd name="T50" fmla="*/ 379 w 915"/>
                <a:gd name="T51" fmla="*/ 18 h 68"/>
                <a:gd name="T52" fmla="*/ 415 w 915"/>
                <a:gd name="T53" fmla="*/ 44 h 68"/>
                <a:gd name="T54" fmla="*/ 403 w 915"/>
                <a:gd name="T55" fmla="*/ 21 h 68"/>
                <a:gd name="T56" fmla="*/ 425 w 915"/>
                <a:gd name="T57" fmla="*/ 5 h 68"/>
                <a:gd name="T58" fmla="*/ 475 w 915"/>
                <a:gd name="T59" fmla="*/ 19 h 68"/>
                <a:gd name="T60" fmla="*/ 465 w 915"/>
                <a:gd name="T61" fmla="*/ 54 h 68"/>
                <a:gd name="T62" fmla="*/ 471 w 915"/>
                <a:gd name="T63" fmla="*/ 48 h 68"/>
                <a:gd name="T64" fmla="*/ 474 w 915"/>
                <a:gd name="T65" fmla="*/ 4 h 68"/>
                <a:gd name="T66" fmla="*/ 516 w 915"/>
                <a:gd name="T67" fmla="*/ 28 h 68"/>
                <a:gd name="T68" fmla="*/ 517 w 915"/>
                <a:gd name="T69" fmla="*/ 40 h 68"/>
                <a:gd name="T70" fmla="*/ 537 w 915"/>
                <a:gd name="T71" fmla="*/ 49 h 68"/>
                <a:gd name="T72" fmla="*/ 528 w 915"/>
                <a:gd name="T73" fmla="*/ 23 h 68"/>
                <a:gd name="T74" fmla="*/ 565 w 915"/>
                <a:gd name="T75" fmla="*/ 53 h 68"/>
                <a:gd name="T76" fmla="*/ 563 w 915"/>
                <a:gd name="T77" fmla="*/ 21 h 68"/>
                <a:gd name="T78" fmla="*/ 620 w 915"/>
                <a:gd name="T79" fmla="*/ 52 h 68"/>
                <a:gd name="T80" fmla="*/ 596 w 915"/>
                <a:gd name="T81" fmla="*/ 49 h 68"/>
                <a:gd name="T82" fmla="*/ 587 w 915"/>
                <a:gd name="T83" fmla="*/ 22 h 68"/>
                <a:gd name="T84" fmla="*/ 642 w 915"/>
                <a:gd name="T85" fmla="*/ 17 h 68"/>
                <a:gd name="T86" fmla="*/ 643 w 915"/>
                <a:gd name="T87" fmla="*/ 48 h 68"/>
                <a:gd name="T88" fmla="*/ 667 w 915"/>
                <a:gd name="T89" fmla="*/ 49 h 68"/>
                <a:gd name="T90" fmla="*/ 671 w 915"/>
                <a:gd name="T91" fmla="*/ 23 h 68"/>
                <a:gd name="T92" fmla="*/ 726 w 915"/>
                <a:gd name="T93" fmla="*/ 20 h 68"/>
                <a:gd name="T94" fmla="*/ 739 w 915"/>
                <a:gd name="T95" fmla="*/ 29 h 68"/>
                <a:gd name="T96" fmla="*/ 731 w 915"/>
                <a:gd name="T97" fmla="*/ 33 h 68"/>
                <a:gd name="T98" fmla="*/ 778 w 915"/>
                <a:gd name="T99" fmla="*/ 45 h 68"/>
                <a:gd name="T100" fmla="*/ 771 w 915"/>
                <a:gd name="T101" fmla="*/ 24 h 68"/>
                <a:gd name="T102" fmla="*/ 753 w 915"/>
                <a:gd name="T103" fmla="*/ 45 h 68"/>
                <a:gd name="T104" fmla="*/ 803 w 915"/>
                <a:gd name="T105" fmla="*/ 54 h 68"/>
                <a:gd name="T106" fmla="*/ 816 w 915"/>
                <a:gd name="T107" fmla="*/ 0 h 68"/>
                <a:gd name="T108" fmla="*/ 812 w 915"/>
                <a:gd name="T109" fmla="*/ 29 h 68"/>
                <a:gd name="T110" fmla="*/ 881 w 915"/>
                <a:gd name="T111" fmla="*/ 10 h 68"/>
                <a:gd name="T112" fmla="*/ 859 w 915"/>
                <a:gd name="T113" fmla="*/ 49 h 68"/>
                <a:gd name="T114" fmla="*/ 903 w 915"/>
                <a:gd name="T115" fmla="*/ 48 h 68"/>
                <a:gd name="T116" fmla="*/ 891 w 915"/>
                <a:gd name="T117" fmla="*/ 3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915" h="68">
                  <a:moveTo>
                    <a:pt x="35" y="4"/>
                  </a:moveTo>
                  <a:cubicBezTo>
                    <a:pt x="35" y="3"/>
                    <a:pt x="35" y="3"/>
                    <a:pt x="35" y="3"/>
                  </a:cubicBezTo>
                  <a:cubicBezTo>
                    <a:pt x="53" y="3"/>
                    <a:pt x="53" y="3"/>
                    <a:pt x="53" y="3"/>
                  </a:cubicBezTo>
                  <a:cubicBezTo>
                    <a:pt x="53" y="4"/>
                    <a:pt x="53" y="4"/>
                    <a:pt x="53" y="4"/>
                  </a:cubicBezTo>
                  <a:cubicBezTo>
                    <a:pt x="51" y="4"/>
                    <a:pt x="51" y="4"/>
                    <a:pt x="51" y="4"/>
                  </a:cubicBezTo>
                  <a:cubicBezTo>
                    <a:pt x="49" y="4"/>
                    <a:pt x="47" y="5"/>
                    <a:pt x="46" y="6"/>
                  </a:cubicBezTo>
                  <a:cubicBezTo>
                    <a:pt x="46" y="7"/>
                    <a:pt x="45" y="9"/>
                    <a:pt x="45" y="11"/>
                  </a:cubicBezTo>
                  <a:cubicBezTo>
                    <a:pt x="45" y="32"/>
                    <a:pt x="45" y="32"/>
                    <a:pt x="45" y="32"/>
                  </a:cubicBezTo>
                  <a:cubicBezTo>
                    <a:pt x="45" y="37"/>
                    <a:pt x="45" y="41"/>
                    <a:pt x="44" y="43"/>
                  </a:cubicBezTo>
                  <a:cubicBezTo>
                    <a:pt x="43" y="46"/>
                    <a:pt x="41" y="49"/>
                    <a:pt x="38" y="51"/>
                  </a:cubicBezTo>
                  <a:cubicBezTo>
                    <a:pt x="35" y="53"/>
                    <a:pt x="31" y="53"/>
                    <a:pt x="27" y="53"/>
                  </a:cubicBezTo>
                  <a:cubicBezTo>
                    <a:pt x="21" y="53"/>
                    <a:pt x="17" y="53"/>
                    <a:pt x="15" y="51"/>
                  </a:cubicBezTo>
                  <a:cubicBezTo>
                    <a:pt x="12" y="49"/>
                    <a:pt x="10" y="46"/>
                    <a:pt x="9" y="43"/>
                  </a:cubicBezTo>
                  <a:cubicBezTo>
                    <a:pt x="8" y="41"/>
                    <a:pt x="7" y="37"/>
                    <a:pt x="7" y="31"/>
                  </a:cubicBezTo>
                  <a:cubicBezTo>
                    <a:pt x="7" y="11"/>
                    <a:pt x="7" y="11"/>
                    <a:pt x="7" y="11"/>
                  </a:cubicBezTo>
                  <a:cubicBezTo>
                    <a:pt x="7" y="8"/>
                    <a:pt x="7" y="6"/>
                    <a:pt x="6" y="5"/>
                  </a:cubicBezTo>
                  <a:cubicBezTo>
                    <a:pt x="5" y="4"/>
                    <a:pt x="4" y="3"/>
                    <a:pt x="2" y="3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3"/>
                    <a:pt x="21" y="3"/>
                    <a:pt x="21" y="3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7" y="3"/>
                    <a:pt x="15" y="4"/>
                    <a:pt x="15" y="5"/>
                  </a:cubicBezTo>
                  <a:cubicBezTo>
                    <a:pt x="14" y="6"/>
                    <a:pt x="14" y="8"/>
                    <a:pt x="14" y="11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4" y="35"/>
                    <a:pt x="14" y="37"/>
                    <a:pt x="14" y="40"/>
                  </a:cubicBezTo>
                  <a:cubicBezTo>
                    <a:pt x="15" y="43"/>
                    <a:pt x="15" y="45"/>
                    <a:pt x="16" y="46"/>
                  </a:cubicBezTo>
                  <a:cubicBezTo>
                    <a:pt x="17" y="48"/>
                    <a:pt x="19" y="49"/>
                    <a:pt x="20" y="50"/>
                  </a:cubicBezTo>
                  <a:cubicBezTo>
                    <a:pt x="22" y="51"/>
                    <a:pt x="24" y="51"/>
                    <a:pt x="27" y="51"/>
                  </a:cubicBezTo>
                  <a:cubicBezTo>
                    <a:pt x="30" y="51"/>
                    <a:pt x="33" y="50"/>
                    <a:pt x="35" y="49"/>
                  </a:cubicBezTo>
                  <a:cubicBezTo>
                    <a:pt x="37" y="47"/>
                    <a:pt x="39" y="46"/>
                    <a:pt x="40" y="43"/>
                  </a:cubicBezTo>
                  <a:cubicBezTo>
                    <a:pt x="41" y="41"/>
                    <a:pt x="41" y="37"/>
                    <a:pt x="41" y="32"/>
                  </a:cubicBezTo>
                  <a:cubicBezTo>
                    <a:pt x="41" y="12"/>
                    <a:pt x="41" y="12"/>
                    <a:pt x="41" y="12"/>
                  </a:cubicBezTo>
                  <a:cubicBezTo>
                    <a:pt x="41" y="9"/>
                    <a:pt x="41" y="7"/>
                    <a:pt x="40" y="6"/>
                  </a:cubicBezTo>
                  <a:cubicBezTo>
                    <a:pt x="39" y="5"/>
                    <a:pt x="38" y="4"/>
                    <a:pt x="36" y="4"/>
                  </a:cubicBezTo>
                  <a:cubicBezTo>
                    <a:pt x="35" y="4"/>
                    <a:pt x="35" y="4"/>
                    <a:pt x="35" y="4"/>
                  </a:cubicBezTo>
                  <a:close/>
                  <a:moveTo>
                    <a:pt x="69" y="25"/>
                  </a:moveTo>
                  <a:cubicBezTo>
                    <a:pt x="73" y="20"/>
                    <a:pt x="76" y="18"/>
                    <a:pt x="79" y="18"/>
                  </a:cubicBezTo>
                  <a:cubicBezTo>
                    <a:pt x="81" y="18"/>
                    <a:pt x="83" y="18"/>
                    <a:pt x="84" y="19"/>
                  </a:cubicBezTo>
                  <a:cubicBezTo>
                    <a:pt x="85" y="20"/>
                    <a:pt x="87" y="21"/>
                    <a:pt x="87" y="23"/>
                  </a:cubicBezTo>
                  <a:cubicBezTo>
                    <a:pt x="88" y="25"/>
                    <a:pt x="88" y="27"/>
                    <a:pt x="88" y="30"/>
                  </a:cubicBezTo>
                  <a:cubicBezTo>
                    <a:pt x="88" y="45"/>
                    <a:pt x="88" y="45"/>
                    <a:pt x="88" y="45"/>
                  </a:cubicBezTo>
                  <a:cubicBezTo>
                    <a:pt x="88" y="47"/>
                    <a:pt x="88" y="48"/>
                    <a:pt x="89" y="49"/>
                  </a:cubicBezTo>
                  <a:cubicBezTo>
                    <a:pt x="89" y="50"/>
                    <a:pt x="89" y="50"/>
                    <a:pt x="90" y="51"/>
                  </a:cubicBezTo>
                  <a:cubicBezTo>
                    <a:pt x="90" y="51"/>
                    <a:pt x="91" y="51"/>
                    <a:pt x="93" y="51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77" y="52"/>
                    <a:pt x="77" y="52"/>
                    <a:pt x="77" y="52"/>
                  </a:cubicBezTo>
                  <a:cubicBezTo>
                    <a:pt x="77" y="51"/>
                    <a:pt x="77" y="51"/>
                    <a:pt x="77" y="51"/>
                  </a:cubicBezTo>
                  <a:cubicBezTo>
                    <a:pt x="78" y="51"/>
                    <a:pt x="78" y="51"/>
                    <a:pt x="78" y="51"/>
                  </a:cubicBezTo>
                  <a:cubicBezTo>
                    <a:pt x="79" y="51"/>
                    <a:pt x="80" y="51"/>
                    <a:pt x="81" y="50"/>
                  </a:cubicBezTo>
                  <a:cubicBezTo>
                    <a:pt x="82" y="50"/>
                    <a:pt x="82" y="49"/>
                    <a:pt x="82" y="48"/>
                  </a:cubicBezTo>
                  <a:cubicBezTo>
                    <a:pt x="82" y="48"/>
                    <a:pt x="82" y="47"/>
                    <a:pt x="82" y="45"/>
                  </a:cubicBezTo>
                  <a:cubicBezTo>
                    <a:pt x="82" y="31"/>
                    <a:pt x="82" y="31"/>
                    <a:pt x="82" y="31"/>
                  </a:cubicBezTo>
                  <a:cubicBezTo>
                    <a:pt x="82" y="27"/>
                    <a:pt x="82" y="25"/>
                    <a:pt x="81" y="24"/>
                  </a:cubicBezTo>
                  <a:cubicBezTo>
                    <a:pt x="80" y="23"/>
                    <a:pt x="79" y="22"/>
                    <a:pt x="77" y="22"/>
                  </a:cubicBezTo>
                  <a:cubicBezTo>
                    <a:pt x="74" y="22"/>
                    <a:pt x="71" y="23"/>
                    <a:pt x="69" y="27"/>
                  </a:cubicBezTo>
                  <a:cubicBezTo>
                    <a:pt x="69" y="45"/>
                    <a:pt x="69" y="45"/>
                    <a:pt x="69" y="45"/>
                  </a:cubicBezTo>
                  <a:cubicBezTo>
                    <a:pt x="69" y="47"/>
                    <a:pt x="69" y="48"/>
                    <a:pt x="69" y="49"/>
                  </a:cubicBezTo>
                  <a:cubicBezTo>
                    <a:pt x="69" y="50"/>
                    <a:pt x="70" y="50"/>
                    <a:pt x="70" y="51"/>
                  </a:cubicBezTo>
                  <a:cubicBezTo>
                    <a:pt x="71" y="51"/>
                    <a:pt x="72" y="51"/>
                    <a:pt x="74" y="51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58" y="52"/>
                    <a:pt x="58" y="52"/>
                    <a:pt x="58" y="52"/>
                  </a:cubicBezTo>
                  <a:cubicBezTo>
                    <a:pt x="58" y="51"/>
                    <a:pt x="58" y="51"/>
                    <a:pt x="58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60" y="51"/>
                    <a:pt x="61" y="51"/>
                    <a:pt x="62" y="50"/>
                  </a:cubicBezTo>
                  <a:cubicBezTo>
                    <a:pt x="62" y="49"/>
                    <a:pt x="63" y="47"/>
                    <a:pt x="63" y="45"/>
                  </a:cubicBezTo>
                  <a:cubicBezTo>
                    <a:pt x="63" y="32"/>
                    <a:pt x="63" y="32"/>
                    <a:pt x="63" y="32"/>
                  </a:cubicBezTo>
                  <a:cubicBezTo>
                    <a:pt x="63" y="28"/>
                    <a:pt x="63" y="25"/>
                    <a:pt x="62" y="24"/>
                  </a:cubicBezTo>
                  <a:cubicBezTo>
                    <a:pt x="62" y="23"/>
                    <a:pt x="62" y="23"/>
                    <a:pt x="61" y="22"/>
                  </a:cubicBezTo>
                  <a:cubicBezTo>
                    <a:pt x="61" y="22"/>
                    <a:pt x="61" y="22"/>
                    <a:pt x="60" y="22"/>
                  </a:cubicBezTo>
                  <a:cubicBezTo>
                    <a:pt x="59" y="22"/>
                    <a:pt x="58" y="22"/>
                    <a:pt x="57" y="22"/>
                  </a:cubicBezTo>
                  <a:cubicBezTo>
                    <a:pt x="57" y="21"/>
                    <a:pt x="57" y="21"/>
                    <a:pt x="57" y="21"/>
                  </a:cubicBezTo>
                  <a:cubicBezTo>
                    <a:pt x="67" y="17"/>
                    <a:pt x="67" y="17"/>
                    <a:pt x="67" y="17"/>
                  </a:cubicBezTo>
                  <a:cubicBezTo>
                    <a:pt x="69" y="17"/>
                    <a:pt x="69" y="17"/>
                    <a:pt x="69" y="17"/>
                  </a:cubicBezTo>
                  <a:cubicBezTo>
                    <a:pt x="69" y="25"/>
                    <a:pt x="69" y="25"/>
                    <a:pt x="69" y="25"/>
                  </a:cubicBezTo>
                  <a:close/>
                  <a:moveTo>
                    <a:pt x="108" y="0"/>
                  </a:moveTo>
                  <a:cubicBezTo>
                    <a:pt x="109" y="0"/>
                    <a:pt x="110" y="0"/>
                    <a:pt x="110" y="1"/>
                  </a:cubicBezTo>
                  <a:cubicBezTo>
                    <a:pt x="111" y="2"/>
                    <a:pt x="111" y="3"/>
                    <a:pt x="111" y="4"/>
                  </a:cubicBezTo>
                  <a:cubicBezTo>
                    <a:pt x="111" y="5"/>
                    <a:pt x="111" y="6"/>
                    <a:pt x="110" y="7"/>
                  </a:cubicBezTo>
                  <a:cubicBezTo>
                    <a:pt x="109" y="7"/>
                    <a:pt x="109" y="8"/>
                    <a:pt x="108" y="8"/>
                  </a:cubicBezTo>
                  <a:cubicBezTo>
                    <a:pt x="107" y="8"/>
                    <a:pt x="106" y="7"/>
                    <a:pt x="105" y="7"/>
                  </a:cubicBezTo>
                  <a:cubicBezTo>
                    <a:pt x="105" y="6"/>
                    <a:pt x="104" y="5"/>
                    <a:pt x="104" y="4"/>
                  </a:cubicBezTo>
                  <a:cubicBezTo>
                    <a:pt x="104" y="3"/>
                    <a:pt x="105" y="2"/>
                    <a:pt x="105" y="1"/>
                  </a:cubicBezTo>
                  <a:cubicBezTo>
                    <a:pt x="106" y="0"/>
                    <a:pt x="107" y="0"/>
                    <a:pt x="108" y="0"/>
                  </a:cubicBezTo>
                  <a:close/>
                  <a:moveTo>
                    <a:pt x="111" y="18"/>
                  </a:moveTo>
                  <a:cubicBezTo>
                    <a:pt x="111" y="45"/>
                    <a:pt x="111" y="45"/>
                    <a:pt x="111" y="45"/>
                  </a:cubicBezTo>
                  <a:cubicBezTo>
                    <a:pt x="111" y="47"/>
                    <a:pt x="111" y="49"/>
                    <a:pt x="111" y="49"/>
                  </a:cubicBezTo>
                  <a:cubicBezTo>
                    <a:pt x="111" y="50"/>
                    <a:pt x="112" y="51"/>
                    <a:pt x="112" y="51"/>
                  </a:cubicBezTo>
                  <a:cubicBezTo>
                    <a:pt x="113" y="51"/>
                    <a:pt x="114" y="51"/>
                    <a:pt x="115" y="51"/>
                  </a:cubicBezTo>
                  <a:cubicBezTo>
                    <a:pt x="115" y="53"/>
                    <a:pt x="115" y="53"/>
                    <a:pt x="115" y="53"/>
                  </a:cubicBezTo>
                  <a:cubicBezTo>
                    <a:pt x="99" y="53"/>
                    <a:pt x="99" y="53"/>
                    <a:pt x="99" y="53"/>
                  </a:cubicBezTo>
                  <a:cubicBezTo>
                    <a:pt x="99" y="51"/>
                    <a:pt x="99" y="51"/>
                    <a:pt x="99" y="51"/>
                  </a:cubicBezTo>
                  <a:cubicBezTo>
                    <a:pt x="101" y="51"/>
                    <a:pt x="102" y="51"/>
                    <a:pt x="103" y="51"/>
                  </a:cubicBezTo>
                  <a:cubicBezTo>
                    <a:pt x="103" y="51"/>
                    <a:pt x="103" y="50"/>
                    <a:pt x="104" y="49"/>
                  </a:cubicBezTo>
                  <a:cubicBezTo>
                    <a:pt x="104" y="49"/>
                    <a:pt x="104" y="47"/>
                    <a:pt x="104" y="45"/>
                  </a:cubicBezTo>
                  <a:cubicBezTo>
                    <a:pt x="104" y="32"/>
                    <a:pt x="104" y="32"/>
                    <a:pt x="104" y="32"/>
                  </a:cubicBezTo>
                  <a:cubicBezTo>
                    <a:pt x="104" y="28"/>
                    <a:pt x="104" y="26"/>
                    <a:pt x="104" y="25"/>
                  </a:cubicBezTo>
                  <a:cubicBezTo>
                    <a:pt x="104" y="24"/>
                    <a:pt x="103" y="23"/>
                    <a:pt x="103" y="23"/>
                  </a:cubicBezTo>
                  <a:cubicBezTo>
                    <a:pt x="103" y="23"/>
                    <a:pt x="102" y="23"/>
                    <a:pt x="101" y="23"/>
                  </a:cubicBezTo>
                  <a:cubicBezTo>
                    <a:pt x="101" y="23"/>
                    <a:pt x="100" y="23"/>
                    <a:pt x="99" y="23"/>
                  </a:cubicBezTo>
                  <a:cubicBezTo>
                    <a:pt x="99" y="22"/>
                    <a:pt x="99" y="22"/>
                    <a:pt x="99" y="22"/>
                  </a:cubicBezTo>
                  <a:cubicBezTo>
                    <a:pt x="109" y="18"/>
                    <a:pt x="109" y="18"/>
                    <a:pt x="109" y="18"/>
                  </a:cubicBezTo>
                  <a:cubicBezTo>
                    <a:pt x="111" y="18"/>
                    <a:pt x="111" y="18"/>
                    <a:pt x="111" y="18"/>
                  </a:cubicBezTo>
                  <a:close/>
                  <a:moveTo>
                    <a:pt x="122" y="19"/>
                  </a:moveTo>
                  <a:cubicBezTo>
                    <a:pt x="137" y="19"/>
                    <a:pt x="137" y="19"/>
                    <a:pt x="137" y="19"/>
                  </a:cubicBezTo>
                  <a:cubicBezTo>
                    <a:pt x="137" y="20"/>
                    <a:pt x="137" y="20"/>
                    <a:pt x="137" y="20"/>
                  </a:cubicBezTo>
                  <a:cubicBezTo>
                    <a:pt x="136" y="20"/>
                    <a:pt x="136" y="20"/>
                    <a:pt x="136" y="20"/>
                  </a:cubicBezTo>
                  <a:cubicBezTo>
                    <a:pt x="135" y="20"/>
                    <a:pt x="134" y="20"/>
                    <a:pt x="134" y="21"/>
                  </a:cubicBezTo>
                  <a:cubicBezTo>
                    <a:pt x="133" y="21"/>
                    <a:pt x="133" y="22"/>
                    <a:pt x="133" y="23"/>
                  </a:cubicBezTo>
                  <a:cubicBezTo>
                    <a:pt x="133" y="23"/>
                    <a:pt x="133" y="25"/>
                    <a:pt x="134" y="26"/>
                  </a:cubicBezTo>
                  <a:cubicBezTo>
                    <a:pt x="141" y="45"/>
                    <a:pt x="141" y="45"/>
                    <a:pt x="141" y="45"/>
                  </a:cubicBezTo>
                  <a:cubicBezTo>
                    <a:pt x="149" y="25"/>
                    <a:pt x="149" y="25"/>
                    <a:pt x="149" y="25"/>
                  </a:cubicBezTo>
                  <a:cubicBezTo>
                    <a:pt x="149" y="24"/>
                    <a:pt x="150" y="23"/>
                    <a:pt x="150" y="22"/>
                  </a:cubicBezTo>
                  <a:cubicBezTo>
                    <a:pt x="150" y="21"/>
                    <a:pt x="150" y="21"/>
                    <a:pt x="149" y="21"/>
                  </a:cubicBezTo>
                  <a:cubicBezTo>
                    <a:pt x="149" y="21"/>
                    <a:pt x="149" y="20"/>
                    <a:pt x="149" y="20"/>
                  </a:cubicBezTo>
                  <a:cubicBezTo>
                    <a:pt x="148" y="20"/>
                    <a:pt x="147" y="20"/>
                    <a:pt x="146" y="20"/>
                  </a:cubicBezTo>
                  <a:cubicBezTo>
                    <a:pt x="146" y="19"/>
                    <a:pt x="146" y="19"/>
                    <a:pt x="146" y="19"/>
                  </a:cubicBezTo>
                  <a:cubicBezTo>
                    <a:pt x="157" y="19"/>
                    <a:pt x="157" y="19"/>
                    <a:pt x="157" y="19"/>
                  </a:cubicBezTo>
                  <a:cubicBezTo>
                    <a:pt x="157" y="20"/>
                    <a:pt x="157" y="20"/>
                    <a:pt x="157" y="20"/>
                  </a:cubicBezTo>
                  <a:cubicBezTo>
                    <a:pt x="156" y="20"/>
                    <a:pt x="155" y="20"/>
                    <a:pt x="155" y="21"/>
                  </a:cubicBezTo>
                  <a:cubicBezTo>
                    <a:pt x="154" y="21"/>
                    <a:pt x="153" y="23"/>
                    <a:pt x="152" y="24"/>
                  </a:cubicBezTo>
                  <a:cubicBezTo>
                    <a:pt x="141" y="53"/>
                    <a:pt x="141" y="53"/>
                    <a:pt x="141" y="53"/>
                  </a:cubicBezTo>
                  <a:cubicBezTo>
                    <a:pt x="139" y="53"/>
                    <a:pt x="139" y="53"/>
                    <a:pt x="139" y="53"/>
                  </a:cubicBezTo>
                  <a:cubicBezTo>
                    <a:pt x="127" y="25"/>
                    <a:pt x="127" y="25"/>
                    <a:pt x="127" y="25"/>
                  </a:cubicBezTo>
                  <a:cubicBezTo>
                    <a:pt x="127" y="23"/>
                    <a:pt x="126" y="22"/>
                    <a:pt x="126" y="22"/>
                  </a:cubicBezTo>
                  <a:cubicBezTo>
                    <a:pt x="125" y="21"/>
                    <a:pt x="125" y="21"/>
                    <a:pt x="124" y="20"/>
                  </a:cubicBezTo>
                  <a:cubicBezTo>
                    <a:pt x="123" y="20"/>
                    <a:pt x="123" y="20"/>
                    <a:pt x="121" y="19"/>
                  </a:cubicBezTo>
                  <a:cubicBezTo>
                    <a:pt x="122" y="19"/>
                    <a:pt x="122" y="19"/>
                    <a:pt x="122" y="19"/>
                  </a:cubicBezTo>
                  <a:close/>
                  <a:moveTo>
                    <a:pt x="169" y="31"/>
                  </a:moveTo>
                  <a:cubicBezTo>
                    <a:pt x="169" y="37"/>
                    <a:pt x="170" y="40"/>
                    <a:pt x="173" y="43"/>
                  </a:cubicBezTo>
                  <a:cubicBezTo>
                    <a:pt x="175" y="46"/>
                    <a:pt x="178" y="48"/>
                    <a:pt x="181" y="48"/>
                  </a:cubicBezTo>
                  <a:cubicBezTo>
                    <a:pt x="183" y="48"/>
                    <a:pt x="185" y="47"/>
                    <a:pt x="187" y="46"/>
                  </a:cubicBezTo>
                  <a:cubicBezTo>
                    <a:pt x="188" y="45"/>
                    <a:pt x="189" y="43"/>
                    <a:pt x="191" y="39"/>
                  </a:cubicBezTo>
                  <a:cubicBezTo>
                    <a:pt x="192" y="40"/>
                    <a:pt x="192" y="40"/>
                    <a:pt x="192" y="40"/>
                  </a:cubicBezTo>
                  <a:cubicBezTo>
                    <a:pt x="191" y="43"/>
                    <a:pt x="190" y="47"/>
                    <a:pt x="187" y="49"/>
                  </a:cubicBezTo>
                  <a:cubicBezTo>
                    <a:pt x="185" y="52"/>
                    <a:pt x="182" y="53"/>
                    <a:pt x="178" y="53"/>
                  </a:cubicBezTo>
                  <a:cubicBezTo>
                    <a:pt x="174" y="53"/>
                    <a:pt x="171" y="52"/>
                    <a:pt x="168" y="49"/>
                  </a:cubicBezTo>
                  <a:cubicBezTo>
                    <a:pt x="165" y="45"/>
                    <a:pt x="164" y="41"/>
                    <a:pt x="164" y="36"/>
                  </a:cubicBezTo>
                  <a:cubicBezTo>
                    <a:pt x="164" y="30"/>
                    <a:pt x="166" y="25"/>
                    <a:pt x="169" y="22"/>
                  </a:cubicBezTo>
                  <a:cubicBezTo>
                    <a:pt x="171" y="19"/>
                    <a:pt x="175" y="17"/>
                    <a:pt x="179" y="17"/>
                  </a:cubicBezTo>
                  <a:cubicBezTo>
                    <a:pt x="183" y="17"/>
                    <a:pt x="186" y="19"/>
                    <a:pt x="189" y="21"/>
                  </a:cubicBezTo>
                  <a:cubicBezTo>
                    <a:pt x="191" y="23"/>
                    <a:pt x="192" y="27"/>
                    <a:pt x="192" y="31"/>
                  </a:cubicBezTo>
                  <a:cubicBezTo>
                    <a:pt x="169" y="31"/>
                    <a:pt x="169" y="31"/>
                    <a:pt x="169" y="31"/>
                  </a:cubicBezTo>
                  <a:close/>
                  <a:moveTo>
                    <a:pt x="169" y="29"/>
                  </a:moveTo>
                  <a:cubicBezTo>
                    <a:pt x="184" y="29"/>
                    <a:pt x="184" y="29"/>
                    <a:pt x="184" y="29"/>
                  </a:cubicBezTo>
                  <a:cubicBezTo>
                    <a:pt x="184" y="27"/>
                    <a:pt x="184" y="26"/>
                    <a:pt x="183" y="25"/>
                  </a:cubicBezTo>
                  <a:cubicBezTo>
                    <a:pt x="183" y="24"/>
                    <a:pt x="182" y="23"/>
                    <a:pt x="181" y="22"/>
                  </a:cubicBezTo>
                  <a:cubicBezTo>
                    <a:pt x="179" y="21"/>
                    <a:pt x="178" y="21"/>
                    <a:pt x="177" y="21"/>
                  </a:cubicBezTo>
                  <a:cubicBezTo>
                    <a:pt x="175" y="21"/>
                    <a:pt x="173" y="21"/>
                    <a:pt x="172" y="23"/>
                  </a:cubicBezTo>
                  <a:cubicBezTo>
                    <a:pt x="170" y="24"/>
                    <a:pt x="169" y="27"/>
                    <a:pt x="169" y="29"/>
                  </a:cubicBezTo>
                  <a:close/>
                  <a:moveTo>
                    <a:pt x="209" y="18"/>
                  </a:moveTo>
                  <a:cubicBezTo>
                    <a:pt x="209" y="25"/>
                    <a:pt x="209" y="25"/>
                    <a:pt x="209" y="25"/>
                  </a:cubicBezTo>
                  <a:cubicBezTo>
                    <a:pt x="212" y="20"/>
                    <a:pt x="215" y="18"/>
                    <a:pt x="218" y="18"/>
                  </a:cubicBezTo>
                  <a:cubicBezTo>
                    <a:pt x="219" y="18"/>
                    <a:pt x="220" y="18"/>
                    <a:pt x="221" y="19"/>
                  </a:cubicBezTo>
                  <a:cubicBezTo>
                    <a:pt x="222" y="20"/>
                    <a:pt x="222" y="21"/>
                    <a:pt x="222" y="22"/>
                  </a:cubicBezTo>
                  <a:cubicBezTo>
                    <a:pt x="222" y="23"/>
                    <a:pt x="222" y="23"/>
                    <a:pt x="221" y="24"/>
                  </a:cubicBezTo>
                  <a:cubicBezTo>
                    <a:pt x="221" y="25"/>
                    <a:pt x="220" y="25"/>
                    <a:pt x="219" y="25"/>
                  </a:cubicBezTo>
                  <a:cubicBezTo>
                    <a:pt x="218" y="25"/>
                    <a:pt x="217" y="25"/>
                    <a:pt x="216" y="24"/>
                  </a:cubicBezTo>
                  <a:cubicBezTo>
                    <a:pt x="215" y="23"/>
                    <a:pt x="214" y="23"/>
                    <a:pt x="214" y="23"/>
                  </a:cubicBezTo>
                  <a:cubicBezTo>
                    <a:pt x="213" y="23"/>
                    <a:pt x="213" y="23"/>
                    <a:pt x="213" y="24"/>
                  </a:cubicBezTo>
                  <a:cubicBezTo>
                    <a:pt x="211" y="25"/>
                    <a:pt x="211" y="27"/>
                    <a:pt x="209" y="29"/>
                  </a:cubicBezTo>
                  <a:cubicBezTo>
                    <a:pt x="209" y="45"/>
                    <a:pt x="209" y="45"/>
                    <a:pt x="209" y="45"/>
                  </a:cubicBezTo>
                  <a:cubicBezTo>
                    <a:pt x="209" y="47"/>
                    <a:pt x="210" y="49"/>
                    <a:pt x="210" y="50"/>
                  </a:cubicBezTo>
                  <a:cubicBezTo>
                    <a:pt x="211" y="51"/>
                    <a:pt x="211" y="51"/>
                    <a:pt x="212" y="51"/>
                  </a:cubicBezTo>
                  <a:cubicBezTo>
                    <a:pt x="213" y="52"/>
                    <a:pt x="214" y="52"/>
                    <a:pt x="215" y="52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198" y="53"/>
                    <a:pt x="198" y="53"/>
                    <a:pt x="198" y="53"/>
                  </a:cubicBezTo>
                  <a:cubicBezTo>
                    <a:pt x="198" y="52"/>
                    <a:pt x="198" y="52"/>
                    <a:pt x="198" y="52"/>
                  </a:cubicBezTo>
                  <a:cubicBezTo>
                    <a:pt x="200" y="52"/>
                    <a:pt x="201" y="52"/>
                    <a:pt x="202" y="51"/>
                  </a:cubicBezTo>
                  <a:cubicBezTo>
                    <a:pt x="202" y="51"/>
                    <a:pt x="203" y="50"/>
                    <a:pt x="203" y="49"/>
                  </a:cubicBezTo>
                  <a:cubicBezTo>
                    <a:pt x="203" y="49"/>
                    <a:pt x="203" y="48"/>
                    <a:pt x="203" y="46"/>
                  </a:cubicBezTo>
                  <a:cubicBezTo>
                    <a:pt x="203" y="33"/>
                    <a:pt x="203" y="33"/>
                    <a:pt x="203" y="33"/>
                  </a:cubicBezTo>
                  <a:cubicBezTo>
                    <a:pt x="203" y="29"/>
                    <a:pt x="203" y="26"/>
                    <a:pt x="203" y="25"/>
                  </a:cubicBezTo>
                  <a:cubicBezTo>
                    <a:pt x="203" y="25"/>
                    <a:pt x="202" y="24"/>
                    <a:pt x="202" y="24"/>
                  </a:cubicBezTo>
                  <a:cubicBezTo>
                    <a:pt x="201" y="23"/>
                    <a:pt x="201" y="23"/>
                    <a:pt x="200" y="23"/>
                  </a:cubicBezTo>
                  <a:cubicBezTo>
                    <a:pt x="199" y="23"/>
                    <a:pt x="199" y="23"/>
                    <a:pt x="198" y="24"/>
                  </a:cubicBezTo>
                  <a:cubicBezTo>
                    <a:pt x="197" y="23"/>
                    <a:pt x="197" y="23"/>
                    <a:pt x="197" y="23"/>
                  </a:cubicBezTo>
                  <a:cubicBezTo>
                    <a:pt x="207" y="19"/>
                    <a:pt x="207" y="19"/>
                    <a:pt x="207" y="19"/>
                  </a:cubicBezTo>
                  <a:cubicBezTo>
                    <a:pt x="209" y="19"/>
                    <a:pt x="209" y="19"/>
                    <a:pt x="209" y="19"/>
                  </a:cubicBezTo>
                  <a:cubicBezTo>
                    <a:pt x="209" y="18"/>
                    <a:pt x="209" y="18"/>
                    <a:pt x="209" y="18"/>
                  </a:cubicBezTo>
                  <a:close/>
                  <a:moveTo>
                    <a:pt x="249" y="18"/>
                  </a:moveTo>
                  <a:cubicBezTo>
                    <a:pt x="249" y="29"/>
                    <a:pt x="249" y="29"/>
                    <a:pt x="249" y="29"/>
                  </a:cubicBezTo>
                  <a:cubicBezTo>
                    <a:pt x="247" y="29"/>
                    <a:pt x="247" y="29"/>
                    <a:pt x="247" y="29"/>
                  </a:cubicBezTo>
                  <a:cubicBezTo>
                    <a:pt x="247" y="26"/>
                    <a:pt x="245" y="23"/>
                    <a:pt x="244" y="22"/>
                  </a:cubicBezTo>
                  <a:cubicBezTo>
                    <a:pt x="242" y="21"/>
                    <a:pt x="241" y="20"/>
                    <a:pt x="238" y="20"/>
                  </a:cubicBezTo>
                  <a:cubicBezTo>
                    <a:pt x="237" y="20"/>
                    <a:pt x="235" y="20"/>
                    <a:pt x="234" y="21"/>
                  </a:cubicBezTo>
                  <a:cubicBezTo>
                    <a:pt x="233" y="22"/>
                    <a:pt x="233" y="23"/>
                    <a:pt x="233" y="24"/>
                  </a:cubicBezTo>
                  <a:cubicBezTo>
                    <a:pt x="233" y="25"/>
                    <a:pt x="233" y="27"/>
                    <a:pt x="234" y="28"/>
                  </a:cubicBezTo>
                  <a:cubicBezTo>
                    <a:pt x="235" y="29"/>
                    <a:pt x="236" y="30"/>
                    <a:pt x="238" y="31"/>
                  </a:cubicBezTo>
                  <a:cubicBezTo>
                    <a:pt x="243" y="34"/>
                    <a:pt x="243" y="34"/>
                    <a:pt x="243" y="34"/>
                  </a:cubicBezTo>
                  <a:cubicBezTo>
                    <a:pt x="248" y="36"/>
                    <a:pt x="251" y="39"/>
                    <a:pt x="251" y="43"/>
                  </a:cubicBezTo>
                  <a:cubicBezTo>
                    <a:pt x="251" y="47"/>
                    <a:pt x="249" y="49"/>
                    <a:pt x="247" y="51"/>
                  </a:cubicBezTo>
                  <a:cubicBezTo>
                    <a:pt x="245" y="53"/>
                    <a:pt x="243" y="54"/>
                    <a:pt x="240" y="54"/>
                  </a:cubicBezTo>
                  <a:cubicBezTo>
                    <a:pt x="238" y="54"/>
                    <a:pt x="235" y="53"/>
                    <a:pt x="233" y="53"/>
                  </a:cubicBezTo>
                  <a:cubicBezTo>
                    <a:pt x="232" y="52"/>
                    <a:pt x="231" y="52"/>
                    <a:pt x="231" y="52"/>
                  </a:cubicBezTo>
                  <a:cubicBezTo>
                    <a:pt x="231" y="52"/>
                    <a:pt x="230" y="53"/>
                    <a:pt x="230" y="53"/>
                  </a:cubicBezTo>
                  <a:cubicBezTo>
                    <a:pt x="229" y="53"/>
                    <a:pt x="229" y="53"/>
                    <a:pt x="229" y="53"/>
                  </a:cubicBezTo>
                  <a:cubicBezTo>
                    <a:pt x="229" y="41"/>
                    <a:pt x="229" y="41"/>
                    <a:pt x="229" y="41"/>
                  </a:cubicBezTo>
                  <a:cubicBezTo>
                    <a:pt x="230" y="41"/>
                    <a:pt x="230" y="41"/>
                    <a:pt x="230" y="41"/>
                  </a:cubicBezTo>
                  <a:cubicBezTo>
                    <a:pt x="231" y="45"/>
                    <a:pt x="232" y="47"/>
                    <a:pt x="234" y="49"/>
                  </a:cubicBezTo>
                  <a:cubicBezTo>
                    <a:pt x="236" y="51"/>
                    <a:pt x="238" y="52"/>
                    <a:pt x="240" y="52"/>
                  </a:cubicBezTo>
                  <a:cubicBezTo>
                    <a:pt x="242" y="52"/>
                    <a:pt x="243" y="51"/>
                    <a:pt x="244" y="50"/>
                  </a:cubicBezTo>
                  <a:cubicBezTo>
                    <a:pt x="245" y="49"/>
                    <a:pt x="246" y="48"/>
                    <a:pt x="246" y="47"/>
                  </a:cubicBezTo>
                  <a:cubicBezTo>
                    <a:pt x="246" y="45"/>
                    <a:pt x="245" y="43"/>
                    <a:pt x="244" y="42"/>
                  </a:cubicBezTo>
                  <a:cubicBezTo>
                    <a:pt x="243" y="41"/>
                    <a:pt x="241" y="39"/>
                    <a:pt x="237" y="38"/>
                  </a:cubicBezTo>
                  <a:cubicBezTo>
                    <a:pt x="234" y="36"/>
                    <a:pt x="232" y="35"/>
                    <a:pt x="231" y="33"/>
                  </a:cubicBezTo>
                  <a:cubicBezTo>
                    <a:pt x="229" y="31"/>
                    <a:pt x="229" y="30"/>
                    <a:pt x="229" y="28"/>
                  </a:cubicBezTo>
                  <a:cubicBezTo>
                    <a:pt x="229" y="25"/>
                    <a:pt x="230" y="23"/>
                    <a:pt x="232" y="21"/>
                  </a:cubicBezTo>
                  <a:cubicBezTo>
                    <a:pt x="234" y="19"/>
                    <a:pt x="236" y="18"/>
                    <a:pt x="239" y="18"/>
                  </a:cubicBezTo>
                  <a:cubicBezTo>
                    <a:pt x="240" y="18"/>
                    <a:pt x="242" y="18"/>
                    <a:pt x="244" y="19"/>
                  </a:cubicBezTo>
                  <a:cubicBezTo>
                    <a:pt x="245" y="19"/>
                    <a:pt x="246" y="19"/>
                    <a:pt x="246" y="19"/>
                  </a:cubicBezTo>
                  <a:cubicBezTo>
                    <a:pt x="247" y="19"/>
                    <a:pt x="247" y="19"/>
                    <a:pt x="247" y="19"/>
                  </a:cubicBezTo>
                  <a:cubicBezTo>
                    <a:pt x="247" y="19"/>
                    <a:pt x="247" y="18"/>
                    <a:pt x="248" y="17"/>
                  </a:cubicBezTo>
                  <a:cubicBezTo>
                    <a:pt x="249" y="18"/>
                    <a:pt x="249" y="18"/>
                    <a:pt x="249" y="18"/>
                  </a:cubicBezTo>
                  <a:close/>
                  <a:moveTo>
                    <a:pt x="268" y="0"/>
                  </a:moveTo>
                  <a:cubicBezTo>
                    <a:pt x="269" y="0"/>
                    <a:pt x="270" y="0"/>
                    <a:pt x="271" y="1"/>
                  </a:cubicBezTo>
                  <a:cubicBezTo>
                    <a:pt x="271" y="2"/>
                    <a:pt x="272" y="3"/>
                    <a:pt x="272" y="4"/>
                  </a:cubicBezTo>
                  <a:cubicBezTo>
                    <a:pt x="272" y="5"/>
                    <a:pt x="271" y="6"/>
                    <a:pt x="271" y="7"/>
                  </a:cubicBezTo>
                  <a:cubicBezTo>
                    <a:pt x="270" y="7"/>
                    <a:pt x="269" y="8"/>
                    <a:pt x="268" y="8"/>
                  </a:cubicBezTo>
                  <a:cubicBezTo>
                    <a:pt x="267" y="8"/>
                    <a:pt x="266" y="7"/>
                    <a:pt x="266" y="7"/>
                  </a:cubicBezTo>
                  <a:cubicBezTo>
                    <a:pt x="265" y="6"/>
                    <a:pt x="265" y="5"/>
                    <a:pt x="265" y="4"/>
                  </a:cubicBezTo>
                  <a:cubicBezTo>
                    <a:pt x="265" y="3"/>
                    <a:pt x="265" y="2"/>
                    <a:pt x="266" y="1"/>
                  </a:cubicBezTo>
                  <a:cubicBezTo>
                    <a:pt x="266" y="0"/>
                    <a:pt x="267" y="0"/>
                    <a:pt x="268" y="0"/>
                  </a:cubicBezTo>
                  <a:close/>
                  <a:moveTo>
                    <a:pt x="271" y="18"/>
                  </a:moveTo>
                  <a:cubicBezTo>
                    <a:pt x="271" y="45"/>
                    <a:pt x="271" y="45"/>
                    <a:pt x="271" y="45"/>
                  </a:cubicBezTo>
                  <a:cubicBezTo>
                    <a:pt x="271" y="47"/>
                    <a:pt x="271" y="49"/>
                    <a:pt x="271" y="49"/>
                  </a:cubicBezTo>
                  <a:cubicBezTo>
                    <a:pt x="272" y="50"/>
                    <a:pt x="272" y="51"/>
                    <a:pt x="273" y="51"/>
                  </a:cubicBezTo>
                  <a:cubicBezTo>
                    <a:pt x="273" y="51"/>
                    <a:pt x="274" y="51"/>
                    <a:pt x="276" y="51"/>
                  </a:cubicBezTo>
                  <a:cubicBezTo>
                    <a:pt x="276" y="53"/>
                    <a:pt x="276" y="53"/>
                    <a:pt x="276" y="53"/>
                  </a:cubicBezTo>
                  <a:cubicBezTo>
                    <a:pt x="260" y="53"/>
                    <a:pt x="260" y="53"/>
                    <a:pt x="260" y="53"/>
                  </a:cubicBezTo>
                  <a:cubicBezTo>
                    <a:pt x="260" y="51"/>
                    <a:pt x="260" y="51"/>
                    <a:pt x="260" y="51"/>
                  </a:cubicBezTo>
                  <a:cubicBezTo>
                    <a:pt x="261" y="51"/>
                    <a:pt x="263" y="51"/>
                    <a:pt x="263" y="51"/>
                  </a:cubicBezTo>
                  <a:cubicBezTo>
                    <a:pt x="263" y="51"/>
                    <a:pt x="264" y="50"/>
                    <a:pt x="264" y="49"/>
                  </a:cubicBezTo>
                  <a:cubicBezTo>
                    <a:pt x="265" y="49"/>
                    <a:pt x="265" y="47"/>
                    <a:pt x="265" y="45"/>
                  </a:cubicBezTo>
                  <a:cubicBezTo>
                    <a:pt x="265" y="32"/>
                    <a:pt x="265" y="32"/>
                    <a:pt x="265" y="32"/>
                  </a:cubicBezTo>
                  <a:cubicBezTo>
                    <a:pt x="265" y="28"/>
                    <a:pt x="265" y="26"/>
                    <a:pt x="264" y="25"/>
                  </a:cubicBezTo>
                  <a:cubicBezTo>
                    <a:pt x="264" y="24"/>
                    <a:pt x="264" y="23"/>
                    <a:pt x="263" y="23"/>
                  </a:cubicBezTo>
                  <a:cubicBezTo>
                    <a:pt x="263" y="23"/>
                    <a:pt x="263" y="23"/>
                    <a:pt x="262" y="23"/>
                  </a:cubicBezTo>
                  <a:cubicBezTo>
                    <a:pt x="261" y="23"/>
                    <a:pt x="260" y="23"/>
                    <a:pt x="259" y="23"/>
                  </a:cubicBezTo>
                  <a:cubicBezTo>
                    <a:pt x="259" y="22"/>
                    <a:pt x="259" y="22"/>
                    <a:pt x="259" y="22"/>
                  </a:cubicBezTo>
                  <a:cubicBezTo>
                    <a:pt x="269" y="18"/>
                    <a:pt x="269" y="18"/>
                    <a:pt x="269" y="18"/>
                  </a:cubicBezTo>
                  <a:cubicBezTo>
                    <a:pt x="271" y="18"/>
                    <a:pt x="271" y="18"/>
                    <a:pt x="271" y="18"/>
                  </a:cubicBezTo>
                  <a:close/>
                  <a:moveTo>
                    <a:pt x="293" y="7"/>
                  </a:moveTo>
                  <a:cubicBezTo>
                    <a:pt x="293" y="19"/>
                    <a:pt x="293" y="19"/>
                    <a:pt x="293" y="19"/>
                  </a:cubicBezTo>
                  <a:cubicBezTo>
                    <a:pt x="301" y="19"/>
                    <a:pt x="301" y="19"/>
                    <a:pt x="301" y="19"/>
                  </a:cubicBezTo>
                  <a:cubicBezTo>
                    <a:pt x="301" y="21"/>
                    <a:pt x="301" y="21"/>
                    <a:pt x="301" y="21"/>
                  </a:cubicBezTo>
                  <a:cubicBezTo>
                    <a:pt x="293" y="21"/>
                    <a:pt x="293" y="21"/>
                    <a:pt x="293" y="21"/>
                  </a:cubicBezTo>
                  <a:cubicBezTo>
                    <a:pt x="293" y="43"/>
                    <a:pt x="293" y="43"/>
                    <a:pt x="293" y="43"/>
                  </a:cubicBezTo>
                  <a:cubicBezTo>
                    <a:pt x="293" y="45"/>
                    <a:pt x="294" y="47"/>
                    <a:pt x="294" y="48"/>
                  </a:cubicBezTo>
                  <a:cubicBezTo>
                    <a:pt x="295" y="49"/>
                    <a:pt x="295" y="49"/>
                    <a:pt x="297" y="49"/>
                  </a:cubicBezTo>
                  <a:cubicBezTo>
                    <a:pt x="297" y="49"/>
                    <a:pt x="298" y="49"/>
                    <a:pt x="299" y="48"/>
                  </a:cubicBezTo>
                  <a:cubicBezTo>
                    <a:pt x="300" y="48"/>
                    <a:pt x="300" y="47"/>
                    <a:pt x="301" y="46"/>
                  </a:cubicBezTo>
                  <a:cubicBezTo>
                    <a:pt x="302" y="46"/>
                    <a:pt x="302" y="46"/>
                    <a:pt x="302" y="46"/>
                  </a:cubicBezTo>
                  <a:cubicBezTo>
                    <a:pt x="301" y="48"/>
                    <a:pt x="300" y="50"/>
                    <a:pt x="298" y="51"/>
                  </a:cubicBezTo>
                  <a:cubicBezTo>
                    <a:pt x="297" y="53"/>
                    <a:pt x="295" y="53"/>
                    <a:pt x="293" y="53"/>
                  </a:cubicBezTo>
                  <a:cubicBezTo>
                    <a:pt x="292" y="53"/>
                    <a:pt x="291" y="53"/>
                    <a:pt x="290" y="53"/>
                  </a:cubicBezTo>
                  <a:cubicBezTo>
                    <a:pt x="289" y="52"/>
                    <a:pt x="288" y="51"/>
                    <a:pt x="288" y="50"/>
                  </a:cubicBezTo>
                  <a:cubicBezTo>
                    <a:pt x="287" y="49"/>
                    <a:pt x="287" y="47"/>
                    <a:pt x="287" y="44"/>
                  </a:cubicBezTo>
                  <a:cubicBezTo>
                    <a:pt x="287" y="21"/>
                    <a:pt x="287" y="21"/>
                    <a:pt x="287" y="21"/>
                  </a:cubicBezTo>
                  <a:cubicBezTo>
                    <a:pt x="282" y="21"/>
                    <a:pt x="282" y="21"/>
                    <a:pt x="282" y="21"/>
                  </a:cubicBezTo>
                  <a:cubicBezTo>
                    <a:pt x="282" y="20"/>
                    <a:pt x="282" y="20"/>
                    <a:pt x="282" y="20"/>
                  </a:cubicBezTo>
                  <a:cubicBezTo>
                    <a:pt x="283" y="20"/>
                    <a:pt x="285" y="19"/>
                    <a:pt x="286" y="17"/>
                  </a:cubicBezTo>
                  <a:cubicBezTo>
                    <a:pt x="287" y="16"/>
                    <a:pt x="288" y="15"/>
                    <a:pt x="289" y="13"/>
                  </a:cubicBezTo>
                  <a:cubicBezTo>
                    <a:pt x="290" y="12"/>
                    <a:pt x="291" y="10"/>
                    <a:pt x="292" y="7"/>
                  </a:cubicBezTo>
                  <a:cubicBezTo>
                    <a:pt x="293" y="7"/>
                    <a:pt x="293" y="7"/>
                    <a:pt x="293" y="7"/>
                  </a:cubicBezTo>
                  <a:close/>
                  <a:moveTo>
                    <a:pt x="306" y="19"/>
                  </a:moveTo>
                  <a:cubicBezTo>
                    <a:pt x="321" y="19"/>
                    <a:pt x="321" y="19"/>
                    <a:pt x="321" y="19"/>
                  </a:cubicBezTo>
                  <a:cubicBezTo>
                    <a:pt x="321" y="20"/>
                    <a:pt x="321" y="20"/>
                    <a:pt x="321" y="2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19" y="20"/>
                    <a:pt x="318" y="20"/>
                    <a:pt x="318" y="21"/>
                  </a:cubicBezTo>
                  <a:cubicBezTo>
                    <a:pt x="317" y="21"/>
                    <a:pt x="317" y="22"/>
                    <a:pt x="317" y="22"/>
                  </a:cubicBezTo>
                  <a:cubicBezTo>
                    <a:pt x="317" y="23"/>
                    <a:pt x="317" y="25"/>
                    <a:pt x="318" y="26"/>
                  </a:cubicBezTo>
                  <a:cubicBezTo>
                    <a:pt x="326" y="43"/>
                    <a:pt x="326" y="43"/>
                    <a:pt x="326" y="43"/>
                  </a:cubicBezTo>
                  <a:cubicBezTo>
                    <a:pt x="333" y="25"/>
                    <a:pt x="333" y="25"/>
                    <a:pt x="333" y="25"/>
                  </a:cubicBezTo>
                  <a:cubicBezTo>
                    <a:pt x="334" y="23"/>
                    <a:pt x="334" y="23"/>
                    <a:pt x="334" y="21"/>
                  </a:cubicBezTo>
                  <a:cubicBezTo>
                    <a:pt x="334" y="21"/>
                    <a:pt x="334" y="21"/>
                    <a:pt x="333" y="20"/>
                  </a:cubicBezTo>
                  <a:cubicBezTo>
                    <a:pt x="333" y="20"/>
                    <a:pt x="333" y="20"/>
                    <a:pt x="333" y="19"/>
                  </a:cubicBezTo>
                  <a:cubicBezTo>
                    <a:pt x="332" y="19"/>
                    <a:pt x="331" y="19"/>
                    <a:pt x="331" y="19"/>
                  </a:cubicBezTo>
                  <a:cubicBezTo>
                    <a:pt x="331" y="18"/>
                    <a:pt x="331" y="18"/>
                    <a:pt x="331" y="18"/>
                  </a:cubicBezTo>
                  <a:cubicBezTo>
                    <a:pt x="341" y="18"/>
                    <a:pt x="341" y="18"/>
                    <a:pt x="341" y="18"/>
                  </a:cubicBezTo>
                  <a:cubicBezTo>
                    <a:pt x="341" y="19"/>
                    <a:pt x="341" y="19"/>
                    <a:pt x="341" y="19"/>
                  </a:cubicBezTo>
                  <a:cubicBezTo>
                    <a:pt x="341" y="19"/>
                    <a:pt x="340" y="19"/>
                    <a:pt x="339" y="19"/>
                  </a:cubicBezTo>
                  <a:cubicBezTo>
                    <a:pt x="339" y="20"/>
                    <a:pt x="338" y="20"/>
                    <a:pt x="338" y="21"/>
                  </a:cubicBezTo>
                  <a:cubicBezTo>
                    <a:pt x="337" y="21"/>
                    <a:pt x="337" y="22"/>
                    <a:pt x="337" y="24"/>
                  </a:cubicBezTo>
                  <a:cubicBezTo>
                    <a:pt x="323" y="58"/>
                    <a:pt x="323" y="58"/>
                    <a:pt x="323" y="58"/>
                  </a:cubicBezTo>
                  <a:cubicBezTo>
                    <a:pt x="322" y="61"/>
                    <a:pt x="321" y="63"/>
                    <a:pt x="318" y="65"/>
                  </a:cubicBezTo>
                  <a:cubicBezTo>
                    <a:pt x="316" y="67"/>
                    <a:pt x="314" y="68"/>
                    <a:pt x="312" y="68"/>
                  </a:cubicBezTo>
                  <a:cubicBezTo>
                    <a:pt x="311" y="68"/>
                    <a:pt x="310" y="67"/>
                    <a:pt x="309" y="67"/>
                  </a:cubicBezTo>
                  <a:cubicBezTo>
                    <a:pt x="308" y="66"/>
                    <a:pt x="307" y="65"/>
                    <a:pt x="307" y="64"/>
                  </a:cubicBezTo>
                  <a:cubicBezTo>
                    <a:pt x="307" y="63"/>
                    <a:pt x="308" y="62"/>
                    <a:pt x="308" y="61"/>
                  </a:cubicBezTo>
                  <a:cubicBezTo>
                    <a:pt x="309" y="61"/>
                    <a:pt x="310" y="61"/>
                    <a:pt x="311" y="61"/>
                  </a:cubicBezTo>
                  <a:cubicBezTo>
                    <a:pt x="312" y="61"/>
                    <a:pt x="313" y="61"/>
                    <a:pt x="314" y="61"/>
                  </a:cubicBezTo>
                  <a:cubicBezTo>
                    <a:pt x="315" y="62"/>
                    <a:pt x="316" y="62"/>
                    <a:pt x="316" y="62"/>
                  </a:cubicBezTo>
                  <a:cubicBezTo>
                    <a:pt x="317" y="62"/>
                    <a:pt x="317" y="61"/>
                    <a:pt x="318" y="61"/>
                  </a:cubicBezTo>
                  <a:cubicBezTo>
                    <a:pt x="319" y="60"/>
                    <a:pt x="320" y="58"/>
                    <a:pt x="321" y="56"/>
                  </a:cubicBezTo>
                  <a:cubicBezTo>
                    <a:pt x="323" y="50"/>
                    <a:pt x="323" y="50"/>
                    <a:pt x="323" y="50"/>
                  </a:cubicBezTo>
                  <a:cubicBezTo>
                    <a:pt x="311" y="25"/>
                    <a:pt x="311" y="25"/>
                    <a:pt x="311" y="25"/>
                  </a:cubicBezTo>
                  <a:cubicBezTo>
                    <a:pt x="311" y="24"/>
                    <a:pt x="311" y="23"/>
                    <a:pt x="310" y="22"/>
                  </a:cubicBezTo>
                  <a:cubicBezTo>
                    <a:pt x="309" y="21"/>
                    <a:pt x="309" y="20"/>
                    <a:pt x="308" y="20"/>
                  </a:cubicBezTo>
                  <a:cubicBezTo>
                    <a:pt x="308" y="20"/>
                    <a:pt x="307" y="19"/>
                    <a:pt x="305" y="19"/>
                  </a:cubicBezTo>
                  <a:cubicBezTo>
                    <a:pt x="306" y="19"/>
                    <a:pt x="306" y="19"/>
                    <a:pt x="306" y="19"/>
                  </a:cubicBezTo>
                  <a:close/>
                  <a:moveTo>
                    <a:pt x="379" y="18"/>
                  </a:moveTo>
                  <a:cubicBezTo>
                    <a:pt x="383" y="18"/>
                    <a:pt x="387" y="20"/>
                    <a:pt x="391" y="24"/>
                  </a:cubicBezTo>
                  <a:cubicBezTo>
                    <a:pt x="393" y="27"/>
                    <a:pt x="395" y="31"/>
                    <a:pt x="395" y="35"/>
                  </a:cubicBezTo>
                  <a:cubicBezTo>
                    <a:pt x="395" y="39"/>
                    <a:pt x="394" y="41"/>
                    <a:pt x="393" y="45"/>
                  </a:cubicBezTo>
                  <a:cubicBezTo>
                    <a:pt x="391" y="48"/>
                    <a:pt x="389" y="50"/>
                    <a:pt x="387" y="52"/>
                  </a:cubicBezTo>
                  <a:cubicBezTo>
                    <a:pt x="385" y="53"/>
                    <a:pt x="382" y="54"/>
                    <a:pt x="379" y="54"/>
                  </a:cubicBezTo>
                  <a:cubicBezTo>
                    <a:pt x="374" y="54"/>
                    <a:pt x="370" y="52"/>
                    <a:pt x="367" y="48"/>
                  </a:cubicBezTo>
                  <a:cubicBezTo>
                    <a:pt x="365" y="45"/>
                    <a:pt x="363" y="41"/>
                    <a:pt x="363" y="37"/>
                  </a:cubicBezTo>
                  <a:cubicBezTo>
                    <a:pt x="363" y="33"/>
                    <a:pt x="364" y="30"/>
                    <a:pt x="366" y="27"/>
                  </a:cubicBezTo>
                  <a:cubicBezTo>
                    <a:pt x="367" y="24"/>
                    <a:pt x="369" y="22"/>
                    <a:pt x="372" y="21"/>
                  </a:cubicBezTo>
                  <a:cubicBezTo>
                    <a:pt x="373" y="19"/>
                    <a:pt x="376" y="18"/>
                    <a:pt x="379" y="18"/>
                  </a:cubicBezTo>
                  <a:close/>
                  <a:moveTo>
                    <a:pt x="377" y="20"/>
                  </a:moveTo>
                  <a:cubicBezTo>
                    <a:pt x="376" y="20"/>
                    <a:pt x="375" y="21"/>
                    <a:pt x="373" y="21"/>
                  </a:cubicBezTo>
                  <a:cubicBezTo>
                    <a:pt x="372" y="22"/>
                    <a:pt x="371" y="23"/>
                    <a:pt x="370" y="25"/>
                  </a:cubicBezTo>
                  <a:cubicBezTo>
                    <a:pt x="369" y="27"/>
                    <a:pt x="369" y="30"/>
                    <a:pt x="369" y="33"/>
                  </a:cubicBezTo>
                  <a:cubicBezTo>
                    <a:pt x="369" y="38"/>
                    <a:pt x="370" y="42"/>
                    <a:pt x="372" y="46"/>
                  </a:cubicBezTo>
                  <a:cubicBezTo>
                    <a:pt x="374" y="49"/>
                    <a:pt x="376" y="51"/>
                    <a:pt x="379" y="51"/>
                  </a:cubicBezTo>
                  <a:cubicBezTo>
                    <a:pt x="382" y="51"/>
                    <a:pt x="384" y="50"/>
                    <a:pt x="385" y="48"/>
                  </a:cubicBezTo>
                  <a:cubicBezTo>
                    <a:pt x="387" y="46"/>
                    <a:pt x="387" y="43"/>
                    <a:pt x="387" y="38"/>
                  </a:cubicBezTo>
                  <a:cubicBezTo>
                    <a:pt x="387" y="32"/>
                    <a:pt x="386" y="27"/>
                    <a:pt x="384" y="24"/>
                  </a:cubicBezTo>
                  <a:cubicBezTo>
                    <a:pt x="382" y="21"/>
                    <a:pt x="380" y="20"/>
                    <a:pt x="377" y="20"/>
                  </a:cubicBezTo>
                  <a:close/>
                  <a:moveTo>
                    <a:pt x="415" y="21"/>
                  </a:moveTo>
                  <a:cubicBezTo>
                    <a:pt x="415" y="44"/>
                    <a:pt x="415" y="44"/>
                    <a:pt x="415" y="44"/>
                  </a:cubicBezTo>
                  <a:cubicBezTo>
                    <a:pt x="415" y="47"/>
                    <a:pt x="416" y="49"/>
                    <a:pt x="416" y="50"/>
                  </a:cubicBezTo>
                  <a:cubicBezTo>
                    <a:pt x="417" y="51"/>
                    <a:pt x="418" y="51"/>
                    <a:pt x="420" y="51"/>
                  </a:cubicBezTo>
                  <a:cubicBezTo>
                    <a:pt x="423" y="51"/>
                    <a:pt x="423" y="51"/>
                    <a:pt x="423" y="51"/>
                  </a:cubicBezTo>
                  <a:cubicBezTo>
                    <a:pt x="423" y="53"/>
                    <a:pt x="423" y="53"/>
                    <a:pt x="423" y="53"/>
                  </a:cubicBezTo>
                  <a:cubicBezTo>
                    <a:pt x="403" y="53"/>
                    <a:pt x="403" y="53"/>
                    <a:pt x="403" y="53"/>
                  </a:cubicBezTo>
                  <a:cubicBezTo>
                    <a:pt x="403" y="51"/>
                    <a:pt x="403" y="51"/>
                    <a:pt x="403" y="51"/>
                  </a:cubicBezTo>
                  <a:cubicBezTo>
                    <a:pt x="405" y="51"/>
                    <a:pt x="405" y="51"/>
                    <a:pt x="405" y="51"/>
                  </a:cubicBezTo>
                  <a:cubicBezTo>
                    <a:pt x="406" y="51"/>
                    <a:pt x="407" y="51"/>
                    <a:pt x="408" y="51"/>
                  </a:cubicBezTo>
                  <a:cubicBezTo>
                    <a:pt x="409" y="50"/>
                    <a:pt x="409" y="49"/>
                    <a:pt x="409" y="49"/>
                  </a:cubicBezTo>
                  <a:cubicBezTo>
                    <a:pt x="410" y="48"/>
                    <a:pt x="410" y="46"/>
                    <a:pt x="410" y="44"/>
                  </a:cubicBezTo>
                  <a:cubicBezTo>
                    <a:pt x="410" y="21"/>
                    <a:pt x="410" y="21"/>
                    <a:pt x="410" y="21"/>
                  </a:cubicBezTo>
                  <a:cubicBezTo>
                    <a:pt x="403" y="21"/>
                    <a:pt x="403" y="21"/>
                    <a:pt x="403" y="21"/>
                  </a:cubicBezTo>
                  <a:cubicBezTo>
                    <a:pt x="403" y="19"/>
                    <a:pt x="403" y="19"/>
                    <a:pt x="403" y="19"/>
                  </a:cubicBezTo>
                  <a:cubicBezTo>
                    <a:pt x="410" y="19"/>
                    <a:pt x="410" y="19"/>
                    <a:pt x="410" y="19"/>
                  </a:cubicBezTo>
                  <a:cubicBezTo>
                    <a:pt x="410" y="16"/>
                    <a:pt x="410" y="16"/>
                    <a:pt x="410" y="16"/>
                  </a:cubicBezTo>
                  <a:cubicBezTo>
                    <a:pt x="410" y="13"/>
                    <a:pt x="410" y="10"/>
                    <a:pt x="411" y="7"/>
                  </a:cubicBezTo>
                  <a:cubicBezTo>
                    <a:pt x="413" y="5"/>
                    <a:pt x="414" y="3"/>
                    <a:pt x="416" y="2"/>
                  </a:cubicBezTo>
                  <a:cubicBezTo>
                    <a:pt x="418" y="0"/>
                    <a:pt x="421" y="0"/>
                    <a:pt x="423" y="0"/>
                  </a:cubicBezTo>
                  <a:cubicBezTo>
                    <a:pt x="426" y="0"/>
                    <a:pt x="428" y="1"/>
                    <a:pt x="430" y="2"/>
                  </a:cubicBezTo>
                  <a:cubicBezTo>
                    <a:pt x="431" y="3"/>
                    <a:pt x="432" y="5"/>
                    <a:pt x="432" y="6"/>
                  </a:cubicBezTo>
                  <a:cubicBezTo>
                    <a:pt x="432" y="7"/>
                    <a:pt x="432" y="7"/>
                    <a:pt x="431" y="8"/>
                  </a:cubicBezTo>
                  <a:cubicBezTo>
                    <a:pt x="431" y="9"/>
                    <a:pt x="430" y="9"/>
                    <a:pt x="429" y="9"/>
                  </a:cubicBezTo>
                  <a:cubicBezTo>
                    <a:pt x="429" y="9"/>
                    <a:pt x="428" y="8"/>
                    <a:pt x="428" y="8"/>
                  </a:cubicBezTo>
                  <a:cubicBezTo>
                    <a:pt x="427" y="7"/>
                    <a:pt x="427" y="7"/>
                    <a:pt x="425" y="5"/>
                  </a:cubicBezTo>
                  <a:cubicBezTo>
                    <a:pt x="425" y="4"/>
                    <a:pt x="424" y="3"/>
                    <a:pt x="423" y="2"/>
                  </a:cubicBezTo>
                  <a:cubicBezTo>
                    <a:pt x="422" y="2"/>
                    <a:pt x="421" y="1"/>
                    <a:pt x="421" y="1"/>
                  </a:cubicBezTo>
                  <a:cubicBezTo>
                    <a:pt x="419" y="1"/>
                    <a:pt x="419" y="2"/>
                    <a:pt x="418" y="2"/>
                  </a:cubicBezTo>
                  <a:cubicBezTo>
                    <a:pt x="417" y="3"/>
                    <a:pt x="417" y="4"/>
                    <a:pt x="416" y="5"/>
                  </a:cubicBezTo>
                  <a:cubicBezTo>
                    <a:pt x="416" y="6"/>
                    <a:pt x="416" y="9"/>
                    <a:pt x="416" y="15"/>
                  </a:cubicBezTo>
                  <a:cubicBezTo>
                    <a:pt x="416" y="17"/>
                    <a:pt x="416" y="17"/>
                    <a:pt x="416" y="17"/>
                  </a:cubicBezTo>
                  <a:cubicBezTo>
                    <a:pt x="424" y="17"/>
                    <a:pt x="424" y="17"/>
                    <a:pt x="424" y="17"/>
                  </a:cubicBezTo>
                  <a:cubicBezTo>
                    <a:pt x="424" y="21"/>
                    <a:pt x="424" y="21"/>
                    <a:pt x="424" y="21"/>
                  </a:cubicBezTo>
                  <a:cubicBezTo>
                    <a:pt x="415" y="21"/>
                    <a:pt x="415" y="21"/>
                    <a:pt x="415" y="21"/>
                  </a:cubicBezTo>
                  <a:close/>
                  <a:moveTo>
                    <a:pt x="477" y="1"/>
                  </a:moveTo>
                  <a:cubicBezTo>
                    <a:pt x="477" y="19"/>
                    <a:pt x="477" y="19"/>
                    <a:pt x="477" y="19"/>
                  </a:cubicBezTo>
                  <a:cubicBezTo>
                    <a:pt x="475" y="19"/>
                    <a:pt x="475" y="19"/>
                    <a:pt x="475" y="19"/>
                  </a:cubicBezTo>
                  <a:cubicBezTo>
                    <a:pt x="475" y="15"/>
                    <a:pt x="474" y="13"/>
                    <a:pt x="473" y="11"/>
                  </a:cubicBezTo>
                  <a:cubicBezTo>
                    <a:pt x="472" y="9"/>
                    <a:pt x="470" y="7"/>
                    <a:pt x="468" y="6"/>
                  </a:cubicBezTo>
                  <a:cubicBezTo>
                    <a:pt x="466" y="5"/>
                    <a:pt x="464" y="4"/>
                    <a:pt x="462" y="4"/>
                  </a:cubicBezTo>
                  <a:cubicBezTo>
                    <a:pt x="459" y="4"/>
                    <a:pt x="457" y="5"/>
                    <a:pt x="456" y="7"/>
                  </a:cubicBezTo>
                  <a:cubicBezTo>
                    <a:pt x="454" y="8"/>
                    <a:pt x="453" y="10"/>
                    <a:pt x="453" y="12"/>
                  </a:cubicBezTo>
                  <a:cubicBezTo>
                    <a:pt x="453" y="13"/>
                    <a:pt x="454" y="15"/>
                    <a:pt x="455" y="16"/>
                  </a:cubicBezTo>
                  <a:cubicBezTo>
                    <a:pt x="457" y="18"/>
                    <a:pt x="460" y="20"/>
                    <a:pt x="465" y="23"/>
                  </a:cubicBezTo>
                  <a:cubicBezTo>
                    <a:pt x="470" y="26"/>
                    <a:pt x="473" y="28"/>
                    <a:pt x="475" y="29"/>
                  </a:cubicBezTo>
                  <a:cubicBezTo>
                    <a:pt x="476" y="31"/>
                    <a:pt x="477" y="32"/>
                    <a:pt x="479" y="34"/>
                  </a:cubicBezTo>
                  <a:cubicBezTo>
                    <a:pt x="479" y="36"/>
                    <a:pt x="480" y="38"/>
                    <a:pt x="480" y="40"/>
                  </a:cubicBezTo>
                  <a:cubicBezTo>
                    <a:pt x="480" y="44"/>
                    <a:pt x="478" y="47"/>
                    <a:pt x="475" y="50"/>
                  </a:cubicBezTo>
                  <a:cubicBezTo>
                    <a:pt x="473" y="53"/>
                    <a:pt x="469" y="54"/>
                    <a:pt x="465" y="54"/>
                  </a:cubicBezTo>
                  <a:cubicBezTo>
                    <a:pt x="463" y="54"/>
                    <a:pt x="462" y="54"/>
                    <a:pt x="461" y="53"/>
                  </a:cubicBezTo>
                  <a:cubicBezTo>
                    <a:pt x="460" y="53"/>
                    <a:pt x="458" y="53"/>
                    <a:pt x="456" y="52"/>
                  </a:cubicBezTo>
                  <a:cubicBezTo>
                    <a:pt x="454" y="51"/>
                    <a:pt x="453" y="51"/>
                    <a:pt x="452" y="51"/>
                  </a:cubicBezTo>
                  <a:cubicBezTo>
                    <a:pt x="451" y="51"/>
                    <a:pt x="451" y="51"/>
                    <a:pt x="450" y="51"/>
                  </a:cubicBezTo>
                  <a:cubicBezTo>
                    <a:pt x="450" y="52"/>
                    <a:pt x="450" y="53"/>
                    <a:pt x="449" y="54"/>
                  </a:cubicBezTo>
                  <a:cubicBezTo>
                    <a:pt x="448" y="54"/>
                    <a:pt x="448" y="54"/>
                    <a:pt x="448" y="54"/>
                  </a:cubicBezTo>
                  <a:cubicBezTo>
                    <a:pt x="448" y="37"/>
                    <a:pt x="448" y="37"/>
                    <a:pt x="448" y="37"/>
                  </a:cubicBezTo>
                  <a:cubicBezTo>
                    <a:pt x="449" y="37"/>
                    <a:pt x="449" y="37"/>
                    <a:pt x="449" y="37"/>
                  </a:cubicBezTo>
                  <a:cubicBezTo>
                    <a:pt x="450" y="40"/>
                    <a:pt x="451" y="43"/>
                    <a:pt x="452" y="45"/>
                  </a:cubicBezTo>
                  <a:cubicBezTo>
                    <a:pt x="453" y="46"/>
                    <a:pt x="455" y="48"/>
                    <a:pt x="457" y="49"/>
                  </a:cubicBezTo>
                  <a:cubicBezTo>
                    <a:pt x="459" y="50"/>
                    <a:pt x="461" y="51"/>
                    <a:pt x="464" y="51"/>
                  </a:cubicBezTo>
                  <a:cubicBezTo>
                    <a:pt x="467" y="51"/>
                    <a:pt x="469" y="50"/>
                    <a:pt x="471" y="48"/>
                  </a:cubicBezTo>
                  <a:cubicBezTo>
                    <a:pt x="473" y="47"/>
                    <a:pt x="473" y="45"/>
                    <a:pt x="473" y="43"/>
                  </a:cubicBezTo>
                  <a:cubicBezTo>
                    <a:pt x="473" y="41"/>
                    <a:pt x="473" y="40"/>
                    <a:pt x="473" y="39"/>
                  </a:cubicBezTo>
                  <a:cubicBezTo>
                    <a:pt x="472" y="38"/>
                    <a:pt x="471" y="37"/>
                    <a:pt x="469" y="35"/>
                  </a:cubicBezTo>
                  <a:cubicBezTo>
                    <a:pt x="469" y="35"/>
                    <a:pt x="466" y="33"/>
                    <a:pt x="462" y="31"/>
                  </a:cubicBezTo>
                  <a:cubicBezTo>
                    <a:pt x="458" y="28"/>
                    <a:pt x="455" y="26"/>
                    <a:pt x="453" y="25"/>
                  </a:cubicBezTo>
                  <a:cubicBezTo>
                    <a:pt x="451" y="23"/>
                    <a:pt x="450" y="22"/>
                    <a:pt x="449" y="20"/>
                  </a:cubicBezTo>
                  <a:cubicBezTo>
                    <a:pt x="448" y="19"/>
                    <a:pt x="448" y="17"/>
                    <a:pt x="448" y="15"/>
                  </a:cubicBezTo>
                  <a:cubicBezTo>
                    <a:pt x="448" y="11"/>
                    <a:pt x="449" y="8"/>
                    <a:pt x="452" y="5"/>
                  </a:cubicBezTo>
                  <a:cubicBezTo>
                    <a:pt x="455" y="3"/>
                    <a:pt x="458" y="1"/>
                    <a:pt x="462" y="1"/>
                  </a:cubicBezTo>
                  <a:cubicBezTo>
                    <a:pt x="464" y="1"/>
                    <a:pt x="467" y="2"/>
                    <a:pt x="470" y="3"/>
                  </a:cubicBezTo>
                  <a:cubicBezTo>
                    <a:pt x="471" y="4"/>
                    <a:pt x="472" y="4"/>
                    <a:pt x="473" y="4"/>
                  </a:cubicBezTo>
                  <a:cubicBezTo>
                    <a:pt x="473" y="4"/>
                    <a:pt x="474" y="4"/>
                    <a:pt x="474" y="4"/>
                  </a:cubicBezTo>
                  <a:cubicBezTo>
                    <a:pt x="475" y="3"/>
                    <a:pt x="475" y="3"/>
                    <a:pt x="475" y="1"/>
                  </a:cubicBezTo>
                  <a:cubicBezTo>
                    <a:pt x="477" y="1"/>
                    <a:pt x="477" y="1"/>
                    <a:pt x="477" y="1"/>
                  </a:cubicBezTo>
                  <a:close/>
                  <a:moveTo>
                    <a:pt x="517" y="40"/>
                  </a:moveTo>
                  <a:cubicBezTo>
                    <a:pt x="517" y="44"/>
                    <a:pt x="515" y="48"/>
                    <a:pt x="512" y="50"/>
                  </a:cubicBezTo>
                  <a:cubicBezTo>
                    <a:pt x="510" y="53"/>
                    <a:pt x="507" y="54"/>
                    <a:pt x="504" y="54"/>
                  </a:cubicBezTo>
                  <a:cubicBezTo>
                    <a:pt x="500" y="54"/>
                    <a:pt x="497" y="52"/>
                    <a:pt x="494" y="49"/>
                  </a:cubicBezTo>
                  <a:cubicBezTo>
                    <a:pt x="491" y="46"/>
                    <a:pt x="490" y="41"/>
                    <a:pt x="490" y="36"/>
                  </a:cubicBezTo>
                  <a:cubicBezTo>
                    <a:pt x="490" y="31"/>
                    <a:pt x="492" y="26"/>
                    <a:pt x="495" y="23"/>
                  </a:cubicBezTo>
                  <a:cubicBezTo>
                    <a:pt x="498" y="19"/>
                    <a:pt x="501" y="17"/>
                    <a:pt x="506" y="17"/>
                  </a:cubicBezTo>
                  <a:cubicBezTo>
                    <a:pt x="509" y="17"/>
                    <a:pt x="512" y="18"/>
                    <a:pt x="514" y="20"/>
                  </a:cubicBezTo>
                  <a:cubicBezTo>
                    <a:pt x="516" y="22"/>
                    <a:pt x="517" y="24"/>
                    <a:pt x="517" y="26"/>
                  </a:cubicBezTo>
                  <a:cubicBezTo>
                    <a:pt x="517" y="27"/>
                    <a:pt x="517" y="27"/>
                    <a:pt x="516" y="28"/>
                  </a:cubicBezTo>
                  <a:cubicBezTo>
                    <a:pt x="516" y="29"/>
                    <a:pt x="515" y="29"/>
                    <a:pt x="514" y="29"/>
                  </a:cubicBezTo>
                  <a:cubicBezTo>
                    <a:pt x="512" y="29"/>
                    <a:pt x="511" y="29"/>
                    <a:pt x="511" y="27"/>
                  </a:cubicBezTo>
                  <a:cubicBezTo>
                    <a:pt x="510" y="27"/>
                    <a:pt x="510" y="26"/>
                    <a:pt x="510" y="25"/>
                  </a:cubicBezTo>
                  <a:cubicBezTo>
                    <a:pt x="510" y="23"/>
                    <a:pt x="509" y="22"/>
                    <a:pt x="508" y="21"/>
                  </a:cubicBezTo>
                  <a:cubicBezTo>
                    <a:pt x="507" y="21"/>
                    <a:pt x="506" y="20"/>
                    <a:pt x="505" y="20"/>
                  </a:cubicBezTo>
                  <a:cubicBezTo>
                    <a:pt x="502" y="20"/>
                    <a:pt x="500" y="21"/>
                    <a:pt x="499" y="23"/>
                  </a:cubicBezTo>
                  <a:cubicBezTo>
                    <a:pt x="497" y="25"/>
                    <a:pt x="496" y="29"/>
                    <a:pt x="496" y="33"/>
                  </a:cubicBezTo>
                  <a:cubicBezTo>
                    <a:pt x="496" y="37"/>
                    <a:pt x="497" y="40"/>
                    <a:pt x="499" y="43"/>
                  </a:cubicBezTo>
                  <a:cubicBezTo>
                    <a:pt x="501" y="47"/>
                    <a:pt x="503" y="48"/>
                    <a:pt x="507" y="48"/>
                  </a:cubicBezTo>
                  <a:cubicBezTo>
                    <a:pt x="509" y="48"/>
                    <a:pt x="511" y="47"/>
                    <a:pt x="513" y="46"/>
                  </a:cubicBezTo>
                  <a:cubicBezTo>
                    <a:pt x="514" y="45"/>
                    <a:pt x="515" y="43"/>
                    <a:pt x="517" y="40"/>
                  </a:cubicBezTo>
                  <a:cubicBezTo>
                    <a:pt x="517" y="40"/>
                    <a:pt x="517" y="40"/>
                    <a:pt x="517" y="40"/>
                  </a:cubicBezTo>
                  <a:close/>
                  <a:moveTo>
                    <a:pt x="534" y="0"/>
                  </a:moveTo>
                  <a:cubicBezTo>
                    <a:pt x="535" y="0"/>
                    <a:pt x="536" y="0"/>
                    <a:pt x="537" y="1"/>
                  </a:cubicBezTo>
                  <a:cubicBezTo>
                    <a:pt x="537" y="2"/>
                    <a:pt x="538" y="3"/>
                    <a:pt x="538" y="4"/>
                  </a:cubicBezTo>
                  <a:cubicBezTo>
                    <a:pt x="538" y="5"/>
                    <a:pt x="537" y="6"/>
                    <a:pt x="537" y="7"/>
                  </a:cubicBezTo>
                  <a:cubicBezTo>
                    <a:pt x="536" y="7"/>
                    <a:pt x="535" y="8"/>
                    <a:pt x="534" y="8"/>
                  </a:cubicBezTo>
                  <a:cubicBezTo>
                    <a:pt x="533" y="8"/>
                    <a:pt x="532" y="7"/>
                    <a:pt x="532" y="7"/>
                  </a:cubicBezTo>
                  <a:cubicBezTo>
                    <a:pt x="531" y="6"/>
                    <a:pt x="531" y="5"/>
                    <a:pt x="531" y="4"/>
                  </a:cubicBezTo>
                  <a:cubicBezTo>
                    <a:pt x="531" y="3"/>
                    <a:pt x="531" y="2"/>
                    <a:pt x="532" y="1"/>
                  </a:cubicBezTo>
                  <a:cubicBezTo>
                    <a:pt x="532" y="0"/>
                    <a:pt x="533" y="0"/>
                    <a:pt x="534" y="0"/>
                  </a:cubicBezTo>
                  <a:close/>
                  <a:moveTo>
                    <a:pt x="537" y="18"/>
                  </a:moveTo>
                  <a:cubicBezTo>
                    <a:pt x="537" y="45"/>
                    <a:pt x="537" y="45"/>
                    <a:pt x="537" y="45"/>
                  </a:cubicBezTo>
                  <a:cubicBezTo>
                    <a:pt x="537" y="47"/>
                    <a:pt x="537" y="49"/>
                    <a:pt x="537" y="49"/>
                  </a:cubicBezTo>
                  <a:cubicBezTo>
                    <a:pt x="538" y="50"/>
                    <a:pt x="538" y="51"/>
                    <a:pt x="539" y="51"/>
                  </a:cubicBezTo>
                  <a:cubicBezTo>
                    <a:pt x="539" y="51"/>
                    <a:pt x="540" y="51"/>
                    <a:pt x="542" y="51"/>
                  </a:cubicBezTo>
                  <a:cubicBezTo>
                    <a:pt x="542" y="53"/>
                    <a:pt x="542" y="53"/>
                    <a:pt x="542" y="53"/>
                  </a:cubicBezTo>
                  <a:cubicBezTo>
                    <a:pt x="526" y="53"/>
                    <a:pt x="526" y="53"/>
                    <a:pt x="526" y="53"/>
                  </a:cubicBezTo>
                  <a:cubicBezTo>
                    <a:pt x="526" y="51"/>
                    <a:pt x="526" y="51"/>
                    <a:pt x="526" y="51"/>
                  </a:cubicBezTo>
                  <a:cubicBezTo>
                    <a:pt x="527" y="51"/>
                    <a:pt x="529" y="51"/>
                    <a:pt x="529" y="51"/>
                  </a:cubicBezTo>
                  <a:cubicBezTo>
                    <a:pt x="529" y="51"/>
                    <a:pt x="530" y="50"/>
                    <a:pt x="530" y="49"/>
                  </a:cubicBezTo>
                  <a:cubicBezTo>
                    <a:pt x="531" y="49"/>
                    <a:pt x="531" y="47"/>
                    <a:pt x="531" y="45"/>
                  </a:cubicBezTo>
                  <a:cubicBezTo>
                    <a:pt x="531" y="32"/>
                    <a:pt x="531" y="32"/>
                    <a:pt x="531" y="32"/>
                  </a:cubicBezTo>
                  <a:cubicBezTo>
                    <a:pt x="531" y="28"/>
                    <a:pt x="531" y="26"/>
                    <a:pt x="530" y="25"/>
                  </a:cubicBezTo>
                  <a:cubicBezTo>
                    <a:pt x="530" y="24"/>
                    <a:pt x="530" y="23"/>
                    <a:pt x="529" y="23"/>
                  </a:cubicBezTo>
                  <a:cubicBezTo>
                    <a:pt x="529" y="23"/>
                    <a:pt x="529" y="23"/>
                    <a:pt x="528" y="23"/>
                  </a:cubicBezTo>
                  <a:cubicBezTo>
                    <a:pt x="527" y="23"/>
                    <a:pt x="526" y="23"/>
                    <a:pt x="525" y="23"/>
                  </a:cubicBezTo>
                  <a:cubicBezTo>
                    <a:pt x="525" y="22"/>
                    <a:pt x="525" y="22"/>
                    <a:pt x="525" y="22"/>
                  </a:cubicBezTo>
                  <a:cubicBezTo>
                    <a:pt x="535" y="18"/>
                    <a:pt x="535" y="18"/>
                    <a:pt x="535" y="18"/>
                  </a:cubicBezTo>
                  <a:cubicBezTo>
                    <a:pt x="537" y="18"/>
                    <a:pt x="537" y="18"/>
                    <a:pt x="537" y="18"/>
                  </a:cubicBezTo>
                  <a:close/>
                  <a:moveTo>
                    <a:pt x="555" y="31"/>
                  </a:moveTo>
                  <a:cubicBezTo>
                    <a:pt x="555" y="37"/>
                    <a:pt x="557" y="40"/>
                    <a:pt x="559" y="43"/>
                  </a:cubicBezTo>
                  <a:cubicBezTo>
                    <a:pt x="561" y="46"/>
                    <a:pt x="564" y="48"/>
                    <a:pt x="567" y="48"/>
                  </a:cubicBezTo>
                  <a:cubicBezTo>
                    <a:pt x="569" y="48"/>
                    <a:pt x="571" y="47"/>
                    <a:pt x="573" y="46"/>
                  </a:cubicBezTo>
                  <a:cubicBezTo>
                    <a:pt x="575" y="45"/>
                    <a:pt x="576" y="43"/>
                    <a:pt x="577" y="39"/>
                  </a:cubicBezTo>
                  <a:cubicBezTo>
                    <a:pt x="578" y="40"/>
                    <a:pt x="578" y="40"/>
                    <a:pt x="578" y="40"/>
                  </a:cubicBezTo>
                  <a:cubicBezTo>
                    <a:pt x="578" y="43"/>
                    <a:pt x="576" y="47"/>
                    <a:pt x="574" y="49"/>
                  </a:cubicBezTo>
                  <a:cubicBezTo>
                    <a:pt x="571" y="52"/>
                    <a:pt x="568" y="53"/>
                    <a:pt x="565" y="53"/>
                  </a:cubicBezTo>
                  <a:cubicBezTo>
                    <a:pt x="561" y="53"/>
                    <a:pt x="557" y="52"/>
                    <a:pt x="555" y="49"/>
                  </a:cubicBezTo>
                  <a:cubicBezTo>
                    <a:pt x="552" y="45"/>
                    <a:pt x="551" y="41"/>
                    <a:pt x="551" y="36"/>
                  </a:cubicBezTo>
                  <a:cubicBezTo>
                    <a:pt x="551" y="30"/>
                    <a:pt x="552" y="25"/>
                    <a:pt x="555" y="22"/>
                  </a:cubicBezTo>
                  <a:cubicBezTo>
                    <a:pt x="558" y="19"/>
                    <a:pt x="561" y="17"/>
                    <a:pt x="566" y="17"/>
                  </a:cubicBezTo>
                  <a:cubicBezTo>
                    <a:pt x="569" y="17"/>
                    <a:pt x="573" y="19"/>
                    <a:pt x="575" y="21"/>
                  </a:cubicBezTo>
                  <a:cubicBezTo>
                    <a:pt x="577" y="23"/>
                    <a:pt x="579" y="27"/>
                    <a:pt x="579" y="31"/>
                  </a:cubicBezTo>
                  <a:cubicBezTo>
                    <a:pt x="555" y="31"/>
                    <a:pt x="555" y="31"/>
                    <a:pt x="555" y="31"/>
                  </a:cubicBezTo>
                  <a:close/>
                  <a:moveTo>
                    <a:pt x="555" y="29"/>
                  </a:moveTo>
                  <a:cubicBezTo>
                    <a:pt x="571" y="29"/>
                    <a:pt x="571" y="29"/>
                    <a:pt x="571" y="29"/>
                  </a:cubicBezTo>
                  <a:cubicBezTo>
                    <a:pt x="571" y="27"/>
                    <a:pt x="570" y="26"/>
                    <a:pt x="570" y="25"/>
                  </a:cubicBezTo>
                  <a:cubicBezTo>
                    <a:pt x="569" y="24"/>
                    <a:pt x="568" y="23"/>
                    <a:pt x="567" y="22"/>
                  </a:cubicBezTo>
                  <a:cubicBezTo>
                    <a:pt x="566" y="21"/>
                    <a:pt x="565" y="21"/>
                    <a:pt x="563" y="21"/>
                  </a:cubicBezTo>
                  <a:cubicBezTo>
                    <a:pt x="561" y="21"/>
                    <a:pt x="560" y="21"/>
                    <a:pt x="558" y="23"/>
                  </a:cubicBezTo>
                  <a:cubicBezTo>
                    <a:pt x="557" y="24"/>
                    <a:pt x="555" y="27"/>
                    <a:pt x="555" y="29"/>
                  </a:cubicBezTo>
                  <a:close/>
                  <a:moveTo>
                    <a:pt x="595" y="25"/>
                  </a:moveTo>
                  <a:cubicBezTo>
                    <a:pt x="599" y="20"/>
                    <a:pt x="603" y="18"/>
                    <a:pt x="606" y="18"/>
                  </a:cubicBezTo>
                  <a:cubicBezTo>
                    <a:pt x="608" y="18"/>
                    <a:pt x="609" y="18"/>
                    <a:pt x="611" y="19"/>
                  </a:cubicBezTo>
                  <a:cubicBezTo>
                    <a:pt x="612" y="20"/>
                    <a:pt x="613" y="21"/>
                    <a:pt x="614" y="23"/>
                  </a:cubicBezTo>
                  <a:cubicBezTo>
                    <a:pt x="615" y="25"/>
                    <a:pt x="615" y="27"/>
                    <a:pt x="615" y="30"/>
                  </a:cubicBezTo>
                  <a:cubicBezTo>
                    <a:pt x="615" y="45"/>
                    <a:pt x="615" y="45"/>
                    <a:pt x="615" y="45"/>
                  </a:cubicBezTo>
                  <a:cubicBezTo>
                    <a:pt x="615" y="47"/>
                    <a:pt x="615" y="48"/>
                    <a:pt x="615" y="49"/>
                  </a:cubicBezTo>
                  <a:cubicBezTo>
                    <a:pt x="616" y="50"/>
                    <a:pt x="616" y="50"/>
                    <a:pt x="617" y="51"/>
                  </a:cubicBezTo>
                  <a:cubicBezTo>
                    <a:pt x="617" y="51"/>
                    <a:pt x="618" y="51"/>
                    <a:pt x="620" y="51"/>
                  </a:cubicBezTo>
                  <a:cubicBezTo>
                    <a:pt x="620" y="52"/>
                    <a:pt x="620" y="52"/>
                    <a:pt x="620" y="52"/>
                  </a:cubicBezTo>
                  <a:cubicBezTo>
                    <a:pt x="604" y="52"/>
                    <a:pt x="604" y="52"/>
                    <a:pt x="604" y="52"/>
                  </a:cubicBezTo>
                  <a:cubicBezTo>
                    <a:pt x="604" y="51"/>
                    <a:pt x="604" y="51"/>
                    <a:pt x="604" y="51"/>
                  </a:cubicBezTo>
                  <a:cubicBezTo>
                    <a:pt x="605" y="51"/>
                    <a:pt x="605" y="51"/>
                    <a:pt x="605" y="51"/>
                  </a:cubicBezTo>
                  <a:cubicBezTo>
                    <a:pt x="606" y="51"/>
                    <a:pt x="607" y="51"/>
                    <a:pt x="608" y="50"/>
                  </a:cubicBezTo>
                  <a:cubicBezTo>
                    <a:pt x="609" y="50"/>
                    <a:pt x="609" y="49"/>
                    <a:pt x="609" y="48"/>
                  </a:cubicBezTo>
                  <a:cubicBezTo>
                    <a:pt x="609" y="48"/>
                    <a:pt x="609" y="47"/>
                    <a:pt x="609" y="45"/>
                  </a:cubicBezTo>
                  <a:cubicBezTo>
                    <a:pt x="609" y="31"/>
                    <a:pt x="609" y="31"/>
                    <a:pt x="609" y="31"/>
                  </a:cubicBezTo>
                  <a:cubicBezTo>
                    <a:pt x="609" y="27"/>
                    <a:pt x="609" y="25"/>
                    <a:pt x="608" y="24"/>
                  </a:cubicBezTo>
                  <a:cubicBezTo>
                    <a:pt x="607" y="23"/>
                    <a:pt x="606" y="22"/>
                    <a:pt x="604" y="22"/>
                  </a:cubicBezTo>
                  <a:cubicBezTo>
                    <a:pt x="601" y="22"/>
                    <a:pt x="598" y="23"/>
                    <a:pt x="595" y="27"/>
                  </a:cubicBezTo>
                  <a:cubicBezTo>
                    <a:pt x="595" y="45"/>
                    <a:pt x="595" y="45"/>
                    <a:pt x="595" y="45"/>
                  </a:cubicBezTo>
                  <a:cubicBezTo>
                    <a:pt x="595" y="47"/>
                    <a:pt x="595" y="48"/>
                    <a:pt x="596" y="49"/>
                  </a:cubicBezTo>
                  <a:cubicBezTo>
                    <a:pt x="596" y="50"/>
                    <a:pt x="597" y="50"/>
                    <a:pt x="597" y="51"/>
                  </a:cubicBezTo>
                  <a:cubicBezTo>
                    <a:pt x="597" y="51"/>
                    <a:pt x="599" y="51"/>
                    <a:pt x="601" y="51"/>
                  </a:cubicBezTo>
                  <a:cubicBezTo>
                    <a:pt x="601" y="52"/>
                    <a:pt x="601" y="52"/>
                    <a:pt x="601" y="52"/>
                  </a:cubicBezTo>
                  <a:cubicBezTo>
                    <a:pt x="585" y="52"/>
                    <a:pt x="585" y="52"/>
                    <a:pt x="585" y="52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5" y="51"/>
                    <a:pt x="585" y="51"/>
                    <a:pt x="585" y="51"/>
                  </a:cubicBezTo>
                  <a:cubicBezTo>
                    <a:pt x="587" y="51"/>
                    <a:pt x="588" y="51"/>
                    <a:pt x="589" y="50"/>
                  </a:cubicBezTo>
                  <a:cubicBezTo>
                    <a:pt x="589" y="49"/>
                    <a:pt x="589" y="47"/>
                    <a:pt x="589" y="45"/>
                  </a:cubicBezTo>
                  <a:cubicBezTo>
                    <a:pt x="589" y="32"/>
                    <a:pt x="589" y="32"/>
                    <a:pt x="589" y="32"/>
                  </a:cubicBezTo>
                  <a:cubicBezTo>
                    <a:pt x="589" y="28"/>
                    <a:pt x="589" y="25"/>
                    <a:pt x="589" y="24"/>
                  </a:cubicBezTo>
                  <a:cubicBezTo>
                    <a:pt x="589" y="23"/>
                    <a:pt x="589" y="23"/>
                    <a:pt x="588" y="22"/>
                  </a:cubicBezTo>
                  <a:cubicBezTo>
                    <a:pt x="588" y="22"/>
                    <a:pt x="587" y="22"/>
                    <a:pt x="587" y="22"/>
                  </a:cubicBezTo>
                  <a:cubicBezTo>
                    <a:pt x="586" y="22"/>
                    <a:pt x="585" y="22"/>
                    <a:pt x="584" y="22"/>
                  </a:cubicBezTo>
                  <a:cubicBezTo>
                    <a:pt x="584" y="21"/>
                    <a:pt x="584" y="21"/>
                    <a:pt x="584" y="21"/>
                  </a:cubicBezTo>
                  <a:cubicBezTo>
                    <a:pt x="594" y="17"/>
                    <a:pt x="594" y="17"/>
                    <a:pt x="594" y="17"/>
                  </a:cubicBezTo>
                  <a:cubicBezTo>
                    <a:pt x="595" y="17"/>
                    <a:pt x="595" y="17"/>
                    <a:pt x="595" y="17"/>
                  </a:cubicBezTo>
                  <a:cubicBezTo>
                    <a:pt x="595" y="25"/>
                    <a:pt x="595" y="25"/>
                    <a:pt x="595" y="25"/>
                  </a:cubicBezTo>
                  <a:close/>
                  <a:moveTo>
                    <a:pt x="654" y="40"/>
                  </a:moveTo>
                  <a:cubicBezTo>
                    <a:pt x="653" y="44"/>
                    <a:pt x="651" y="48"/>
                    <a:pt x="649" y="50"/>
                  </a:cubicBezTo>
                  <a:cubicBezTo>
                    <a:pt x="646" y="53"/>
                    <a:pt x="643" y="54"/>
                    <a:pt x="640" y="54"/>
                  </a:cubicBezTo>
                  <a:cubicBezTo>
                    <a:pt x="637" y="54"/>
                    <a:pt x="633" y="52"/>
                    <a:pt x="631" y="49"/>
                  </a:cubicBezTo>
                  <a:cubicBezTo>
                    <a:pt x="628" y="46"/>
                    <a:pt x="627" y="41"/>
                    <a:pt x="627" y="36"/>
                  </a:cubicBezTo>
                  <a:cubicBezTo>
                    <a:pt x="627" y="31"/>
                    <a:pt x="628" y="26"/>
                    <a:pt x="631" y="23"/>
                  </a:cubicBezTo>
                  <a:cubicBezTo>
                    <a:pt x="634" y="19"/>
                    <a:pt x="638" y="17"/>
                    <a:pt x="642" y="17"/>
                  </a:cubicBezTo>
                  <a:cubicBezTo>
                    <a:pt x="645" y="17"/>
                    <a:pt x="648" y="18"/>
                    <a:pt x="650" y="20"/>
                  </a:cubicBezTo>
                  <a:cubicBezTo>
                    <a:pt x="652" y="22"/>
                    <a:pt x="653" y="24"/>
                    <a:pt x="653" y="26"/>
                  </a:cubicBezTo>
                  <a:cubicBezTo>
                    <a:pt x="653" y="27"/>
                    <a:pt x="653" y="27"/>
                    <a:pt x="653" y="28"/>
                  </a:cubicBezTo>
                  <a:cubicBezTo>
                    <a:pt x="652" y="29"/>
                    <a:pt x="651" y="29"/>
                    <a:pt x="650" y="29"/>
                  </a:cubicBezTo>
                  <a:cubicBezTo>
                    <a:pt x="649" y="29"/>
                    <a:pt x="648" y="29"/>
                    <a:pt x="647" y="27"/>
                  </a:cubicBezTo>
                  <a:cubicBezTo>
                    <a:pt x="647" y="27"/>
                    <a:pt x="646" y="26"/>
                    <a:pt x="646" y="25"/>
                  </a:cubicBezTo>
                  <a:cubicBezTo>
                    <a:pt x="646" y="23"/>
                    <a:pt x="645" y="22"/>
                    <a:pt x="645" y="21"/>
                  </a:cubicBezTo>
                  <a:cubicBezTo>
                    <a:pt x="644" y="21"/>
                    <a:pt x="643" y="20"/>
                    <a:pt x="641" y="20"/>
                  </a:cubicBezTo>
                  <a:cubicBezTo>
                    <a:pt x="639" y="20"/>
                    <a:pt x="637" y="21"/>
                    <a:pt x="635" y="23"/>
                  </a:cubicBezTo>
                  <a:cubicBezTo>
                    <a:pt x="633" y="25"/>
                    <a:pt x="633" y="29"/>
                    <a:pt x="633" y="33"/>
                  </a:cubicBezTo>
                  <a:cubicBezTo>
                    <a:pt x="633" y="37"/>
                    <a:pt x="633" y="40"/>
                    <a:pt x="635" y="43"/>
                  </a:cubicBezTo>
                  <a:cubicBezTo>
                    <a:pt x="637" y="47"/>
                    <a:pt x="640" y="48"/>
                    <a:pt x="643" y="48"/>
                  </a:cubicBezTo>
                  <a:cubicBezTo>
                    <a:pt x="645" y="48"/>
                    <a:pt x="647" y="47"/>
                    <a:pt x="649" y="46"/>
                  </a:cubicBezTo>
                  <a:cubicBezTo>
                    <a:pt x="651" y="45"/>
                    <a:pt x="652" y="43"/>
                    <a:pt x="654" y="40"/>
                  </a:cubicBezTo>
                  <a:cubicBezTo>
                    <a:pt x="654" y="40"/>
                    <a:pt x="654" y="40"/>
                    <a:pt x="654" y="40"/>
                  </a:cubicBezTo>
                  <a:close/>
                  <a:moveTo>
                    <a:pt x="668" y="31"/>
                  </a:moveTo>
                  <a:cubicBezTo>
                    <a:pt x="668" y="37"/>
                    <a:pt x="669" y="40"/>
                    <a:pt x="671" y="43"/>
                  </a:cubicBezTo>
                  <a:cubicBezTo>
                    <a:pt x="674" y="46"/>
                    <a:pt x="677" y="48"/>
                    <a:pt x="680" y="48"/>
                  </a:cubicBezTo>
                  <a:cubicBezTo>
                    <a:pt x="682" y="48"/>
                    <a:pt x="684" y="47"/>
                    <a:pt x="685" y="46"/>
                  </a:cubicBezTo>
                  <a:cubicBezTo>
                    <a:pt x="687" y="45"/>
                    <a:pt x="688" y="43"/>
                    <a:pt x="689" y="39"/>
                  </a:cubicBezTo>
                  <a:cubicBezTo>
                    <a:pt x="691" y="40"/>
                    <a:pt x="691" y="40"/>
                    <a:pt x="691" y="40"/>
                  </a:cubicBezTo>
                  <a:cubicBezTo>
                    <a:pt x="690" y="43"/>
                    <a:pt x="689" y="47"/>
                    <a:pt x="686" y="49"/>
                  </a:cubicBezTo>
                  <a:cubicBezTo>
                    <a:pt x="684" y="52"/>
                    <a:pt x="681" y="53"/>
                    <a:pt x="677" y="53"/>
                  </a:cubicBezTo>
                  <a:cubicBezTo>
                    <a:pt x="673" y="53"/>
                    <a:pt x="670" y="52"/>
                    <a:pt x="667" y="49"/>
                  </a:cubicBezTo>
                  <a:cubicBezTo>
                    <a:pt x="664" y="45"/>
                    <a:pt x="663" y="41"/>
                    <a:pt x="663" y="36"/>
                  </a:cubicBezTo>
                  <a:cubicBezTo>
                    <a:pt x="663" y="30"/>
                    <a:pt x="665" y="25"/>
                    <a:pt x="667" y="22"/>
                  </a:cubicBezTo>
                  <a:cubicBezTo>
                    <a:pt x="670" y="19"/>
                    <a:pt x="674" y="17"/>
                    <a:pt x="678" y="17"/>
                  </a:cubicBezTo>
                  <a:cubicBezTo>
                    <a:pt x="682" y="17"/>
                    <a:pt x="685" y="19"/>
                    <a:pt x="687" y="21"/>
                  </a:cubicBezTo>
                  <a:cubicBezTo>
                    <a:pt x="690" y="23"/>
                    <a:pt x="691" y="27"/>
                    <a:pt x="691" y="31"/>
                  </a:cubicBezTo>
                  <a:cubicBezTo>
                    <a:pt x="668" y="31"/>
                    <a:pt x="668" y="31"/>
                    <a:pt x="668" y="31"/>
                  </a:cubicBezTo>
                  <a:close/>
                  <a:moveTo>
                    <a:pt x="668" y="29"/>
                  </a:moveTo>
                  <a:cubicBezTo>
                    <a:pt x="683" y="29"/>
                    <a:pt x="683" y="29"/>
                    <a:pt x="683" y="29"/>
                  </a:cubicBezTo>
                  <a:cubicBezTo>
                    <a:pt x="683" y="27"/>
                    <a:pt x="683" y="26"/>
                    <a:pt x="682" y="25"/>
                  </a:cubicBezTo>
                  <a:cubicBezTo>
                    <a:pt x="682" y="24"/>
                    <a:pt x="681" y="23"/>
                    <a:pt x="679" y="22"/>
                  </a:cubicBezTo>
                  <a:cubicBezTo>
                    <a:pt x="678" y="21"/>
                    <a:pt x="677" y="21"/>
                    <a:pt x="676" y="21"/>
                  </a:cubicBezTo>
                  <a:cubicBezTo>
                    <a:pt x="674" y="21"/>
                    <a:pt x="672" y="21"/>
                    <a:pt x="671" y="23"/>
                  </a:cubicBezTo>
                  <a:cubicBezTo>
                    <a:pt x="669" y="24"/>
                    <a:pt x="668" y="27"/>
                    <a:pt x="668" y="29"/>
                  </a:cubicBezTo>
                  <a:close/>
                  <a:moveTo>
                    <a:pt x="731" y="48"/>
                  </a:moveTo>
                  <a:cubicBezTo>
                    <a:pt x="728" y="51"/>
                    <a:pt x="726" y="52"/>
                    <a:pt x="725" y="53"/>
                  </a:cubicBezTo>
                  <a:cubicBezTo>
                    <a:pt x="724" y="53"/>
                    <a:pt x="722" y="53"/>
                    <a:pt x="721" y="53"/>
                  </a:cubicBezTo>
                  <a:cubicBezTo>
                    <a:pt x="719" y="53"/>
                    <a:pt x="717" y="53"/>
                    <a:pt x="715" y="51"/>
                  </a:cubicBezTo>
                  <a:cubicBezTo>
                    <a:pt x="714" y="49"/>
                    <a:pt x="713" y="47"/>
                    <a:pt x="713" y="45"/>
                  </a:cubicBezTo>
                  <a:cubicBezTo>
                    <a:pt x="713" y="43"/>
                    <a:pt x="714" y="41"/>
                    <a:pt x="715" y="40"/>
                  </a:cubicBezTo>
                  <a:cubicBezTo>
                    <a:pt x="715" y="39"/>
                    <a:pt x="717" y="37"/>
                    <a:pt x="720" y="35"/>
                  </a:cubicBezTo>
                  <a:cubicBezTo>
                    <a:pt x="722" y="34"/>
                    <a:pt x="726" y="32"/>
                    <a:pt x="732" y="30"/>
                  </a:cubicBezTo>
                  <a:cubicBezTo>
                    <a:pt x="732" y="29"/>
                    <a:pt x="732" y="29"/>
                    <a:pt x="732" y="29"/>
                  </a:cubicBezTo>
                  <a:cubicBezTo>
                    <a:pt x="732" y="25"/>
                    <a:pt x="731" y="23"/>
                    <a:pt x="730" y="22"/>
                  </a:cubicBezTo>
                  <a:cubicBezTo>
                    <a:pt x="729" y="21"/>
                    <a:pt x="728" y="20"/>
                    <a:pt x="726" y="20"/>
                  </a:cubicBezTo>
                  <a:cubicBezTo>
                    <a:pt x="724" y="20"/>
                    <a:pt x="723" y="20"/>
                    <a:pt x="722" y="21"/>
                  </a:cubicBezTo>
                  <a:cubicBezTo>
                    <a:pt x="721" y="22"/>
                    <a:pt x="721" y="23"/>
                    <a:pt x="721" y="24"/>
                  </a:cubicBezTo>
                  <a:cubicBezTo>
                    <a:pt x="721" y="26"/>
                    <a:pt x="721" y="26"/>
                    <a:pt x="721" y="26"/>
                  </a:cubicBezTo>
                  <a:cubicBezTo>
                    <a:pt x="721" y="27"/>
                    <a:pt x="721" y="28"/>
                    <a:pt x="720" y="29"/>
                  </a:cubicBezTo>
                  <a:cubicBezTo>
                    <a:pt x="720" y="29"/>
                    <a:pt x="719" y="29"/>
                    <a:pt x="718" y="29"/>
                  </a:cubicBezTo>
                  <a:cubicBezTo>
                    <a:pt x="717" y="29"/>
                    <a:pt x="717" y="29"/>
                    <a:pt x="716" y="29"/>
                  </a:cubicBezTo>
                  <a:cubicBezTo>
                    <a:pt x="716" y="28"/>
                    <a:pt x="715" y="27"/>
                    <a:pt x="715" y="26"/>
                  </a:cubicBezTo>
                  <a:cubicBezTo>
                    <a:pt x="715" y="24"/>
                    <a:pt x="717" y="22"/>
                    <a:pt x="719" y="20"/>
                  </a:cubicBezTo>
                  <a:cubicBezTo>
                    <a:pt x="721" y="18"/>
                    <a:pt x="724" y="17"/>
                    <a:pt x="727" y="17"/>
                  </a:cubicBezTo>
                  <a:cubicBezTo>
                    <a:pt x="730" y="17"/>
                    <a:pt x="733" y="17"/>
                    <a:pt x="735" y="19"/>
                  </a:cubicBezTo>
                  <a:cubicBezTo>
                    <a:pt x="736" y="19"/>
                    <a:pt x="737" y="21"/>
                    <a:pt x="738" y="22"/>
                  </a:cubicBezTo>
                  <a:cubicBezTo>
                    <a:pt x="738" y="23"/>
                    <a:pt x="739" y="25"/>
                    <a:pt x="739" y="29"/>
                  </a:cubicBezTo>
                  <a:cubicBezTo>
                    <a:pt x="739" y="40"/>
                    <a:pt x="739" y="40"/>
                    <a:pt x="739" y="40"/>
                  </a:cubicBezTo>
                  <a:cubicBezTo>
                    <a:pt x="739" y="43"/>
                    <a:pt x="739" y="45"/>
                    <a:pt x="739" y="46"/>
                  </a:cubicBezTo>
                  <a:cubicBezTo>
                    <a:pt x="739" y="47"/>
                    <a:pt x="739" y="47"/>
                    <a:pt x="739" y="48"/>
                  </a:cubicBezTo>
                  <a:cubicBezTo>
                    <a:pt x="739" y="48"/>
                    <a:pt x="739" y="48"/>
                    <a:pt x="740" y="48"/>
                  </a:cubicBezTo>
                  <a:cubicBezTo>
                    <a:pt x="740" y="48"/>
                    <a:pt x="741" y="48"/>
                    <a:pt x="741" y="48"/>
                  </a:cubicBezTo>
                  <a:cubicBezTo>
                    <a:pt x="741" y="47"/>
                    <a:pt x="743" y="47"/>
                    <a:pt x="744" y="45"/>
                  </a:cubicBezTo>
                  <a:cubicBezTo>
                    <a:pt x="744" y="47"/>
                    <a:pt x="744" y="47"/>
                    <a:pt x="744" y="47"/>
                  </a:cubicBezTo>
                  <a:cubicBezTo>
                    <a:pt x="741" y="51"/>
                    <a:pt x="739" y="53"/>
                    <a:pt x="736" y="53"/>
                  </a:cubicBezTo>
                  <a:cubicBezTo>
                    <a:pt x="735" y="53"/>
                    <a:pt x="734" y="52"/>
                    <a:pt x="733" y="51"/>
                  </a:cubicBezTo>
                  <a:cubicBezTo>
                    <a:pt x="732" y="51"/>
                    <a:pt x="731" y="50"/>
                    <a:pt x="731" y="48"/>
                  </a:cubicBezTo>
                  <a:close/>
                  <a:moveTo>
                    <a:pt x="731" y="45"/>
                  </a:moveTo>
                  <a:cubicBezTo>
                    <a:pt x="731" y="33"/>
                    <a:pt x="731" y="33"/>
                    <a:pt x="731" y="33"/>
                  </a:cubicBezTo>
                  <a:cubicBezTo>
                    <a:pt x="728" y="34"/>
                    <a:pt x="725" y="35"/>
                    <a:pt x="725" y="36"/>
                  </a:cubicBezTo>
                  <a:cubicBezTo>
                    <a:pt x="723" y="37"/>
                    <a:pt x="721" y="38"/>
                    <a:pt x="721" y="39"/>
                  </a:cubicBezTo>
                  <a:cubicBezTo>
                    <a:pt x="720" y="41"/>
                    <a:pt x="719" y="42"/>
                    <a:pt x="719" y="43"/>
                  </a:cubicBezTo>
                  <a:cubicBezTo>
                    <a:pt x="719" y="45"/>
                    <a:pt x="720" y="47"/>
                    <a:pt x="721" y="48"/>
                  </a:cubicBezTo>
                  <a:cubicBezTo>
                    <a:pt x="722" y="49"/>
                    <a:pt x="723" y="49"/>
                    <a:pt x="725" y="49"/>
                  </a:cubicBezTo>
                  <a:cubicBezTo>
                    <a:pt x="726" y="49"/>
                    <a:pt x="729" y="48"/>
                    <a:pt x="731" y="45"/>
                  </a:cubicBezTo>
                  <a:close/>
                  <a:moveTo>
                    <a:pt x="759" y="25"/>
                  </a:moveTo>
                  <a:cubicBezTo>
                    <a:pt x="763" y="20"/>
                    <a:pt x="766" y="18"/>
                    <a:pt x="769" y="18"/>
                  </a:cubicBezTo>
                  <a:cubicBezTo>
                    <a:pt x="771" y="18"/>
                    <a:pt x="773" y="18"/>
                    <a:pt x="774" y="19"/>
                  </a:cubicBezTo>
                  <a:cubicBezTo>
                    <a:pt x="775" y="20"/>
                    <a:pt x="777" y="21"/>
                    <a:pt x="777" y="23"/>
                  </a:cubicBezTo>
                  <a:cubicBezTo>
                    <a:pt x="778" y="25"/>
                    <a:pt x="778" y="27"/>
                    <a:pt x="778" y="30"/>
                  </a:cubicBezTo>
                  <a:cubicBezTo>
                    <a:pt x="778" y="45"/>
                    <a:pt x="778" y="45"/>
                    <a:pt x="778" y="45"/>
                  </a:cubicBezTo>
                  <a:cubicBezTo>
                    <a:pt x="778" y="47"/>
                    <a:pt x="778" y="48"/>
                    <a:pt x="779" y="49"/>
                  </a:cubicBezTo>
                  <a:cubicBezTo>
                    <a:pt x="779" y="50"/>
                    <a:pt x="779" y="50"/>
                    <a:pt x="780" y="51"/>
                  </a:cubicBezTo>
                  <a:cubicBezTo>
                    <a:pt x="780" y="51"/>
                    <a:pt x="781" y="51"/>
                    <a:pt x="783" y="51"/>
                  </a:cubicBezTo>
                  <a:cubicBezTo>
                    <a:pt x="783" y="52"/>
                    <a:pt x="783" y="52"/>
                    <a:pt x="783" y="52"/>
                  </a:cubicBezTo>
                  <a:cubicBezTo>
                    <a:pt x="767" y="52"/>
                    <a:pt x="767" y="52"/>
                    <a:pt x="767" y="52"/>
                  </a:cubicBezTo>
                  <a:cubicBezTo>
                    <a:pt x="767" y="51"/>
                    <a:pt x="767" y="51"/>
                    <a:pt x="767" y="51"/>
                  </a:cubicBezTo>
                  <a:cubicBezTo>
                    <a:pt x="768" y="51"/>
                    <a:pt x="768" y="51"/>
                    <a:pt x="768" y="51"/>
                  </a:cubicBezTo>
                  <a:cubicBezTo>
                    <a:pt x="769" y="51"/>
                    <a:pt x="770" y="51"/>
                    <a:pt x="771" y="50"/>
                  </a:cubicBezTo>
                  <a:cubicBezTo>
                    <a:pt x="772" y="50"/>
                    <a:pt x="772" y="49"/>
                    <a:pt x="772" y="48"/>
                  </a:cubicBezTo>
                  <a:cubicBezTo>
                    <a:pt x="772" y="48"/>
                    <a:pt x="772" y="47"/>
                    <a:pt x="772" y="45"/>
                  </a:cubicBezTo>
                  <a:cubicBezTo>
                    <a:pt x="772" y="31"/>
                    <a:pt x="772" y="31"/>
                    <a:pt x="772" y="31"/>
                  </a:cubicBezTo>
                  <a:cubicBezTo>
                    <a:pt x="772" y="27"/>
                    <a:pt x="772" y="25"/>
                    <a:pt x="771" y="24"/>
                  </a:cubicBezTo>
                  <a:cubicBezTo>
                    <a:pt x="770" y="23"/>
                    <a:pt x="769" y="22"/>
                    <a:pt x="767" y="22"/>
                  </a:cubicBezTo>
                  <a:cubicBezTo>
                    <a:pt x="764" y="22"/>
                    <a:pt x="761" y="23"/>
                    <a:pt x="759" y="27"/>
                  </a:cubicBezTo>
                  <a:cubicBezTo>
                    <a:pt x="759" y="45"/>
                    <a:pt x="759" y="45"/>
                    <a:pt x="759" y="45"/>
                  </a:cubicBezTo>
                  <a:cubicBezTo>
                    <a:pt x="759" y="47"/>
                    <a:pt x="759" y="48"/>
                    <a:pt x="759" y="49"/>
                  </a:cubicBezTo>
                  <a:cubicBezTo>
                    <a:pt x="759" y="50"/>
                    <a:pt x="760" y="50"/>
                    <a:pt x="760" y="51"/>
                  </a:cubicBezTo>
                  <a:cubicBezTo>
                    <a:pt x="761" y="51"/>
                    <a:pt x="762" y="51"/>
                    <a:pt x="764" y="51"/>
                  </a:cubicBezTo>
                  <a:cubicBezTo>
                    <a:pt x="764" y="52"/>
                    <a:pt x="764" y="52"/>
                    <a:pt x="764" y="52"/>
                  </a:cubicBezTo>
                  <a:cubicBezTo>
                    <a:pt x="748" y="52"/>
                    <a:pt x="748" y="52"/>
                    <a:pt x="748" y="52"/>
                  </a:cubicBezTo>
                  <a:cubicBezTo>
                    <a:pt x="748" y="51"/>
                    <a:pt x="748" y="51"/>
                    <a:pt x="748" y="51"/>
                  </a:cubicBezTo>
                  <a:cubicBezTo>
                    <a:pt x="749" y="51"/>
                    <a:pt x="749" y="51"/>
                    <a:pt x="749" y="51"/>
                  </a:cubicBezTo>
                  <a:cubicBezTo>
                    <a:pt x="750" y="51"/>
                    <a:pt x="751" y="51"/>
                    <a:pt x="752" y="50"/>
                  </a:cubicBezTo>
                  <a:cubicBezTo>
                    <a:pt x="752" y="49"/>
                    <a:pt x="753" y="47"/>
                    <a:pt x="753" y="45"/>
                  </a:cubicBezTo>
                  <a:cubicBezTo>
                    <a:pt x="753" y="32"/>
                    <a:pt x="753" y="32"/>
                    <a:pt x="753" y="32"/>
                  </a:cubicBezTo>
                  <a:cubicBezTo>
                    <a:pt x="753" y="28"/>
                    <a:pt x="753" y="25"/>
                    <a:pt x="752" y="24"/>
                  </a:cubicBezTo>
                  <a:cubicBezTo>
                    <a:pt x="752" y="23"/>
                    <a:pt x="752" y="23"/>
                    <a:pt x="751" y="22"/>
                  </a:cubicBezTo>
                  <a:cubicBezTo>
                    <a:pt x="751" y="22"/>
                    <a:pt x="751" y="22"/>
                    <a:pt x="750" y="22"/>
                  </a:cubicBezTo>
                  <a:cubicBezTo>
                    <a:pt x="749" y="22"/>
                    <a:pt x="748" y="22"/>
                    <a:pt x="747" y="22"/>
                  </a:cubicBezTo>
                  <a:cubicBezTo>
                    <a:pt x="747" y="21"/>
                    <a:pt x="747" y="21"/>
                    <a:pt x="747" y="21"/>
                  </a:cubicBezTo>
                  <a:cubicBezTo>
                    <a:pt x="757" y="17"/>
                    <a:pt x="757" y="17"/>
                    <a:pt x="757" y="17"/>
                  </a:cubicBezTo>
                  <a:cubicBezTo>
                    <a:pt x="759" y="17"/>
                    <a:pt x="759" y="17"/>
                    <a:pt x="759" y="17"/>
                  </a:cubicBezTo>
                  <a:cubicBezTo>
                    <a:pt x="759" y="25"/>
                    <a:pt x="759" y="25"/>
                    <a:pt x="759" y="25"/>
                  </a:cubicBezTo>
                  <a:close/>
                  <a:moveTo>
                    <a:pt x="812" y="49"/>
                  </a:moveTo>
                  <a:cubicBezTo>
                    <a:pt x="811" y="51"/>
                    <a:pt x="809" y="52"/>
                    <a:pt x="807" y="53"/>
                  </a:cubicBezTo>
                  <a:cubicBezTo>
                    <a:pt x="806" y="53"/>
                    <a:pt x="804" y="54"/>
                    <a:pt x="803" y="54"/>
                  </a:cubicBezTo>
                  <a:cubicBezTo>
                    <a:pt x="799" y="54"/>
                    <a:pt x="796" y="52"/>
                    <a:pt x="793" y="49"/>
                  </a:cubicBezTo>
                  <a:cubicBezTo>
                    <a:pt x="791" y="46"/>
                    <a:pt x="789" y="42"/>
                    <a:pt x="789" y="37"/>
                  </a:cubicBezTo>
                  <a:cubicBezTo>
                    <a:pt x="789" y="32"/>
                    <a:pt x="791" y="28"/>
                    <a:pt x="794" y="24"/>
                  </a:cubicBezTo>
                  <a:cubicBezTo>
                    <a:pt x="797" y="20"/>
                    <a:pt x="801" y="18"/>
                    <a:pt x="805" y="18"/>
                  </a:cubicBezTo>
                  <a:cubicBezTo>
                    <a:pt x="808" y="18"/>
                    <a:pt x="810" y="19"/>
                    <a:pt x="812" y="21"/>
                  </a:cubicBezTo>
                  <a:cubicBezTo>
                    <a:pt x="812" y="14"/>
                    <a:pt x="812" y="14"/>
                    <a:pt x="812" y="14"/>
                  </a:cubicBezTo>
                  <a:cubicBezTo>
                    <a:pt x="812" y="10"/>
                    <a:pt x="812" y="8"/>
                    <a:pt x="812" y="7"/>
                  </a:cubicBezTo>
                  <a:cubicBezTo>
                    <a:pt x="812" y="6"/>
                    <a:pt x="811" y="5"/>
                    <a:pt x="811" y="5"/>
                  </a:cubicBezTo>
                  <a:cubicBezTo>
                    <a:pt x="811" y="5"/>
                    <a:pt x="810" y="5"/>
                    <a:pt x="809" y="5"/>
                  </a:cubicBezTo>
                  <a:cubicBezTo>
                    <a:pt x="809" y="5"/>
                    <a:pt x="808" y="5"/>
                    <a:pt x="807" y="5"/>
                  </a:cubicBezTo>
                  <a:cubicBezTo>
                    <a:pt x="807" y="4"/>
                    <a:pt x="807" y="4"/>
                    <a:pt x="807" y="4"/>
                  </a:cubicBezTo>
                  <a:cubicBezTo>
                    <a:pt x="816" y="0"/>
                    <a:pt x="816" y="0"/>
                    <a:pt x="816" y="0"/>
                  </a:cubicBezTo>
                  <a:cubicBezTo>
                    <a:pt x="818" y="0"/>
                    <a:pt x="818" y="0"/>
                    <a:pt x="818" y="0"/>
                  </a:cubicBezTo>
                  <a:cubicBezTo>
                    <a:pt x="818" y="39"/>
                    <a:pt x="818" y="39"/>
                    <a:pt x="818" y="39"/>
                  </a:cubicBezTo>
                  <a:cubicBezTo>
                    <a:pt x="818" y="43"/>
                    <a:pt x="818" y="45"/>
                    <a:pt x="818" y="46"/>
                  </a:cubicBezTo>
                  <a:cubicBezTo>
                    <a:pt x="818" y="47"/>
                    <a:pt x="819" y="48"/>
                    <a:pt x="819" y="48"/>
                  </a:cubicBezTo>
                  <a:cubicBezTo>
                    <a:pt x="819" y="49"/>
                    <a:pt x="820" y="49"/>
                    <a:pt x="820" y="49"/>
                  </a:cubicBezTo>
                  <a:cubicBezTo>
                    <a:pt x="821" y="49"/>
                    <a:pt x="822" y="48"/>
                    <a:pt x="823" y="48"/>
                  </a:cubicBezTo>
                  <a:cubicBezTo>
                    <a:pt x="823" y="49"/>
                    <a:pt x="823" y="49"/>
                    <a:pt x="823" y="49"/>
                  </a:cubicBezTo>
                  <a:cubicBezTo>
                    <a:pt x="813" y="53"/>
                    <a:pt x="813" y="53"/>
                    <a:pt x="813" y="53"/>
                  </a:cubicBezTo>
                  <a:cubicBezTo>
                    <a:pt x="812" y="53"/>
                    <a:pt x="812" y="53"/>
                    <a:pt x="812" y="53"/>
                  </a:cubicBezTo>
                  <a:cubicBezTo>
                    <a:pt x="812" y="49"/>
                    <a:pt x="812" y="49"/>
                    <a:pt x="812" y="49"/>
                  </a:cubicBezTo>
                  <a:close/>
                  <a:moveTo>
                    <a:pt x="812" y="46"/>
                  </a:moveTo>
                  <a:cubicBezTo>
                    <a:pt x="812" y="29"/>
                    <a:pt x="812" y="29"/>
                    <a:pt x="812" y="29"/>
                  </a:cubicBezTo>
                  <a:cubicBezTo>
                    <a:pt x="812" y="27"/>
                    <a:pt x="812" y="25"/>
                    <a:pt x="811" y="24"/>
                  </a:cubicBezTo>
                  <a:cubicBezTo>
                    <a:pt x="810" y="23"/>
                    <a:pt x="809" y="22"/>
                    <a:pt x="808" y="21"/>
                  </a:cubicBezTo>
                  <a:cubicBezTo>
                    <a:pt x="807" y="20"/>
                    <a:pt x="806" y="20"/>
                    <a:pt x="805" y="20"/>
                  </a:cubicBezTo>
                  <a:cubicBezTo>
                    <a:pt x="803" y="20"/>
                    <a:pt x="801" y="21"/>
                    <a:pt x="799" y="23"/>
                  </a:cubicBezTo>
                  <a:cubicBezTo>
                    <a:pt x="797" y="25"/>
                    <a:pt x="796" y="29"/>
                    <a:pt x="796" y="34"/>
                  </a:cubicBezTo>
                  <a:cubicBezTo>
                    <a:pt x="796" y="39"/>
                    <a:pt x="797" y="43"/>
                    <a:pt x="799" y="45"/>
                  </a:cubicBezTo>
                  <a:cubicBezTo>
                    <a:pt x="801" y="48"/>
                    <a:pt x="803" y="49"/>
                    <a:pt x="806" y="49"/>
                  </a:cubicBezTo>
                  <a:cubicBezTo>
                    <a:pt x="808" y="50"/>
                    <a:pt x="810" y="49"/>
                    <a:pt x="812" y="46"/>
                  </a:cubicBezTo>
                  <a:close/>
                  <a:moveTo>
                    <a:pt x="883" y="3"/>
                  </a:moveTo>
                  <a:cubicBezTo>
                    <a:pt x="883" y="14"/>
                    <a:pt x="883" y="14"/>
                    <a:pt x="883" y="14"/>
                  </a:cubicBezTo>
                  <a:cubicBezTo>
                    <a:pt x="882" y="14"/>
                    <a:pt x="882" y="14"/>
                    <a:pt x="882" y="14"/>
                  </a:cubicBezTo>
                  <a:cubicBezTo>
                    <a:pt x="882" y="12"/>
                    <a:pt x="881" y="11"/>
                    <a:pt x="881" y="10"/>
                  </a:cubicBezTo>
                  <a:cubicBezTo>
                    <a:pt x="880" y="8"/>
                    <a:pt x="879" y="7"/>
                    <a:pt x="878" y="7"/>
                  </a:cubicBezTo>
                  <a:cubicBezTo>
                    <a:pt x="877" y="6"/>
                    <a:pt x="875" y="5"/>
                    <a:pt x="873" y="5"/>
                  </a:cubicBezTo>
                  <a:cubicBezTo>
                    <a:pt x="867" y="5"/>
                    <a:pt x="867" y="5"/>
                    <a:pt x="867" y="5"/>
                  </a:cubicBezTo>
                  <a:cubicBezTo>
                    <a:pt x="867" y="44"/>
                    <a:pt x="867" y="44"/>
                    <a:pt x="867" y="44"/>
                  </a:cubicBezTo>
                  <a:cubicBezTo>
                    <a:pt x="867" y="47"/>
                    <a:pt x="867" y="49"/>
                    <a:pt x="867" y="49"/>
                  </a:cubicBezTo>
                  <a:cubicBezTo>
                    <a:pt x="868" y="51"/>
                    <a:pt x="870" y="51"/>
                    <a:pt x="871" y="51"/>
                  </a:cubicBezTo>
                  <a:cubicBezTo>
                    <a:pt x="873" y="51"/>
                    <a:pt x="873" y="51"/>
                    <a:pt x="873" y="51"/>
                  </a:cubicBezTo>
                  <a:cubicBezTo>
                    <a:pt x="873" y="52"/>
                    <a:pt x="873" y="52"/>
                    <a:pt x="873" y="52"/>
                  </a:cubicBezTo>
                  <a:cubicBezTo>
                    <a:pt x="853" y="52"/>
                    <a:pt x="853" y="52"/>
                    <a:pt x="853" y="52"/>
                  </a:cubicBezTo>
                  <a:cubicBezTo>
                    <a:pt x="853" y="51"/>
                    <a:pt x="853" y="51"/>
                    <a:pt x="853" y="51"/>
                  </a:cubicBezTo>
                  <a:cubicBezTo>
                    <a:pt x="854" y="51"/>
                    <a:pt x="854" y="51"/>
                    <a:pt x="854" y="51"/>
                  </a:cubicBezTo>
                  <a:cubicBezTo>
                    <a:pt x="856" y="51"/>
                    <a:pt x="858" y="50"/>
                    <a:pt x="859" y="49"/>
                  </a:cubicBezTo>
                  <a:cubicBezTo>
                    <a:pt x="859" y="48"/>
                    <a:pt x="859" y="47"/>
                    <a:pt x="859" y="43"/>
                  </a:cubicBezTo>
                  <a:cubicBezTo>
                    <a:pt x="859" y="5"/>
                    <a:pt x="859" y="5"/>
                    <a:pt x="859" y="5"/>
                  </a:cubicBezTo>
                  <a:cubicBezTo>
                    <a:pt x="853" y="5"/>
                    <a:pt x="853" y="5"/>
                    <a:pt x="853" y="5"/>
                  </a:cubicBezTo>
                  <a:cubicBezTo>
                    <a:pt x="851" y="5"/>
                    <a:pt x="849" y="5"/>
                    <a:pt x="849" y="6"/>
                  </a:cubicBezTo>
                  <a:cubicBezTo>
                    <a:pt x="847" y="6"/>
                    <a:pt x="846" y="7"/>
                    <a:pt x="845" y="9"/>
                  </a:cubicBezTo>
                  <a:cubicBezTo>
                    <a:pt x="845" y="10"/>
                    <a:pt x="844" y="12"/>
                    <a:pt x="844" y="14"/>
                  </a:cubicBezTo>
                  <a:cubicBezTo>
                    <a:pt x="843" y="14"/>
                    <a:pt x="843" y="14"/>
                    <a:pt x="843" y="14"/>
                  </a:cubicBezTo>
                  <a:cubicBezTo>
                    <a:pt x="843" y="3"/>
                    <a:pt x="843" y="3"/>
                    <a:pt x="843" y="3"/>
                  </a:cubicBezTo>
                  <a:cubicBezTo>
                    <a:pt x="883" y="3"/>
                    <a:pt x="883" y="3"/>
                    <a:pt x="883" y="3"/>
                  </a:cubicBezTo>
                  <a:close/>
                  <a:moveTo>
                    <a:pt x="891" y="31"/>
                  </a:moveTo>
                  <a:cubicBezTo>
                    <a:pt x="891" y="37"/>
                    <a:pt x="893" y="40"/>
                    <a:pt x="895" y="43"/>
                  </a:cubicBezTo>
                  <a:cubicBezTo>
                    <a:pt x="897" y="46"/>
                    <a:pt x="900" y="48"/>
                    <a:pt x="903" y="48"/>
                  </a:cubicBezTo>
                  <a:cubicBezTo>
                    <a:pt x="905" y="48"/>
                    <a:pt x="907" y="47"/>
                    <a:pt x="909" y="46"/>
                  </a:cubicBezTo>
                  <a:cubicBezTo>
                    <a:pt x="911" y="45"/>
                    <a:pt x="912" y="43"/>
                    <a:pt x="913" y="39"/>
                  </a:cubicBezTo>
                  <a:cubicBezTo>
                    <a:pt x="914" y="40"/>
                    <a:pt x="914" y="40"/>
                    <a:pt x="914" y="40"/>
                  </a:cubicBezTo>
                  <a:cubicBezTo>
                    <a:pt x="914" y="43"/>
                    <a:pt x="912" y="47"/>
                    <a:pt x="910" y="49"/>
                  </a:cubicBezTo>
                  <a:cubicBezTo>
                    <a:pt x="907" y="52"/>
                    <a:pt x="904" y="53"/>
                    <a:pt x="901" y="53"/>
                  </a:cubicBezTo>
                  <a:cubicBezTo>
                    <a:pt x="897" y="53"/>
                    <a:pt x="893" y="52"/>
                    <a:pt x="891" y="49"/>
                  </a:cubicBezTo>
                  <a:cubicBezTo>
                    <a:pt x="888" y="45"/>
                    <a:pt x="887" y="41"/>
                    <a:pt x="887" y="36"/>
                  </a:cubicBezTo>
                  <a:cubicBezTo>
                    <a:pt x="887" y="30"/>
                    <a:pt x="888" y="25"/>
                    <a:pt x="891" y="22"/>
                  </a:cubicBezTo>
                  <a:cubicBezTo>
                    <a:pt x="894" y="19"/>
                    <a:pt x="897" y="17"/>
                    <a:pt x="902" y="17"/>
                  </a:cubicBezTo>
                  <a:cubicBezTo>
                    <a:pt x="905" y="17"/>
                    <a:pt x="909" y="19"/>
                    <a:pt x="911" y="21"/>
                  </a:cubicBezTo>
                  <a:cubicBezTo>
                    <a:pt x="913" y="23"/>
                    <a:pt x="915" y="27"/>
                    <a:pt x="915" y="31"/>
                  </a:cubicBezTo>
                  <a:cubicBezTo>
                    <a:pt x="891" y="31"/>
                    <a:pt x="891" y="31"/>
                    <a:pt x="891" y="31"/>
                  </a:cubicBezTo>
                  <a:close/>
                  <a:moveTo>
                    <a:pt x="891" y="29"/>
                  </a:moveTo>
                  <a:cubicBezTo>
                    <a:pt x="907" y="29"/>
                    <a:pt x="907" y="29"/>
                    <a:pt x="907" y="29"/>
                  </a:cubicBezTo>
                  <a:cubicBezTo>
                    <a:pt x="907" y="27"/>
                    <a:pt x="906" y="26"/>
                    <a:pt x="906" y="25"/>
                  </a:cubicBezTo>
                  <a:cubicBezTo>
                    <a:pt x="905" y="24"/>
                    <a:pt x="904" y="23"/>
                    <a:pt x="903" y="22"/>
                  </a:cubicBezTo>
                  <a:cubicBezTo>
                    <a:pt x="902" y="21"/>
                    <a:pt x="901" y="21"/>
                    <a:pt x="899" y="21"/>
                  </a:cubicBezTo>
                  <a:cubicBezTo>
                    <a:pt x="897" y="21"/>
                    <a:pt x="896" y="21"/>
                    <a:pt x="894" y="23"/>
                  </a:cubicBezTo>
                  <a:cubicBezTo>
                    <a:pt x="893" y="24"/>
                    <a:pt x="892" y="27"/>
                    <a:pt x="891" y="2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" name="Freeform 35"/>
            <p:cNvSpPr>
              <a:spLocks noEditPoints="1"/>
            </p:cNvSpPr>
            <p:nvPr userDrawn="1"/>
          </p:nvSpPr>
          <p:spPr bwMode="auto">
            <a:xfrm>
              <a:off x="10679175" y="4943779"/>
              <a:ext cx="873125" cy="103188"/>
            </a:xfrm>
            <a:custGeom>
              <a:avLst/>
              <a:gdLst>
                <a:gd name="T0" fmla="*/ 23 w 586"/>
                <a:gd name="T1" fmla="*/ 21 h 69"/>
                <a:gd name="T2" fmla="*/ 8 w 586"/>
                <a:gd name="T3" fmla="*/ 24 h 69"/>
                <a:gd name="T4" fmla="*/ 45 w 586"/>
                <a:gd name="T5" fmla="*/ 26 h 69"/>
                <a:gd name="T6" fmla="*/ 66 w 586"/>
                <a:gd name="T7" fmla="*/ 52 h 69"/>
                <a:gd name="T8" fmla="*/ 58 w 586"/>
                <a:gd name="T9" fmla="*/ 46 h 69"/>
                <a:gd name="T10" fmla="*/ 46 w 586"/>
                <a:gd name="T11" fmla="*/ 50 h 69"/>
                <a:gd name="T12" fmla="*/ 40 w 586"/>
                <a:gd name="T13" fmla="*/ 46 h 69"/>
                <a:gd name="T14" fmla="*/ 45 w 586"/>
                <a:gd name="T15" fmla="*/ 1 h 69"/>
                <a:gd name="T16" fmla="*/ 106 w 586"/>
                <a:gd name="T17" fmla="*/ 52 h 69"/>
                <a:gd name="T18" fmla="*/ 98 w 586"/>
                <a:gd name="T19" fmla="*/ 46 h 69"/>
                <a:gd name="T20" fmla="*/ 90 w 586"/>
                <a:gd name="T21" fmla="*/ 52 h 69"/>
                <a:gd name="T22" fmla="*/ 78 w 586"/>
                <a:gd name="T23" fmla="*/ 25 h 69"/>
                <a:gd name="T24" fmla="*/ 132 w 586"/>
                <a:gd name="T25" fmla="*/ 19 h 69"/>
                <a:gd name="T26" fmla="*/ 118 w 586"/>
                <a:gd name="T27" fmla="*/ 28 h 69"/>
                <a:gd name="T28" fmla="*/ 133 w 586"/>
                <a:gd name="T29" fmla="*/ 52 h 69"/>
                <a:gd name="T30" fmla="*/ 169 w 586"/>
                <a:gd name="T31" fmla="*/ 52 h 69"/>
                <a:gd name="T32" fmla="*/ 161 w 586"/>
                <a:gd name="T33" fmla="*/ 15 h 69"/>
                <a:gd name="T34" fmla="*/ 167 w 586"/>
                <a:gd name="T35" fmla="*/ 1 h 69"/>
                <a:gd name="T36" fmla="*/ 181 w 586"/>
                <a:gd name="T37" fmla="*/ 38 h 69"/>
                <a:gd name="T38" fmla="*/ 189 w 586"/>
                <a:gd name="T39" fmla="*/ 47 h 69"/>
                <a:gd name="T40" fmla="*/ 222 w 586"/>
                <a:gd name="T41" fmla="*/ 31 h 69"/>
                <a:gd name="T42" fmla="*/ 252 w 586"/>
                <a:gd name="T43" fmla="*/ 24 h 69"/>
                <a:gd name="T44" fmla="*/ 228 w 586"/>
                <a:gd name="T45" fmla="*/ 44 h 69"/>
                <a:gd name="T46" fmla="*/ 249 w 586"/>
                <a:gd name="T47" fmla="*/ 64 h 69"/>
                <a:gd name="T48" fmla="*/ 223 w 586"/>
                <a:gd name="T49" fmla="*/ 48 h 69"/>
                <a:gd name="T50" fmla="*/ 240 w 586"/>
                <a:gd name="T51" fmla="*/ 39 h 69"/>
                <a:gd name="T52" fmla="*/ 238 w 586"/>
                <a:gd name="T53" fmla="*/ 66 h 69"/>
                <a:gd name="T54" fmla="*/ 274 w 586"/>
                <a:gd name="T55" fmla="*/ 21 h 69"/>
                <a:gd name="T56" fmla="*/ 286 w 586"/>
                <a:gd name="T57" fmla="*/ 21 h 69"/>
                <a:gd name="T58" fmla="*/ 290 w 586"/>
                <a:gd name="T59" fmla="*/ 25 h 69"/>
                <a:gd name="T60" fmla="*/ 267 w 586"/>
                <a:gd name="T61" fmla="*/ 62 h 69"/>
                <a:gd name="T62" fmla="*/ 258 w 586"/>
                <a:gd name="T63" fmla="*/ 20 h 69"/>
                <a:gd name="T64" fmla="*/ 319 w 586"/>
                <a:gd name="T65" fmla="*/ 49 h 69"/>
                <a:gd name="T66" fmla="*/ 322 w 586"/>
                <a:gd name="T67" fmla="*/ 34 h 69"/>
                <a:gd name="T68" fmla="*/ 368 w 586"/>
                <a:gd name="T69" fmla="*/ 45 h 69"/>
                <a:gd name="T70" fmla="*/ 360 w 586"/>
                <a:gd name="T71" fmla="*/ 52 h 69"/>
                <a:gd name="T72" fmla="*/ 364 w 586"/>
                <a:gd name="T73" fmla="*/ 8 h 69"/>
                <a:gd name="T74" fmla="*/ 378 w 586"/>
                <a:gd name="T75" fmla="*/ 6 h 69"/>
                <a:gd name="T76" fmla="*/ 377 w 586"/>
                <a:gd name="T77" fmla="*/ 22 h 69"/>
                <a:gd name="T78" fmla="*/ 408 w 586"/>
                <a:gd name="T79" fmla="*/ 16 h 69"/>
                <a:gd name="T80" fmla="*/ 433 w 586"/>
                <a:gd name="T81" fmla="*/ 52 h 69"/>
                <a:gd name="T82" fmla="*/ 435 w 586"/>
                <a:gd name="T83" fmla="*/ 6 h 69"/>
                <a:gd name="T84" fmla="*/ 476 w 586"/>
                <a:gd name="T85" fmla="*/ 20 h 69"/>
                <a:gd name="T86" fmla="*/ 468 w 586"/>
                <a:gd name="T87" fmla="*/ 54 h 69"/>
                <a:gd name="T88" fmla="*/ 472 w 586"/>
                <a:gd name="T89" fmla="*/ 24 h 69"/>
                <a:gd name="T90" fmla="*/ 466 w 586"/>
                <a:gd name="T91" fmla="*/ 54 h 69"/>
                <a:gd name="T92" fmla="*/ 454 w 586"/>
                <a:gd name="T93" fmla="*/ 6 h 69"/>
                <a:gd name="T94" fmla="*/ 502 w 586"/>
                <a:gd name="T95" fmla="*/ 5 h 69"/>
                <a:gd name="T96" fmla="*/ 502 w 586"/>
                <a:gd name="T97" fmla="*/ 46 h 69"/>
                <a:gd name="T98" fmla="*/ 495 w 586"/>
                <a:gd name="T99" fmla="*/ 50 h 69"/>
                <a:gd name="T100" fmla="*/ 500 w 586"/>
                <a:gd name="T101" fmla="*/ 19 h 69"/>
                <a:gd name="T102" fmla="*/ 544 w 586"/>
                <a:gd name="T103" fmla="*/ 50 h 69"/>
                <a:gd name="T104" fmla="*/ 538 w 586"/>
                <a:gd name="T105" fmla="*/ 49 h 69"/>
                <a:gd name="T106" fmla="*/ 526 w 586"/>
                <a:gd name="T107" fmla="*/ 52 h 69"/>
                <a:gd name="T108" fmla="*/ 518 w 586"/>
                <a:gd name="T109" fmla="*/ 33 h 69"/>
                <a:gd name="T110" fmla="*/ 524 w 586"/>
                <a:gd name="T111" fmla="*/ 26 h 69"/>
                <a:gd name="T112" fmla="*/ 574 w 586"/>
                <a:gd name="T113" fmla="*/ 31 h 69"/>
                <a:gd name="T114" fmla="*/ 560 w 586"/>
                <a:gd name="T115" fmla="*/ 30 h 69"/>
                <a:gd name="T116" fmla="*/ 580 w 586"/>
                <a:gd name="T117" fmla="*/ 41 h 69"/>
                <a:gd name="T118" fmla="*/ 575 w 586"/>
                <a:gd name="T119" fmla="*/ 52 h 69"/>
                <a:gd name="T120" fmla="*/ 566 w 586"/>
                <a:gd name="T121" fmla="*/ 5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86" h="69">
                  <a:moveTo>
                    <a:pt x="27" y="41"/>
                  </a:moveTo>
                  <a:cubicBezTo>
                    <a:pt x="26" y="45"/>
                    <a:pt x="24" y="49"/>
                    <a:pt x="22" y="51"/>
                  </a:cubicBezTo>
                  <a:cubicBezTo>
                    <a:pt x="19" y="54"/>
                    <a:pt x="16" y="55"/>
                    <a:pt x="13" y="55"/>
                  </a:cubicBezTo>
                  <a:cubicBezTo>
                    <a:pt x="10" y="55"/>
                    <a:pt x="6" y="53"/>
                    <a:pt x="4" y="50"/>
                  </a:cubicBezTo>
                  <a:cubicBezTo>
                    <a:pt x="1" y="47"/>
                    <a:pt x="0" y="42"/>
                    <a:pt x="0" y="37"/>
                  </a:cubicBezTo>
                  <a:cubicBezTo>
                    <a:pt x="0" y="32"/>
                    <a:pt x="1" y="27"/>
                    <a:pt x="4" y="24"/>
                  </a:cubicBezTo>
                  <a:cubicBezTo>
                    <a:pt x="7" y="20"/>
                    <a:pt x="11" y="18"/>
                    <a:pt x="15" y="18"/>
                  </a:cubicBezTo>
                  <a:cubicBezTo>
                    <a:pt x="18" y="18"/>
                    <a:pt x="21" y="19"/>
                    <a:pt x="23" y="21"/>
                  </a:cubicBezTo>
                  <a:cubicBezTo>
                    <a:pt x="25" y="23"/>
                    <a:pt x="26" y="25"/>
                    <a:pt x="26" y="27"/>
                  </a:cubicBezTo>
                  <a:cubicBezTo>
                    <a:pt x="26" y="28"/>
                    <a:pt x="26" y="28"/>
                    <a:pt x="26" y="29"/>
                  </a:cubicBezTo>
                  <a:cubicBezTo>
                    <a:pt x="25" y="30"/>
                    <a:pt x="24" y="30"/>
                    <a:pt x="23" y="30"/>
                  </a:cubicBezTo>
                  <a:cubicBezTo>
                    <a:pt x="22" y="30"/>
                    <a:pt x="21" y="30"/>
                    <a:pt x="20" y="28"/>
                  </a:cubicBezTo>
                  <a:cubicBezTo>
                    <a:pt x="20" y="28"/>
                    <a:pt x="19" y="27"/>
                    <a:pt x="19" y="26"/>
                  </a:cubicBezTo>
                  <a:cubicBezTo>
                    <a:pt x="19" y="24"/>
                    <a:pt x="18" y="23"/>
                    <a:pt x="18" y="22"/>
                  </a:cubicBezTo>
                  <a:cubicBezTo>
                    <a:pt x="17" y="22"/>
                    <a:pt x="16" y="21"/>
                    <a:pt x="14" y="21"/>
                  </a:cubicBezTo>
                  <a:cubicBezTo>
                    <a:pt x="12" y="21"/>
                    <a:pt x="10" y="22"/>
                    <a:pt x="8" y="24"/>
                  </a:cubicBezTo>
                  <a:cubicBezTo>
                    <a:pt x="6" y="26"/>
                    <a:pt x="6" y="30"/>
                    <a:pt x="6" y="34"/>
                  </a:cubicBezTo>
                  <a:cubicBezTo>
                    <a:pt x="6" y="38"/>
                    <a:pt x="6" y="41"/>
                    <a:pt x="8" y="44"/>
                  </a:cubicBezTo>
                  <a:cubicBezTo>
                    <a:pt x="10" y="48"/>
                    <a:pt x="13" y="49"/>
                    <a:pt x="16" y="49"/>
                  </a:cubicBezTo>
                  <a:cubicBezTo>
                    <a:pt x="18" y="49"/>
                    <a:pt x="20" y="48"/>
                    <a:pt x="22" y="47"/>
                  </a:cubicBezTo>
                  <a:cubicBezTo>
                    <a:pt x="24" y="46"/>
                    <a:pt x="25" y="44"/>
                    <a:pt x="27" y="41"/>
                  </a:cubicBezTo>
                  <a:cubicBezTo>
                    <a:pt x="27" y="41"/>
                    <a:pt x="27" y="41"/>
                    <a:pt x="27" y="41"/>
                  </a:cubicBezTo>
                  <a:close/>
                  <a:moveTo>
                    <a:pt x="45" y="1"/>
                  </a:moveTo>
                  <a:cubicBezTo>
                    <a:pt x="45" y="26"/>
                    <a:pt x="45" y="26"/>
                    <a:pt x="45" y="26"/>
                  </a:cubicBezTo>
                  <a:cubicBezTo>
                    <a:pt x="48" y="22"/>
                    <a:pt x="50" y="21"/>
                    <a:pt x="51" y="20"/>
                  </a:cubicBezTo>
                  <a:cubicBezTo>
                    <a:pt x="53" y="19"/>
                    <a:pt x="54" y="18"/>
                    <a:pt x="56" y="18"/>
                  </a:cubicBezTo>
                  <a:cubicBezTo>
                    <a:pt x="58" y="18"/>
                    <a:pt x="60" y="19"/>
                    <a:pt x="61" y="20"/>
                  </a:cubicBezTo>
                  <a:cubicBezTo>
                    <a:pt x="62" y="21"/>
                    <a:pt x="63" y="23"/>
                    <a:pt x="64" y="25"/>
                  </a:cubicBezTo>
                  <a:cubicBezTo>
                    <a:pt x="64" y="27"/>
                    <a:pt x="64" y="30"/>
                    <a:pt x="64" y="34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4" y="48"/>
                    <a:pt x="64" y="50"/>
                    <a:pt x="65" y="50"/>
                  </a:cubicBezTo>
                  <a:cubicBezTo>
                    <a:pt x="65" y="51"/>
                    <a:pt x="66" y="52"/>
                    <a:pt x="66" y="52"/>
                  </a:cubicBezTo>
                  <a:cubicBezTo>
                    <a:pt x="66" y="52"/>
                    <a:pt x="68" y="52"/>
                    <a:pt x="69" y="52"/>
                  </a:cubicBezTo>
                  <a:cubicBezTo>
                    <a:pt x="69" y="54"/>
                    <a:pt x="69" y="54"/>
                    <a:pt x="69" y="54"/>
                  </a:cubicBezTo>
                  <a:cubicBezTo>
                    <a:pt x="53" y="54"/>
                    <a:pt x="53" y="54"/>
                    <a:pt x="53" y="54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4" y="52"/>
                    <a:pt x="54" y="52"/>
                    <a:pt x="54" y="52"/>
                  </a:cubicBezTo>
                  <a:cubicBezTo>
                    <a:pt x="56" y="52"/>
                    <a:pt x="56" y="52"/>
                    <a:pt x="57" y="52"/>
                  </a:cubicBezTo>
                  <a:cubicBezTo>
                    <a:pt x="58" y="51"/>
                    <a:pt x="58" y="50"/>
                    <a:pt x="58" y="50"/>
                  </a:cubicBezTo>
                  <a:cubicBezTo>
                    <a:pt x="58" y="49"/>
                    <a:pt x="58" y="48"/>
                    <a:pt x="58" y="46"/>
                  </a:cubicBezTo>
                  <a:cubicBezTo>
                    <a:pt x="58" y="34"/>
                    <a:pt x="58" y="34"/>
                    <a:pt x="58" y="34"/>
                  </a:cubicBezTo>
                  <a:cubicBezTo>
                    <a:pt x="58" y="30"/>
                    <a:pt x="58" y="28"/>
                    <a:pt x="58" y="27"/>
                  </a:cubicBezTo>
                  <a:cubicBezTo>
                    <a:pt x="58" y="26"/>
                    <a:pt x="57" y="25"/>
                    <a:pt x="56" y="24"/>
                  </a:cubicBezTo>
                  <a:cubicBezTo>
                    <a:pt x="56" y="24"/>
                    <a:pt x="55" y="23"/>
                    <a:pt x="54" y="23"/>
                  </a:cubicBezTo>
                  <a:cubicBezTo>
                    <a:pt x="52" y="23"/>
                    <a:pt x="51" y="24"/>
                    <a:pt x="50" y="24"/>
                  </a:cubicBezTo>
                  <a:cubicBezTo>
                    <a:pt x="49" y="25"/>
                    <a:pt x="47" y="26"/>
                    <a:pt x="46" y="28"/>
                  </a:cubicBezTo>
                  <a:cubicBezTo>
                    <a:pt x="46" y="46"/>
                    <a:pt x="46" y="46"/>
                    <a:pt x="46" y="46"/>
                  </a:cubicBezTo>
                  <a:cubicBezTo>
                    <a:pt x="46" y="48"/>
                    <a:pt x="46" y="50"/>
                    <a:pt x="46" y="50"/>
                  </a:cubicBezTo>
                  <a:cubicBezTo>
                    <a:pt x="46" y="51"/>
                    <a:pt x="47" y="52"/>
                    <a:pt x="47" y="52"/>
                  </a:cubicBezTo>
                  <a:cubicBezTo>
                    <a:pt x="48" y="52"/>
                    <a:pt x="49" y="52"/>
                    <a:pt x="51" y="52"/>
                  </a:cubicBezTo>
                  <a:cubicBezTo>
                    <a:pt x="51" y="54"/>
                    <a:pt x="51" y="54"/>
                    <a:pt x="51" y="54"/>
                  </a:cubicBezTo>
                  <a:cubicBezTo>
                    <a:pt x="34" y="54"/>
                    <a:pt x="34" y="54"/>
                    <a:pt x="34" y="54"/>
                  </a:cubicBezTo>
                  <a:cubicBezTo>
                    <a:pt x="34" y="52"/>
                    <a:pt x="34" y="52"/>
                    <a:pt x="34" y="52"/>
                  </a:cubicBezTo>
                  <a:cubicBezTo>
                    <a:pt x="36" y="52"/>
                    <a:pt x="37" y="52"/>
                    <a:pt x="38" y="52"/>
                  </a:cubicBezTo>
                  <a:cubicBezTo>
                    <a:pt x="38" y="51"/>
                    <a:pt x="39" y="51"/>
                    <a:pt x="39" y="50"/>
                  </a:cubicBezTo>
                  <a:cubicBezTo>
                    <a:pt x="40" y="49"/>
                    <a:pt x="40" y="48"/>
                    <a:pt x="40" y="46"/>
                  </a:cubicBezTo>
                  <a:cubicBezTo>
                    <a:pt x="40" y="15"/>
                    <a:pt x="40" y="15"/>
                    <a:pt x="40" y="15"/>
                  </a:cubicBezTo>
                  <a:cubicBezTo>
                    <a:pt x="40" y="11"/>
                    <a:pt x="40" y="8"/>
                    <a:pt x="39" y="8"/>
                  </a:cubicBezTo>
                  <a:cubicBezTo>
                    <a:pt x="39" y="7"/>
                    <a:pt x="39" y="6"/>
                    <a:pt x="38" y="6"/>
                  </a:cubicBezTo>
                  <a:cubicBezTo>
                    <a:pt x="38" y="5"/>
                    <a:pt x="38" y="5"/>
                    <a:pt x="37" y="5"/>
                  </a:cubicBezTo>
                  <a:cubicBezTo>
                    <a:pt x="36" y="5"/>
                    <a:pt x="36" y="5"/>
                    <a:pt x="34" y="6"/>
                  </a:cubicBezTo>
                  <a:cubicBezTo>
                    <a:pt x="34" y="4"/>
                    <a:pt x="34" y="4"/>
                    <a:pt x="34" y="4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5" y="1"/>
                    <a:pt x="45" y="1"/>
                    <a:pt x="45" y="1"/>
                  </a:cubicBezTo>
                  <a:close/>
                  <a:moveTo>
                    <a:pt x="85" y="26"/>
                  </a:moveTo>
                  <a:cubicBezTo>
                    <a:pt x="89" y="21"/>
                    <a:pt x="92" y="19"/>
                    <a:pt x="96" y="19"/>
                  </a:cubicBezTo>
                  <a:cubicBezTo>
                    <a:pt x="97" y="19"/>
                    <a:pt x="99" y="19"/>
                    <a:pt x="100" y="20"/>
                  </a:cubicBezTo>
                  <a:cubicBezTo>
                    <a:pt x="102" y="21"/>
                    <a:pt x="103" y="22"/>
                    <a:pt x="104" y="24"/>
                  </a:cubicBezTo>
                  <a:cubicBezTo>
                    <a:pt x="104" y="26"/>
                    <a:pt x="104" y="28"/>
                    <a:pt x="104" y="31"/>
                  </a:cubicBezTo>
                  <a:cubicBezTo>
                    <a:pt x="104" y="46"/>
                    <a:pt x="104" y="46"/>
                    <a:pt x="104" y="46"/>
                  </a:cubicBezTo>
                  <a:cubicBezTo>
                    <a:pt x="104" y="48"/>
                    <a:pt x="104" y="49"/>
                    <a:pt x="105" y="50"/>
                  </a:cubicBezTo>
                  <a:cubicBezTo>
                    <a:pt x="105" y="51"/>
                    <a:pt x="106" y="51"/>
                    <a:pt x="106" y="52"/>
                  </a:cubicBezTo>
                  <a:cubicBezTo>
                    <a:pt x="106" y="52"/>
                    <a:pt x="108" y="52"/>
                    <a:pt x="109" y="52"/>
                  </a:cubicBezTo>
                  <a:cubicBezTo>
                    <a:pt x="109" y="53"/>
                    <a:pt x="109" y="53"/>
                    <a:pt x="109" y="53"/>
                  </a:cubicBezTo>
                  <a:cubicBezTo>
                    <a:pt x="93" y="53"/>
                    <a:pt x="93" y="53"/>
                    <a:pt x="93" y="53"/>
                  </a:cubicBezTo>
                  <a:cubicBezTo>
                    <a:pt x="93" y="52"/>
                    <a:pt x="93" y="52"/>
                    <a:pt x="93" y="52"/>
                  </a:cubicBezTo>
                  <a:cubicBezTo>
                    <a:pt x="94" y="52"/>
                    <a:pt x="94" y="52"/>
                    <a:pt x="94" y="52"/>
                  </a:cubicBezTo>
                  <a:cubicBezTo>
                    <a:pt x="96" y="52"/>
                    <a:pt x="96" y="52"/>
                    <a:pt x="97" y="51"/>
                  </a:cubicBezTo>
                  <a:cubicBezTo>
                    <a:pt x="98" y="51"/>
                    <a:pt x="98" y="50"/>
                    <a:pt x="98" y="49"/>
                  </a:cubicBezTo>
                  <a:cubicBezTo>
                    <a:pt x="98" y="49"/>
                    <a:pt x="98" y="48"/>
                    <a:pt x="98" y="46"/>
                  </a:cubicBezTo>
                  <a:cubicBezTo>
                    <a:pt x="98" y="32"/>
                    <a:pt x="98" y="32"/>
                    <a:pt x="98" y="32"/>
                  </a:cubicBezTo>
                  <a:cubicBezTo>
                    <a:pt x="98" y="28"/>
                    <a:pt x="98" y="26"/>
                    <a:pt x="97" y="25"/>
                  </a:cubicBezTo>
                  <a:cubicBezTo>
                    <a:pt x="96" y="24"/>
                    <a:pt x="95" y="23"/>
                    <a:pt x="93" y="23"/>
                  </a:cubicBezTo>
                  <a:cubicBezTo>
                    <a:pt x="90" y="23"/>
                    <a:pt x="88" y="24"/>
                    <a:pt x="85" y="28"/>
                  </a:cubicBezTo>
                  <a:cubicBezTo>
                    <a:pt x="85" y="46"/>
                    <a:pt x="85" y="46"/>
                    <a:pt x="85" y="46"/>
                  </a:cubicBezTo>
                  <a:cubicBezTo>
                    <a:pt x="85" y="48"/>
                    <a:pt x="85" y="49"/>
                    <a:pt x="85" y="50"/>
                  </a:cubicBezTo>
                  <a:cubicBezTo>
                    <a:pt x="86" y="51"/>
                    <a:pt x="86" y="51"/>
                    <a:pt x="86" y="52"/>
                  </a:cubicBezTo>
                  <a:cubicBezTo>
                    <a:pt x="87" y="52"/>
                    <a:pt x="88" y="52"/>
                    <a:pt x="90" y="52"/>
                  </a:cubicBezTo>
                  <a:cubicBezTo>
                    <a:pt x="90" y="53"/>
                    <a:pt x="90" y="53"/>
                    <a:pt x="90" y="53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4" y="52"/>
                    <a:pt x="74" y="52"/>
                    <a:pt x="74" y="52"/>
                  </a:cubicBezTo>
                  <a:cubicBezTo>
                    <a:pt x="75" y="52"/>
                    <a:pt x="75" y="52"/>
                    <a:pt x="75" y="52"/>
                  </a:cubicBezTo>
                  <a:cubicBezTo>
                    <a:pt x="76" y="52"/>
                    <a:pt x="78" y="52"/>
                    <a:pt x="78" y="51"/>
                  </a:cubicBezTo>
                  <a:cubicBezTo>
                    <a:pt x="78" y="50"/>
                    <a:pt x="79" y="48"/>
                    <a:pt x="79" y="46"/>
                  </a:cubicBezTo>
                  <a:cubicBezTo>
                    <a:pt x="79" y="33"/>
                    <a:pt x="79" y="33"/>
                    <a:pt x="79" y="33"/>
                  </a:cubicBezTo>
                  <a:cubicBezTo>
                    <a:pt x="79" y="29"/>
                    <a:pt x="79" y="26"/>
                    <a:pt x="78" y="25"/>
                  </a:cubicBezTo>
                  <a:cubicBezTo>
                    <a:pt x="78" y="24"/>
                    <a:pt x="78" y="24"/>
                    <a:pt x="78" y="23"/>
                  </a:cubicBezTo>
                  <a:cubicBezTo>
                    <a:pt x="77" y="23"/>
                    <a:pt x="77" y="23"/>
                    <a:pt x="76" y="23"/>
                  </a:cubicBezTo>
                  <a:cubicBezTo>
                    <a:pt x="75" y="23"/>
                    <a:pt x="74" y="23"/>
                    <a:pt x="74" y="23"/>
                  </a:cubicBezTo>
                  <a:cubicBezTo>
                    <a:pt x="73" y="22"/>
                    <a:pt x="73" y="22"/>
                    <a:pt x="73" y="22"/>
                  </a:cubicBezTo>
                  <a:cubicBezTo>
                    <a:pt x="83" y="18"/>
                    <a:pt x="83" y="18"/>
                    <a:pt x="83" y="18"/>
                  </a:cubicBezTo>
                  <a:cubicBezTo>
                    <a:pt x="85" y="18"/>
                    <a:pt x="85" y="18"/>
                    <a:pt x="85" y="18"/>
                  </a:cubicBezTo>
                  <a:cubicBezTo>
                    <a:pt x="85" y="26"/>
                    <a:pt x="85" y="26"/>
                    <a:pt x="85" y="26"/>
                  </a:cubicBezTo>
                  <a:close/>
                  <a:moveTo>
                    <a:pt x="132" y="19"/>
                  </a:moveTo>
                  <a:cubicBezTo>
                    <a:pt x="136" y="19"/>
                    <a:pt x="140" y="21"/>
                    <a:pt x="144" y="25"/>
                  </a:cubicBezTo>
                  <a:cubicBezTo>
                    <a:pt x="146" y="28"/>
                    <a:pt x="148" y="32"/>
                    <a:pt x="148" y="36"/>
                  </a:cubicBezTo>
                  <a:cubicBezTo>
                    <a:pt x="148" y="40"/>
                    <a:pt x="147" y="42"/>
                    <a:pt x="146" y="46"/>
                  </a:cubicBezTo>
                  <a:cubicBezTo>
                    <a:pt x="144" y="49"/>
                    <a:pt x="142" y="51"/>
                    <a:pt x="140" y="53"/>
                  </a:cubicBezTo>
                  <a:cubicBezTo>
                    <a:pt x="137" y="54"/>
                    <a:pt x="134" y="55"/>
                    <a:pt x="131" y="55"/>
                  </a:cubicBezTo>
                  <a:cubicBezTo>
                    <a:pt x="126" y="55"/>
                    <a:pt x="122" y="53"/>
                    <a:pt x="120" y="49"/>
                  </a:cubicBezTo>
                  <a:cubicBezTo>
                    <a:pt x="117" y="46"/>
                    <a:pt x="116" y="42"/>
                    <a:pt x="116" y="38"/>
                  </a:cubicBezTo>
                  <a:cubicBezTo>
                    <a:pt x="116" y="34"/>
                    <a:pt x="117" y="31"/>
                    <a:pt x="118" y="28"/>
                  </a:cubicBezTo>
                  <a:cubicBezTo>
                    <a:pt x="120" y="26"/>
                    <a:pt x="122" y="23"/>
                    <a:pt x="124" y="22"/>
                  </a:cubicBezTo>
                  <a:cubicBezTo>
                    <a:pt x="126" y="20"/>
                    <a:pt x="129" y="19"/>
                    <a:pt x="132" y="19"/>
                  </a:cubicBezTo>
                  <a:close/>
                  <a:moveTo>
                    <a:pt x="130" y="21"/>
                  </a:moveTo>
                  <a:cubicBezTo>
                    <a:pt x="129" y="21"/>
                    <a:pt x="128" y="22"/>
                    <a:pt x="127" y="22"/>
                  </a:cubicBezTo>
                  <a:cubicBezTo>
                    <a:pt x="126" y="23"/>
                    <a:pt x="124" y="24"/>
                    <a:pt x="124" y="26"/>
                  </a:cubicBezTo>
                  <a:cubicBezTo>
                    <a:pt x="123" y="28"/>
                    <a:pt x="122" y="31"/>
                    <a:pt x="122" y="34"/>
                  </a:cubicBezTo>
                  <a:cubicBezTo>
                    <a:pt x="122" y="39"/>
                    <a:pt x="123" y="43"/>
                    <a:pt x="125" y="47"/>
                  </a:cubicBezTo>
                  <a:cubicBezTo>
                    <a:pt x="127" y="50"/>
                    <a:pt x="130" y="52"/>
                    <a:pt x="133" y="52"/>
                  </a:cubicBezTo>
                  <a:cubicBezTo>
                    <a:pt x="135" y="52"/>
                    <a:pt x="137" y="51"/>
                    <a:pt x="138" y="49"/>
                  </a:cubicBezTo>
                  <a:cubicBezTo>
                    <a:pt x="140" y="47"/>
                    <a:pt x="141" y="44"/>
                    <a:pt x="141" y="39"/>
                  </a:cubicBezTo>
                  <a:cubicBezTo>
                    <a:pt x="141" y="33"/>
                    <a:pt x="140" y="28"/>
                    <a:pt x="137" y="25"/>
                  </a:cubicBezTo>
                  <a:cubicBezTo>
                    <a:pt x="135" y="22"/>
                    <a:pt x="133" y="21"/>
                    <a:pt x="130" y="21"/>
                  </a:cubicBezTo>
                  <a:close/>
                  <a:moveTo>
                    <a:pt x="167" y="1"/>
                  </a:moveTo>
                  <a:cubicBezTo>
                    <a:pt x="167" y="46"/>
                    <a:pt x="167" y="46"/>
                    <a:pt x="167" y="46"/>
                  </a:cubicBezTo>
                  <a:cubicBezTo>
                    <a:pt x="167" y="48"/>
                    <a:pt x="167" y="50"/>
                    <a:pt x="168" y="50"/>
                  </a:cubicBezTo>
                  <a:cubicBezTo>
                    <a:pt x="168" y="51"/>
                    <a:pt x="168" y="52"/>
                    <a:pt x="169" y="52"/>
                  </a:cubicBezTo>
                  <a:cubicBezTo>
                    <a:pt x="170" y="52"/>
                    <a:pt x="170" y="52"/>
                    <a:pt x="172" y="52"/>
                  </a:cubicBezTo>
                  <a:cubicBezTo>
                    <a:pt x="172" y="54"/>
                    <a:pt x="172" y="54"/>
                    <a:pt x="172" y="54"/>
                  </a:cubicBezTo>
                  <a:cubicBezTo>
                    <a:pt x="156" y="54"/>
                    <a:pt x="156" y="54"/>
                    <a:pt x="156" y="54"/>
                  </a:cubicBezTo>
                  <a:cubicBezTo>
                    <a:pt x="156" y="52"/>
                    <a:pt x="156" y="52"/>
                    <a:pt x="156" y="52"/>
                  </a:cubicBezTo>
                  <a:cubicBezTo>
                    <a:pt x="158" y="52"/>
                    <a:pt x="159" y="52"/>
                    <a:pt x="160" y="52"/>
                  </a:cubicBezTo>
                  <a:cubicBezTo>
                    <a:pt x="160" y="52"/>
                    <a:pt x="160" y="51"/>
                    <a:pt x="161" y="50"/>
                  </a:cubicBezTo>
                  <a:cubicBezTo>
                    <a:pt x="161" y="50"/>
                    <a:pt x="161" y="48"/>
                    <a:pt x="161" y="46"/>
                  </a:cubicBezTo>
                  <a:cubicBezTo>
                    <a:pt x="161" y="15"/>
                    <a:pt x="161" y="15"/>
                    <a:pt x="161" y="15"/>
                  </a:cubicBezTo>
                  <a:cubicBezTo>
                    <a:pt x="161" y="11"/>
                    <a:pt x="161" y="9"/>
                    <a:pt x="161" y="8"/>
                  </a:cubicBezTo>
                  <a:cubicBezTo>
                    <a:pt x="161" y="7"/>
                    <a:pt x="160" y="6"/>
                    <a:pt x="160" y="6"/>
                  </a:cubicBezTo>
                  <a:cubicBezTo>
                    <a:pt x="160" y="6"/>
                    <a:pt x="159" y="6"/>
                    <a:pt x="158" y="6"/>
                  </a:cubicBezTo>
                  <a:cubicBezTo>
                    <a:pt x="158" y="6"/>
                    <a:pt x="157" y="6"/>
                    <a:pt x="156" y="6"/>
                  </a:cubicBezTo>
                  <a:cubicBezTo>
                    <a:pt x="155" y="5"/>
                    <a:pt x="155" y="5"/>
                    <a:pt x="155" y="5"/>
                  </a:cubicBezTo>
                  <a:cubicBezTo>
                    <a:pt x="165" y="1"/>
                    <a:pt x="165" y="1"/>
                    <a:pt x="165" y="1"/>
                  </a:cubicBezTo>
                  <a:cubicBezTo>
                    <a:pt x="167" y="1"/>
                    <a:pt x="167" y="1"/>
                    <a:pt x="167" y="1"/>
                  </a:cubicBezTo>
                  <a:cubicBezTo>
                    <a:pt x="167" y="1"/>
                    <a:pt x="167" y="1"/>
                    <a:pt x="167" y="1"/>
                  </a:cubicBezTo>
                  <a:close/>
                  <a:moveTo>
                    <a:pt x="196" y="19"/>
                  </a:moveTo>
                  <a:cubicBezTo>
                    <a:pt x="201" y="19"/>
                    <a:pt x="205" y="21"/>
                    <a:pt x="208" y="25"/>
                  </a:cubicBezTo>
                  <a:cubicBezTo>
                    <a:pt x="210" y="28"/>
                    <a:pt x="212" y="32"/>
                    <a:pt x="212" y="36"/>
                  </a:cubicBezTo>
                  <a:cubicBezTo>
                    <a:pt x="212" y="40"/>
                    <a:pt x="211" y="42"/>
                    <a:pt x="210" y="46"/>
                  </a:cubicBezTo>
                  <a:cubicBezTo>
                    <a:pt x="209" y="49"/>
                    <a:pt x="207" y="51"/>
                    <a:pt x="204" y="53"/>
                  </a:cubicBezTo>
                  <a:cubicBezTo>
                    <a:pt x="202" y="54"/>
                    <a:pt x="199" y="55"/>
                    <a:pt x="196" y="55"/>
                  </a:cubicBezTo>
                  <a:cubicBezTo>
                    <a:pt x="191" y="55"/>
                    <a:pt x="187" y="53"/>
                    <a:pt x="184" y="49"/>
                  </a:cubicBezTo>
                  <a:cubicBezTo>
                    <a:pt x="182" y="46"/>
                    <a:pt x="181" y="42"/>
                    <a:pt x="181" y="38"/>
                  </a:cubicBezTo>
                  <a:cubicBezTo>
                    <a:pt x="181" y="34"/>
                    <a:pt x="182" y="31"/>
                    <a:pt x="183" y="28"/>
                  </a:cubicBezTo>
                  <a:cubicBezTo>
                    <a:pt x="185" y="26"/>
                    <a:pt x="187" y="23"/>
                    <a:pt x="189" y="22"/>
                  </a:cubicBezTo>
                  <a:cubicBezTo>
                    <a:pt x="190" y="20"/>
                    <a:pt x="193" y="19"/>
                    <a:pt x="196" y="19"/>
                  </a:cubicBezTo>
                  <a:close/>
                  <a:moveTo>
                    <a:pt x="195" y="21"/>
                  </a:moveTo>
                  <a:cubicBezTo>
                    <a:pt x="194" y="21"/>
                    <a:pt x="192" y="22"/>
                    <a:pt x="191" y="22"/>
                  </a:cubicBezTo>
                  <a:cubicBezTo>
                    <a:pt x="190" y="23"/>
                    <a:pt x="188" y="24"/>
                    <a:pt x="188" y="26"/>
                  </a:cubicBezTo>
                  <a:cubicBezTo>
                    <a:pt x="187" y="28"/>
                    <a:pt x="186" y="31"/>
                    <a:pt x="186" y="34"/>
                  </a:cubicBezTo>
                  <a:cubicBezTo>
                    <a:pt x="186" y="39"/>
                    <a:pt x="187" y="43"/>
                    <a:pt x="189" y="47"/>
                  </a:cubicBezTo>
                  <a:cubicBezTo>
                    <a:pt x="191" y="50"/>
                    <a:pt x="194" y="52"/>
                    <a:pt x="197" y="52"/>
                  </a:cubicBezTo>
                  <a:cubicBezTo>
                    <a:pt x="199" y="52"/>
                    <a:pt x="201" y="51"/>
                    <a:pt x="202" y="49"/>
                  </a:cubicBezTo>
                  <a:cubicBezTo>
                    <a:pt x="204" y="47"/>
                    <a:pt x="205" y="44"/>
                    <a:pt x="205" y="39"/>
                  </a:cubicBezTo>
                  <a:cubicBezTo>
                    <a:pt x="205" y="33"/>
                    <a:pt x="204" y="28"/>
                    <a:pt x="201" y="25"/>
                  </a:cubicBezTo>
                  <a:cubicBezTo>
                    <a:pt x="200" y="22"/>
                    <a:pt x="197" y="21"/>
                    <a:pt x="195" y="21"/>
                  </a:cubicBezTo>
                  <a:close/>
                  <a:moveTo>
                    <a:pt x="229" y="41"/>
                  </a:moveTo>
                  <a:cubicBezTo>
                    <a:pt x="227" y="40"/>
                    <a:pt x="225" y="39"/>
                    <a:pt x="224" y="37"/>
                  </a:cubicBezTo>
                  <a:cubicBezTo>
                    <a:pt x="223" y="35"/>
                    <a:pt x="222" y="33"/>
                    <a:pt x="222" y="31"/>
                  </a:cubicBezTo>
                  <a:cubicBezTo>
                    <a:pt x="222" y="28"/>
                    <a:pt x="224" y="24"/>
                    <a:pt x="226" y="22"/>
                  </a:cubicBezTo>
                  <a:cubicBezTo>
                    <a:pt x="228" y="20"/>
                    <a:pt x="232" y="18"/>
                    <a:pt x="235" y="18"/>
                  </a:cubicBezTo>
                  <a:cubicBezTo>
                    <a:pt x="238" y="18"/>
                    <a:pt x="241" y="19"/>
                    <a:pt x="243" y="21"/>
                  </a:cubicBezTo>
                  <a:cubicBezTo>
                    <a:pt x="250" y="21"/>
                    <a:pt x="250" y="21"/>
                    <a:pt x="250" y="21"/>
                  </a:cubicBezTo>
                  <a:cubicBezTo>
                    <a:pt x="251" y="21"/>
                    <a:pt x="252" y="21"/>
                    <a:pt x="252" y="21"/>
                  </a:cubicBezTo>
                  <a:cubicBezTo>
                    <a:pt x="252" y="21"/>
                    <a:pt x="252" y="21"/>
                    <a:pt x="252" y="21"/>
                  </a:cubicBezTo>
                  <a:cubicBezTo>
                    <a:pt x="252" y="22"/>
                    <a:pt x="252" y="22"/>
                    <a:pt x="252" y="22"/>
                  </a:cubicBezTo>
                  <a:cubicBezTo>
                    <a:pt x="252" y="23"/>
                    <a:pt x="252" y="24"/>
                    <a:pt x="252" y="24"/>
                  </a:cubicBezTo>
                  <a:cubicBezTo>
                    <a:pt x="252" y="24"/>
                    <a:pt x="252" y="24"/>
                    <a:pt x="252" y="24"/>
                  </a:cubicBezTo>
                  <a:cubicBezTo>
                    <a:pt x="252" y="24"/>
                    <a:pt x="251" y="24"/>
                    <a:pt x="250" y="24"/>
                  </a:cubicBezTo>
                  <a:cubicBezTo>
                    <a:pt x="246" y="24"/>
                    <a:pt x="246" y="24"/>
                    <a:pt x="246" y="24"/>
                  </a:cubicBezTo>
                  <a:cubicBezTo>
                    <a:pt x="247" y="26"/>
                    <a:pt x="248" y="28"/>
                    <a:pt x="248" y="31"/>
                  </a:cubicBezTo>
                  <a:cubicBezTo>
                    <a:pt x="248" y="34"/>
                    <a:pt x="246" y="37"/>
                    <a:pt x="244" y="39"/>
                  </a:cubicBezTo>
                  <a:cubicBezTo>
                    <a:pt x="242" y="41"/>
                    <a:pt x="238" y="42"/>
                    <a:pt x="235" y="42"/>
                  </a:cubicBezTo>
                  <a:cubicBezTo>
                    <a:pt x="233" y="42"/>
                    <a:pt x="232" y="42"/>
                    <a:pt x="230" y="41"/>
                  </a:cubicBezTo>
                  <a:cubicBezTo>
                    <a:pt x="229" y="42"/>
                    <a:pt x="228" y="43"/>
                    <a:pt x="228" y="44"/>
                  </a:cubicBezTo>
                  <a:cubicBezTo>
                    <a:pt x="228" y="44"/>
                    <a:pt x="228" y="45"/>
                    <a:pt x="228" y="45"/>
                  </a:cubicBezTo>
                  <a:cubicBezTo>
                    <a:pt x="228" y="46"/>
                    <a:pt x="228" y="46"/>
                    <a:pt x="228" y="46"/>
                  </a:cubicBezTo>
                  <a:cubicBezTo>
                    <a:pt x="228" y="47"/>
                    <a:pt x="229" y="47"/>
                    <a:pt x="230" y="47"/>
                  </a:cubicBezTo>
                  <a:cubicBezTo>
                    <a:pt x="231" y="47"/>
                    <a:pt x="233" y="47"/>
                    <a:pt x="236" y="48"/>
                  </a:cubicBezTo>
                  <a:cubicBezTo>
                    <a:pt x="240" y="48"/>
                    <a:pt x="244" y="48"/>
                    <a:pt x="245" y="48"/>
                  </a:cubicBezTo>
                  <a:cubicBezTo>
                    <a:pt x="248" y="48"/>
                    <a:pt x="249" y="49"/>
                    <a:pt x="250" y="50"/>
                  </a:cubicBezTo>
                  <a:cubicBezTo>
                    <a:pt x="252" y="52"/>
                    <a:pt x="252" y="54"/>
                    <a:pt x="252" y="56"/>
                  </a:cubicBezTo>
                  <a:cubicBezTo>
                    <a:pt x="252" y="58"/>
                    <a:pt x="251" y="61"/>
                    <a:pt x="249" y="64"/>
                  </a:cubicBezTo>
                  <a:cubicBezTo>
                    <a:pt x="245" y="67"/>
                    <a:pt x="240" y="69"/>
                    <a:pt x="234" y="69"/>
                  </a:cubicBezTo>
                  <a:cubicBezTo>
                    <a:pt x="230" y="69"/>
                    <a:pt x="226" y="68"/>
                    <a:pt x="223" y="66"/>
                  </a:cubicBezTo>
                  <a:cubicBezTo>
                    <a:pt x="221" y="65"/>
                    <a:pt x="220" y="64"/>
                    <a:pt x="220" y="62"/>
                  </a:cubicBezTo>
                  <a:cubicBezTo>
                    <a:pt x="220" y="62"/>
                    <a:pt x="220" y="61"/>
                    <a:pt x="220" y="60"/>
                  </a:cubicBezTo>
                  <a:cubicBezTo>
                    <a:pt x="221" y="60"/>
                    <a:pt x="222" y="58"/>
                    <a:pt x="223" y="56"/>
                  </a:cubicBezTo>
                  <a:cubicBezTo>
                    <a:pt x="223" y="56"/>
                    <a:pt x="224" y="55"/>
                    <a:pt x="226" y="52"/>
                  </a:cubicBezTo>
                  <a:cubicBezTo>
                    <a:pt x="225" y="52"/>
                    <a:pt x="224" y="51"/>
                    <a:pt x="224" y="50"/>
                  </a:cubicBezTo>
                  <a:cubicBezTo>
                    <a:pt x="223" y="50"/>
                    <a:pt x="223" y="49"/>
                    <a:pt x="223" y="48"/>
                  </a:cubicBezTo>
                  <a:cubicBezTo>
                    <a:pt x="223" y="48"/>
                    <a:pt x="223" y="46"/>
                    <a:pt x="224" y="45"/>
                  </a:cubicBezTo>
                  <a:cubicBezTo>
                    <a:pt x="225" y="45"/>
                    <a:pt x="226" y="44"/>
                    <a:pt x="229" y="41"/>
                  </a:cubicBezTo>
                  <a:close/>
                  <a:moveTo>
                    <a:pt x="235" y="20"/>
                  </a:moveTo>
                  <a:cubicBezTo>
                    <a:pt x="233" y="20"/>
                    <a:pt x="232" y="21"/>
                    <a:pt x="230" y="22"/>
                  </a:cubicBezTo>
                  <a:cubicBezTo>
                    <a:pt x="229" y="24"/>
                    <a:pt x="229" y="26"/>
                    <a:pt x="229" y="29"/>
                  </a:cubicBezTo>
                  <a:cubicBezTo>
                    <a:pt x="229" y="33"/>
                    <a:pt x="230" y="36"/>
                    <a:pt x="231" y="38"/>
                  </a:cubicBezTo>
                  <a:cubicBezTo>
                    <a:pt x="232" y="40"/>
                    <a:pt x="234" y="41"/>
                    <a:pt x="236" y="41"/>
                  </a:cubicBezTo>
                  <a:cubicBezTo>
                    <a:pt x="238" y="41"/>
                    <a:pt x="239" y="40"/>
                    <a:pt x="240" y="39"/>
                  </a:cubicBezTo>
                  <a:cubicBezTo>
                    <a:pt x="242" y="37"/>
                    <a:pt x="242" y="35"/>
                    <a:pt x="242" y="32"/>
                  </a:cubicBezTo>
                  <a:cubicBezTo>
                    <a:pt x="242" y="28"/>
                    <a:pt x="241" y="25"/>
                    <a:pt x="240" y="23"/>
                  </a:cubicBezTo>
                  <a:cubicBezTo>
                    <a:pt x="238" y="21"/>
                    <a:pt x="237" y="20"/>
                    <a:pt x="235" y="20"/>
                  </a:cubicBezTo>
                  <a:close/>
                  <a:moveTo>
                    <a:pt x="228" y="54"/>
                  </a:moveTo>
                  <a:cubicBezTo>
                    <a:pt x="227" y="55"/>
                    <a:pt x="226" y="56"/>
                    <a:pt x="226" y="57"/>
                  </a:cubicBezTo>
                  <a:cubicBezTo>
                    <a:pt x="226" y="58"/>
                    <a:pt x="225" y="59"/>
                    <a:pt x="225" y="60"/>
                  </a:cubicBezTo>
                  <a:cubicBezTo>
                    <a:pt x="225" y="62"/>
                    <a:pt x="226" y="63"/>
                    <a:pt x="227" y="64"/>
                  </a:cubicBezTo>
                  <a:cubicBezTo>
                    <a:pt x="230" y="65"/>
                    <a:pt x="233" y="66"/>
                    <a:pt x="238" y="66"/>
                  </a:cubicBezTo>
                  <a:cubicBezTo>
                    <a:pt x="242" y="66"/>
                    <a:pt x="245" y="65"/>
                    <a:pt x="247" y="64"/>
                  </a:cubicBezTo>
                  <a:cubicBezTo>
                    <a:pt x="249" y="62"/>
                    <a:pt x="250" y="60"/>
                    <a:pt x="250" y="58"/>
                  </a:cubicBezTo>
                  <a:cubicBezTo>
                    <a:pt x="250" y="57"/>
                    <a:pt x="250" y="56"/>
                    <a:pt x="248" y="56"/>
                  </a:cubicBezTo>
                  <a:cubicBezTo>
                    <a:pt x="247" y="55"/>
                    <a:pt x="245" y="55"/>
                    <a:pt x="241" y="55"/>
                  </a:cubicBezTo>
                  <a:cubicBezTo>
                    <a:pt x="236" y="54"/>
                    <a:pt x="231" y="54"/>
                    <a:pt x="228" y="54"/>
                  </a:cubicBezTo>
                  <a:close/>
                  <a:moveTo>
                    <a:pt x="258" y="20"/>
                  </a:moveTo>
                  <a:cubicBezTo>
                    <a:pt x="274" y="20"/>
                    <a:pt x="274" y="20"/>
                    <a:pt x="274" y="20"/>
                  </a:cubicBezTo>
                  <a:cubicBezTo>
                    <a:pt x="274" y="21"/>
                    <a:pt x="274" y="21"/>
                    <a:pt x="274" y="21"/>
                  </a:cubicBezTo>
                  <a:cubicBezTo>
                    <a:pt x="273" y="21"/>
                    <a:pt x="273" y="21"/>
                    <a:pt x="273" y="21"/>
                  </a:cubicBezTo>
                  <a:cubicBezTo>
                    <a:pt x="272" y="21"/>
                    <a:pt x="271" y="21"/>
                    <a:pt x="270" y="22"/>
                  </a:cubicBezTo>
                  <a:cubicBezTo>
                    <a:pt x="270" y="22"/>
                    <a:pt x="270" y="23"/>
                    <a:pt x="270" y="23"/>
                  </a:cubicBezTo>
                  <a:cubicBezTo>
                    <a:pt x="270" y="24"/>
                    <a:pt x="270" y="26"/>
                    <a:pt x="271" y="27"/>
                  </a:cubicBezTo>
                  <a:cubicBezTo>
                    <a:pt x="279" y="44"/>
                    <a:pt x="279" y="44"/>
                    <a:pt x="279" y="44"/>
                  </a:cubicBezTo>
                  <a:cubicBezTo>
                    <a:pt x="286" y="26"/>
                    <a:pt x="286" y="26"/>
                    <a:pt x="286" y="26"/>
                  </a:cubicBezTo>
                  <a:cubicBezTo>
                    <a:pt x="286" y="24"/>
                    <a:pt x="287" y="24"/>
                    <a:pt x="287" y="22"/>
                  </a:cubicBezTo>
                  <a:cubicBezTo>
                    <a:pt x="287" y="22"/>
                    <a:pt x="287" y="22"/>
                    <a:pt x="286" y="21"/>
                  </a:cubicBezTo>
                  <a:cubicBezTo>
                    <a:pt x="286" y="21"/>
                    <a:pt x="286" y="21"/>
                    <a:pt x="286" y="20"/>
                  </a:cubicBezTo>
                  <a:cubicBezTo>
                    <a:pt x="285" y="20"/>
                    <a:pt x="284" y="20"/>
                    <a:pt x="284" y="20"/>
                  </a:cubicBezTo>
                  <a:cubicBezTo>
                    <a:pt x="284" y="19"/>
                    <a:pt x="284" y="19"/>
                    <a:pt x="284" y="19"/>
                  </a:cubicBezTo>
                  <a:cubicBezTo>
                    <a:pt x="294" y="19"/>
                    <a:pt x="294" y="19"/>
                    <a:pt x="294" y="19"/>
                  </a:cubicBezTo>
                  <a:cubicBezTo>
                    <a:pt x="294" y="20"/>
                    <a:pt x="294" y="20"/>
                    <a:pt x="294" y="20"/>
                  </a:cubicBezTo>
                  <a:cubicBezTo>
                    <a:pt x="294" y="20"/>
                    <a:pt x="293" y="20"/>
                    <a:pt x="292" y="20"/>
                  </a:cubicBezTo>
                  <a:cubicBezTo>
                    <a:pt x="292" y="21"/>
                    <a:pt x="292" y="21"/>
                    <a:pt x="291" y="22"/>
                  </a:cubicBezTo>
                  <a:cubicBezTo>
                    <a:pt x="290" y="22"/>
                    <a:pt x="290" y="23"/>
                    <a:pt x="290" y="25"/>
                  </a:cubicBezTo>
                  <a:cubicBezTo>
                    <a:pt x="276" y="59"/>
                    <a:pt x="276" y="59"/>
                    <a:pt x="276" y="59"/>
                  </a:cubicBezTo>
                  <a:cubicBezTo>
                    <a:pt x="275" y="62"/>
                    <a:pt x="274" y="64"/>
                    <a:pt x="271" y="66"/>
                  </a:cubicBezTo>
                  <a:cubicBezTo>
                    <a:pt x="269" y="68"/>
                    <a:pt x="267" y="69"/>
                    <a:pt x="265" y="69"/>
                  </a:cubicBezTo>
                  <a:cubicBezTo>
                    <a:pt x="264" y="69"/>
                    <a:pt x="263" y="68"/>
                    <a:pt x="262" y="68"/>
                  </a:cubicBezTo>
                  <a:cubicBezTo>
                    <a:pt x="261" y="67"/>
                    <a:pt x="260" y="66"/>
                    <a:pt x="260" y="65"/>
                  </a:cubicBezTo>
                  <a:cubicBezTo>
                    <a:pt x="260" y="64"/>
                    <a:pt x="261" y="63"/>
                    <a:pt x="261" y="62"/>
                  </a:cubicBezTo>
                  <a:cubicBezTo>
                    <a:pt x="262" y="62"/>
                    <a:pt x="263" y="62"/>
                    <a:pt x="264" y="62"/>
                  </a:cubicBezTo>
                  <a:cubicBezTo>
                    <a:pt x="265" y="62"/>
                    <a:pt x="266" y="62"/>
                    <a:pt x="267" y="62"/>
                  </a:cubicBezTo>
                  <a:cubicBezTo>
                    <a:pt x="268" y="63"/>
                    <a:pt x="269" y="63"/>
                    <a:pt x="269" y="63"/>
                  </a:cubicBezTo>
                  <a:cubicBezTo>
                    <a:pt x="270" y="63"/>
                    <a:pt x="270" y="62"/>
                    <a:pt x="271" y="62"/>
                  </a:cubicBezTo>
                  <a:cubicBezTo>
                    <a:pt x="272" y="61"/>
                    <a:pt x="273" y="59"/>
                    <a:pt x="274" y="57"/>
                  </a:cubicBezTo>
                  <a:cubicBezTo>
                    <a:pt x="276" y="51"/>
                    <a:pt x="276" y="51"/>
                    <a:pt x="276" y="51"/>
                  </a:cubicBezTo>
                  <a:cubicBezTo>
                    <a:pt x="264" y="26"/>
                    <a:pt x="264" y="26"/>
                    <a:pt x="264" y="26"/>
                  </a:cubicBezTo>
                  <a:cubicBezTo>
                    <a:pt x="264" y="25"/>
                    <a:pt x="264" y="24"/>
                    <a:pt x="263" y="23"/>
                  </a:cubicBezTo>
                  <a:cubicBezTo>
                    <a:pt x="262" y="22"/>
                    <a:pt x="262" y="21"/>
                    <a:pt x="261" y="21"/>
                  </a:cubicBezTo>
                  <a:cubicBezTo>
                    <a:pt x="261" y="21"/>
                    <a:pt x="260" y="20"/>
                    <a:pt x="258" y="20"/>
                  </a:cubicBezTo>
                  <a:cubicBezTo>
                    <a:pt x="258" y="20"/>
                    <a:pt x="258" y="20"/>
                    <a:pt x="258" y="20"/>
                  </a:cubicBezTo>
                  <a:close/>
                  <a:moveTo>
                    <a:pt x="331" y="19"/>
                  </a:moveTo>
                  <a:cubicBezTo>
                    <a:pt x="336" y="19"/>
                    <a:pt x="340" y="21"/>
                    <a:pt x="343" y="25"/>
                  </a:cubicBezTo>
                  <a:cubicBezTo>
                    <a:pt x="346" y="28"/>
                    <a:pt x="347" y="32"/>
                    <a:pt x="347" y="36"/>
                  </a:cubicBezTo>
                  <a:cubicBezTo>
                    <a:pt x="347" y="40"/>
                    <a:pt x="346" y="42"/>
                    <a:pt x="345" y="46"/>
                  </a:cubicBezTo>
                  <a:cubicBezTo>
                    <a:pt x="344" y="49"/>
                    <a:pt x="342" y="51"/>
                    <a:pt x="339" y="53"/>
                  </a:cubicBezTo>
                  <a:cubicBezTo>
                    <a:pt x="336" y="54"/>
                    <a:pt x="334" y="55"/>
                    <a:pt x="331" y="55"/>
                  </a:cubicBezTo>
                  <a:cubicBezTo>
                    <a:pt x="326" y="55"/>
                    <a:pt x="322" y="53"/>
                    <a:pt x="319" y="49"/>
                  </a:cubicBezTo>
                  <a:cubicBezTo>
                    <a:pt x="317" y="46"/>
                    <a:pt x="316" y="42"/>
                    <a:pt x="316" y="38"/>
                  </a:cubicBezTo>
                  <a:cubicBezTo>
                    <a:pt x="316" y="34"/>
                    <a:pt x="316" y="31"/>
                    <a:pt x="318" y="28"/>
                  </a:cubicBezTo>
                  <a:cubicBezTo>
                    <a:pt x="320" y="26"/>
                    <a:pt x="322" y="23"/>
                    <a:pt x="324" y="22"/>
                  </a:cubicBezTo>
                  <a:cubicBezTo>
                    <a:pt x="326" y="20"/>
                    <a:pt x="328" y="19"/>
                    <a:pt x="331" y="19"/>
                  </a:cubicBezTo>
                  <a:close/>
                  <a:moveTo>
                    <a:pt x="330" y="21"/>
                  </a:moveTo>
                  <a:cubicBezTo>
                    <a:pt x="329" y="21"/>
                    <a:pt x="328" y="22"/>
                    <a:pt x="326" y="22"/>
                  </a:cubicBezTo>
                  <a:cubicBezTo>
                    <a:pt x="325" y="23"/>
                    <a:pt x="324" y="24"/>
                    <a:pt x="323" y="26"/>
                  </a:cubicBezTo>
                  <a:cubicBezTo>
                    <a:pt x="322" y="28"/>
                    <a:pt x="322" y="31"/>
                    <a:pt x="322" y="34"/>
                  </a:cubicBezTo>
                  <a:cubicBezTo>
                    <a:pt x="322" y="39"/>
                    <a:pt x="323" y="43"/>
                    <a:pt x="325" y="47"/>
                  </a:cubicBezTo>
                  <a:cubicBezTo>
                    <a:pt x="327" y="50"/>
                    <a:pt x="329" y="52"/>
                    <a:pt x="332" y="52"/>
                  </a:cubicBezTo>
                  <a:cubicBezTo>
                    <a:pt x="335" y="52"/>
                    <a:pt x="337" y="51"/>
                    <a:pt x="338" y="49"/>
                  </a:cubicBezTo>
                  <a:cubicBezTo>
                    <a:pt x="340" y="47"/>
                    <a:pt x="340" y="44"/>
                    <a:pt x="340" y="39"/>
                  </a:cubicBezTo>
                  <a:cubicBezTo>
                    <a:pt x="340" y="33"/>
                    <a:pt x="339" y="28"/>
                    <a:pt x="337" y="25"/>
                  </a:cubicBezTo>
                  <a:cubicBezTo>
                    <a:pt x="335" y="22"/>
                    <a:pt x="332" y="21"/>
                    <a:pt x="330" y="21"/>
                  </a:cubicBezTo>
                  <a:close/>
                  <a:moveTo>
                    <a:pt x="368" y="22"/>
                  </a:moveTo>
                  <a:cubicBezTo>
                    <a:pt x="368" y="45"/>
                    <a:pt x="368" y="45"/>
                    <a:pt x="368" y="45"/>
                  </a:cubicBezTo>
                  <a:cubicBezTo>
                    <a:pt x="368" y="48"/>
                    <a:pt x="368" y="50"/>
                    <a:pt x="369" y="51"/>
                  </a:cubicBezTo>
                  <a:cubicBezTo>
                    <a:pt x="370" y="52"/>
                    <a:pt x="371" y="52"/>
                    <a:pt x="373" y="52"/>
                  </a:cubicBezTo>
                  <a:cubicBezTo>
                    <a:pt x="376" y="52"/>
                    <a:pt x="376" y="52"/>
                    <a:pt x="376" y="52"/>
                  </a:cubicBezTo>
                  <a:cubicBezTo>
                    <a:pt x="376" y="54"/>
                    <a:pt x="376" y="54"/>
                    <a:pt x="376" y="54"/>
                  </a:cubicBezTo>
                  <a:cubicBezTo>
                    <a:pt x="356" y="54"/>
                    <a:pt x="356" y="54"/>
                    <a:pt x="356" y="54"/>
                  </a:cubicBezTo>
                  <a:cubicBezTo>
                    <a:pt x="356" y="52"/>
                    <a:pt x="356" y="52"/>
                    <a:pt x="356" y="52"/>
                  </a:cubicBezTo>
                  <a:cubicBezTo>
                    <a:pt x="358" y="52"/>
                    <a:pt x="358" y="52"/>
                    <a:pt x="358" y="52"/>
                  </a:cubicBezTo>
                  <a:cubicBezTo>
                    <a:pt x="358" y="52"/>
                    <a:pt x="360" y="52"/>
                    <a:pt x="360" y="52"/>
                  </a:cubicBezTo>
                  <a:cubicBezTo>
                    <a:pt x="361" y="51"/>
                    <a:pt x="362" y="50"/>
                    <a:pt x="362" y="50"/>
                  </a:cubicBezTo>
                  <a:cubicBezTo>
                    <a:pt x="362" y="49"/>
                    <a:pt x="362" y="47"/>
                    <a:pt x="362" y="45"/>
                  </a:cubicBezTo>
                  <a:cubicBezTo>
                    <a:pt x="362" y="22"/>
                    <a:pt x="362" y="22"/>
                    <a:pt x="362" y="22"/>
                  </a:cubicBezTo>
                  <a:cubicBezTo>
                    <a:pt x="356" y="22"/>
                    <a:pt x="356" y="22"/>
                    <a:pt x="356" y="22"/>
                  </a:cubicBezTo>
                  <a:cubicBezTo>
                    <a:pt x="356" y="20"/>
                    <a:pt x="356" y="20"/>
                    <a:pt x="356" y="20"/>
                  </a:cubicBezTo>
                  <a:cubicBezTo>
                    <a:pt x="362" y="20"/>
                    <a:pt x="362" y="20"/>
                    <a:pt x="362" y="20"/>
                  </a:cubicBezTo>
                  <a:cubicBezTo>
                    <a:pt x="362" y="17"/>
                    <a:pt x="362" y="17"/>
                    <a:pt x="362" y="17"/>
                  </a:cubicBezTo>
                  <a:cubicBezTo>
                    <a:pt x="362" y="14"/>
                    <a:pt x="363" y="11"/>
                    <a:pt x="364" y="8"/>
                  </a:cubicBezTo>
                  <a:cubicBezTo>
                    <a:pt x="365" y="6"/>
                    <a:pt x="367" y="4"/>
                    <a:pt x="369" y="3"/>
                  </a:cubicBezTo>
                  <a:cubicBezTo>
                    <a:pt x="371" y="2"/>
                    <a:pt x="373" y="1"/>
                    <a:pt x="376" y="1"/>
                  </a:cubicBezTo>
                  <a:cubicBezTo>
                    <a:pt x="378" y="1"/>
                    <a:pt x="381" y="2"/>
                    <a:pt x="383" y="3"/>
                  </a:cubicBezTo>
                  <a:cubicBezTo>
                    <a:pt x="384" y="4"/>
                    <a:pt x="385" y="6"/>
                    <a:pt x="385" y="7"/>
                  </a:cubicBezTo>
                  <a:cubicBezTo>
                    <a:pt x="385" y="8"/>
                    <a:pt x="384" y="8"/>
                    <a:pt x="384" y="9"/>
                  </a:cubicBezTo>
                  <a:cubicBezTo>
                    <a:pt x="383" y="10"/>
                    <a:pt x="383" y="10"/>
                    <a:pt x="382" y="10"/>
                  </a:cubicBezTo>
                  <a:cubicBezTo>
                    <a:pt x="382" y="10"/>
                    <a:pt x="381" y="9"/>
                    <a:pt x="380" y="9"/>
                  </a:cubicBezTo>
                  <a:cubicBezTo>
                    <a:pt x="380" y="8"/>
                    <a:pt x="379" y="8"/>
                    <a:pt x="378" y="6"/>
                  </a:cubicBezTo>
                  <a:cubicBezTo>
                    <a:pt x="377" y="5"/>
                    <a:pt x="376" y="4"/>
                    <a:pt x="376" y="3"/>
                  </a:cubicBezTo>
                  <a:cubicBezTo>
                    <a:pt x="375" y="3"/>
                    <a:pt x="374" y="2"/>
                    <a:pt x="373" y="2"/>
                  </a:cubicBezTo>
                  <a:cubicBezTo>
                    <a:pt x="372" y="2"/>
                    <a:pt x="371" y="3"/>
                    <a:pt x="370" y="3"/>
                  </a:cubicBezTo>
                  <a:cubicBezTo>
                    <a:pt x="370" y="4"/>
                    <a:pt x="369" y="5"/>
                    <a:pt x="369" y="6"/>
                  </a:cubicBezTo>
                  <a:cubicBezTo>
                    <a:pt x="368" y="7"/>
                    <a:pt x="368" y="10"/>
                    <a:pt x="368" y="16"/>
                  </a:cubicBezTo>
                  <a:cubicBezTo>
                    <a:pt x="368" y="18"/>
                    <a:pt x="368" y="18"/>
                    <a:pt x="368" y="18"/>
                  </a:cubicBezTo>
                  <a:cubicBezTo>
                    <a:pt x="377" y="18"/>
                    <a:pt x="377" y="18"/>
                    <a:pt x="377" y="18"/>
                  </a:cubicBezTo>
                  <a:cubicBezTo>
                    <a:pt x="377" y="22"/>
                    <a:pt x="377" y="22"/>
                    <a:pt x="377" y="22"/>
                  </a:cubicBezTo>
                  <a:cubicBezTo>
                    <a:pt x="368" y="22"/>
                    <a:pt x="368" y="22"/>
                    <a:pt x="368" y="22"/>
                  </a:cubicBezTo>
                  <a:close/>
                  <a:moveTo>
                    <a:pt x="440" y="2"/>
                  </a:moveTo>
                  <a:cubicBezTo>
                    <a:pt x="441" y="20"/>
                    <a:pt x="441" y="20"/>
                    <a:pt x="441" y="20"/>
                  </a:cubicBezTo>
                  <a:cubicBezTo>
                    <a:pt x="440" y="20"/>
                    <a:pt x="440" y="20"/>
                    <a:pt x="440" y="20"/>
                  </a:cubicBezTo>
                  <a:cubicBezTo>
                    <a:pt x="438" y="14"/>
                    <a:pt x="436" y="11"/>
                    <a:pt x="433" y="8"/>
                  </a:cubicBezTo>
                  <a:cubicBezTo>
                    <a:pt x="430" y="6"/>
                    <a:pt x="427" y="5"/>
                    <a:pt x="423" y="5"/>
                  </a:cubicBezTo>
                  <a:cubicBezTo>
                    <a:pt x="420" y="5"/>
                    <a:pt x="417" y="6"/>
                    <a:pt x="414" y="8"/>
                  </a:cubicBezTo>
                  <a:cubicBezTo>
                    <a:pt x="412" y="9"/>
                    <a:pt x="410" y="12"/>
                    <a:pt x="408" y="16"/>
                  </a:cubicBezTo>
                  <a:cubicBezTo>
                    <a:pt x="407" y="19"/>
                    <a:pt x="406" y="24"/>
                    <a:pt x="406" y="30"/>
                  </a:cubicBezTo>
                  <a:cubicBezTo>
                    <a:pt x="406" y="34"/>
                    <a:pt x="407" y="38"/>
                    <a:pt x="408" y="42"/>
                  </a:cubicBezTo>
                  <a:cubicBezTo>
                    <a:pt x="409" y="45"/>
                    <a:pt x="412" y="48"/>
                    <a:pt x="414" y="49"/>
                  </a:cubicBezTo>
                  <a:cubicBezTo>
                    <a:pt x="417" y="51"/>
                    <a:pt x="420" y="52"/>
                    <a:pt x="424" y="52"/>
                  </a:cubicBezTo>
                  <a:cubicBezTo>
                    <a:pt x="427" y="52"/>
                    <a:pt x="430" y="51"/>
                    <a:pt x="432" y="50"/>
                  </a:cubicBezTo>
                  <a:cubicBezTo>
                    <a:pt x="435" y="49"/>
                    <a:pt x="438" y="46"/>
                    <a:pt x="440" y="42"/>
                  </a:cubicBezTo>
                  <a:cubicBezTo>
                    <a:pt x="442" y="42"/>
                    <a:pt x="442" y="42"/>
                    <a:pt x="442" y="42"/>
                  </a:cubicBezTo>
                  <a:cubicBezTo>
                    <a:pt x="439" y="47"/>
                    <a:pt x="436" y="50"/>
                    <a:pt x="433" y="52"/>
                  </a:cubicBezTo>
                  <a:cubicBezTo>
                    <a:pt x="430" y="54"/>
                    <a:pt x="426" y="56"/>
                    <a:pt x="422" y="56"/>
                  </a:cubicBezTo>
                  <a:cubicBezTo>
                    <a:pt x="414" y="56"/>
                    <a:pt x="407" y="52"/>
                    <a:pt x="403" y="46"/>
                  </a:cubicBezTo>
                  <a:cubicBezTo>
                    <a:pt x="400" y="42"/>
                    <a:pt x="398" y="36"/>
                    <a:pt x="398" y="30"/>
                  </a:cubicBezTo>
                  <a:cubicBezTo>
                    <a:pt x="398" y="25"/>
                    <a:pt x="399" y="20"/>
                    <a:pt x="401" y="16"/>
                  </a:cubicBezTo>
                  <a:cubicBezTo>
                    <a:pt x="403" y="12"/>
                    <a:pt x="406" y="8"/>
                    <a:pt x="410" y="6"/>
                  </a:cubicBezTo>
                  <a:cubicBezTo>
                    <a:pt x="414" y="4"/>
                    <a:pt x="418" y="3"/>
                    <a:pt x="422" y="3"/>
                  </a:cubicBezTo>
                  <a:cubicBezTo>
                    <a:pt x="426" y="3"/>
                    <a:pt x="429" y="4"/>
                    <a:pt x="433" y="6"/>
                  </a:cubicBezTo>
                  <a:cubicBezTo>
                    <a:pt x="434" y="6"/>
                    <a:pt x="434" y="6"/>
                    <a:pt x="435" y="6"/>
                  </a:cubicBezTo>
                  <a:cubicBezTo>
                    <a:pt x="436" y="6"/>
                    <a:pt x="436" y="6"/>
                    <a:pt x="436" y="6"/>
                  </a:cubicBezTo>
                  <a:cubicBezTo>
                    <a:pt x="437" y="5"/>
                    <a:pt x="438" y="4"/>
                    <a:pt x="438" y="3"/>
                  </a:cubicBezTo>
                  <a:cubicBezTo>
                    <a:pt x="440" y="2"/>
                    <a:pt x="440" y="2"/>
                    <a:pt x="440" y="2"/>
                  </a:cubicBezTo>
                  <a:close/>
                  <a:moveTo>
                    <a:pt x="460" y="1"/>
                  </a:moveTo>
                  <a:cubicBezTo>
                    <a:pt x="460" y="26"/>
                    <a:pt x="460" y="26"/>
                    <a:pt x="460" y="26"/>
                  </a:cubicBezTo>
                  <a:cubicBezTo>
                    <a:pt x="463" y="22"/>
                    <a:pt x="465" y="21"/>
                    <a:pt x="466" y="20"/>
                  </a:cubicBezTo>
                  <a:cubicBezTo>
                    <a:pt x="468" y="19"/>
                    <a:pt x="470" y="18"/>
                    <a:pt x="471" y="18"/>
                  </a:cubicBezTo>
                  <a:cubicBezTo>
                    <a:pt x="473" y="18"/>
                    <a:pt x="475" y="19"/>
                    <a:pt x="476" y="20"/>
                  </a:cubicBezTo>
                  <a:cubicBezTo>
                    <a:pt x="477" y="21"/>
                    <a:pt x="478" y="23"/>
                    <a:pt x="479" y="25"/>
                  </a:cubicBezTo>
                  <a:cubicBezTo>
                    <a:pt x="479" y="27"/>
                    <a:pt x="480" y="30"/>
                    <a:pt x="480" y="34"/>
                  </a:cubicBezTo>
                  <a:cubicBezTo>
                    <a:pt x="480" y="46"/>
                    <a:pt x="480" y="46"/>
                    <a:pt x="480" y="46"/>
                  </a:cubicBezTo>
                  <a:cubicBezTo>
                    <a:pt x="480" y="48"/>
                    <a:pt x="480" y="50"/>
                    <a:pt x="480" y="50"/>
                  </a:cubicBezTo>
                  <a:cubicBezTo>
                    <a:pt x="480" y="51"/>
                    <a:pt x="481" y="52"/>
                    <a:pt x="481" y="52"/>
                  </a:cubicBezTo>
                  <a:cubicBezTo>
                    <a:pt x="482" y="52"/>
                    <a:pt x="483" y="52"/>
                    <a:pt x="484" y="52"/>
                  </a:cubicBezTo>
                  <a:cubicBezTo>
                    <a:pt x="484" y="54"/>
                    <a:pt x="484" y="54"/>
                    <a:pt x="484" y="54"/>
                  </a:cubicBezTo>
                  <a:cubicBezTo>
                    <a:pt x="468" y="54"/>
                    <a:pt x="468" y="54"/>
                    <a:pt x="468" y="54"/>
                  </a:cubicBezTo>
                  <a:cubicBezTo>
                    <a:pt x="468" y="52"/>
                    <a:pt x="468" y="52"/>
                    <a:pt x="468" y="52"/>
                  </a:cubicBezTo>
                  <a:cubicBezTo>
                    <a:pt x="469" y="52"/>
                    <a:pt x="469" y="52"/>
                    <a:pt x="469" y="52"/>
                  </a:cubicBezTo>
                  <a:cubicBezTo>
                    <a:pt x="471" y="52"/>
                    <a:pt x="472" y="52"/>
                    <a:pt x="472" y="52"/>
                  </a:cubicBezTo>
                  <a:cubicBezTo>
                    <a:pt x="473" y="51"/>
                    <a:pt x="474" y="50"/>
                    <a:pt x="474" y="50"/>
                  </a:cubicBezTo>
                  <a:cubicBezTo>
                    <a:pt x="474" y="49"/>
                    <a:pt x="474" y="48"/>
                    <a:pt x="474" y="46"/>
                  </a:cubicBezTo>
                  <a:cubicBezTo>
                    <a:pt x="474" y="34"/>
                    <a:pt x="474" y="34"/>
                    <a:pt x="474" y="34"/>
                  </a:cubicBezTo>
                  <a:cubicBezTo>
                    <a:pt x="474" y="30"/>
                    <a:pt x="474" y="28"/>
                    <a:pt x="473" y="27"/>
                  </a:cubicBezTo>
                  <a:cubicBezTo>
                    <a:pt x="473" y="26"/>
                    <a:pt x="472" y="25"/>
                    <a:pt x="472" y="24"/>
                  </a:cubicBezTo>
                  <a:cubicBezTo>
                    <a:pt x="471" y="24"/>
                    <a:pt x="470" y="23"/>
                    <a:pt x="469" y="23"/>
                  </a:cubicBezTo>
                  <a:cubicBezTo>
                    <a:pt x="468" y="23"/>
                    <a:pt x="466" y="24"/>
                    <a:pt x="465" y="24"/>
                  </a:cubicBezTo>
                  <a:cubicBezTo>
                    <a:pt x="464" y="25"/>
                    <a:pt x="462" y="26"/>
                    <a:pt x="461" y="28"/>
                  </a:cubicBezTo>
                  <a:cubicBezTo>
                    <a:pt x="461" y="46"/>
                    <a:pt x="461" y="46"/>
                    <a:pt x="461" y="46"/>
                  </a:cubicBezTo>
                  <a:cubicBezTo>
                    <a:pt x="461" y="48"/>
                    <a:pt x="461" y="50"/>
                    <a:pt x="461" y="50"/>
                  </a:cubicBezTo>
                  <a:cubicBezTo>
                    <a:pt x="462" y="51"/>
                    <a:pt x="462" y="52"/>
                    <a:pt x="462" y="52"/>
                  </a:cubicBezTo>
                  <a:cubicBezTo>
                    <a:pt x="463" y="52"/>
                    <a:pt x="464" y="52"/>
                    <a:pt x="466" y="52"/>
                  </a:cubicBezTo>
                  <a:cubicBezTo>
                    <a:pt x="466" y="54"/>
                    <a:pt x="466" y="54"/>
                    <a:pt x="466" y="54"/>
                  </a:cubicBezTo>
                  <a:cubicBezTo>
                    <a:pt x="450" y="54"/>
                    <a:pt x="450" y="54"/>
                    <a:pt x="450" y="54"/>
                  </a:cubicBezTo>
                  <a:cubicBezTo>
                    <a:pt x="450" y="52"/>
                    <a:pt x="450" y="52"/>
                    <a:pt x="450" y="52"/>
                  </a:cubicBezTo>
                  <a:cubicBezTo>
                    <a:pt x="451" y="52"/>
                    <a:pt x="452" y="52"/>
                    <a:pt x="453" y="52"/>
                  </a:cubicBezTo>
                  <a:cubicBezTo>
                    <a:pt x="454" y="51"/>
                    <a:pt x="454" y="51"/>
                    <a:pt x="454" y="50"/>
                  </a:cubicBezTo>
                  <a:cubicBezTo>
                    <a:pt x="455" y="49"/>
                    <a:pt x="455" y="48"/>
                    <a:pt x="455" y="46"/>
                  </a:cubicBezTo>
                  <a:cubicBezTo>
                    <a:pt x="455" y="15"/>
                    <a:pt x="455" y="15"/>
                    <a:pt x="455" y="15"/>
                  </a:cubicBezTo>
                  <a:cubicBezTo>
                    <a:pt x="455" y="11"/>
                    <a:pt x="455" y="8"/>
                    <a:pt x="454" y="8"/>
                  </a:cubicBezTo>
                  <a:cubicBezTo>
                    <a:pt x="454" y="7"/>
                    <a:pt x="454" y="6"/>
                    <a:pt x="454" y="6"/>
                  </a:cubicBezTo>
                  <a:cubicBezTo>
                    <a:pt x="453" y="5"/>
                    <a:pt x="453" y="5"/>
                    <a:pt x="452" y="5"/>
                  </a:cubicBezTo>
                  <a:cubicBezTo>
                    <a:pt x="452" y="5"/>
                    <a:pt x="451" y="5"/>
                    <a:pt x="450" y="6"/>
                  </a:cubicBezTo>
                  <a:cubicBezTo>
                    <a:pt x="449" y="4"/>
                    <a:pt x="449" y="4"/>
                    <a:pt x="449" y="4"/>
                  </a:cubicBezTo>
                  <a:cubicBezTo>
                    <a:pt x="459" y="0"/>
                    <a:pt x="459" y="0"/>
                    <a:pt x="459" y="0"/>
                  </a:cubicBezTo>
                  <a:cubicBezTo>
                    <a:pt x="460" y="1"/>
                    <a:pt x="460" y="1"/>
                    <a:pt x="460" y="1"/>
                  </a:cubicBezTo>
                  <a:close/>
                  <a:moveTo>
                    <a:pt x="499" y="1"/>
                  </a:moveTo>
                  <a:cubicBezTo>
                    <a:pt x="500" y="1"/>
                    <a:pt x="501" y="1"/>
                    <a:pt x="501" y="2"/>
                  </a:cubicBezTo>
                  <a:cubicBezTo>
                    <a:pt x="502" y="3"/>
                    <a:pt x="502" y="4"/>
                    <a:pt x="502" y="5"/>
                  </a:cubicBezTo>
                  <a:cubicBezTo>
                    <a:pt x="502" y="6"/>
                    <a:pt x="502" y="7"/>
                    <a:pt x="501" y="8"/>
                  </a:cubicBezTo>
                  <a:cubicBezTo>
                    <a:pt x="500" y="8"/>
                    <a:pt x="500" y="9"/>
                    <a:pt x="499" y="9"/>
                  </a:cubicBezTo>
                  <a:cubicBezTo>
                    <a:pt x="498" y="9"/>
                    <a:pt x="497" y="8"/>
                    <a:pt x="496" y="8"/>
                  </a:cubicBezTo>
                  <a:cubicBezTo>
                    <a:pt x="496" y="7"/>
                    <a:pt x="495" y="6"/>
                    <a:pt x="495" y="5"/>
                  </a:cubicBezTo>
                  <a:cubicBezTo>
                    <a:pt x="495" y="4"/>
                    <a:pt x="496" y="3"/>
                    <a:pt x="496" y="2"/>
                  </a:cubicBezTo>
                  <a:cubicBezTo>
                    <a:pt x="497" y="1"/>
                    <a:pt x="498" y="1"/>
                    <a:pt x="499" y="1"/>
                  </a:cubicBezTo>
                  <a:close/>
                  <a:moveTo>
                    <a:pt x="502" y="19"/>
                  </a:moveTo>
                  <a:cubicBezTo>
                    <a:pt x="502" y="46"/>
                    <a:pt x="502" y="46"/>
                    <a:pt x="502" y="46"/>
                  </a:cubicBezTo>
                  <a:cubicBezTo>
                    <a:pt x="502" y="48"/>
                    <a:pt x="502" y="50"/>
                    <a:pt x="502" y="50"/>
                  </a:cubicBezTo>
                  <a:cubicBezTo>
                    <a:pt x="503" y="51"/>
                    <a:pt x="503" y="52"/>
                    <a:pt x="504" y="52"/>
                  </a:cubicBezTo>
                  <a:cubicBezTo>
                    <a:pt x="504" y="52"/>
                    <a:pt x="505" y="52"/>
                    <a:pt x="507" y="52"/>
                  </a:cubicBezTo>
                  <a:cubicBezTo>
                    <a:pt x="507" y="54"/>
                    <a:pt x="507" y="54"/>
                    <a:pt x="507" y="54"/>
                  </a:cubicBezTo>
                  <a:cubicBezTo>
                    <a:pt x="491" y="54"/>
                    <a:pt x="491" y="54"/>
                    <a:pt x="491" y="54"/>
                  </a:cubicBezTo>
                  <a:cubicBezTo>
                    <a:pt x="491" y="52"/>
                    <a:pt x="491" y="52"/>
                    <a:pt x="491" y="52"/>
                  </a:cubicBezTo>
                  <a:cubicBezTo>
                    <a:pt x="492" y="52"/>
                    <a:pt x="494" y="52"/>
                    <a:pt x="494" y="52"/>
                  </a:cubicBezTo>
                  <a:cubicBezTo>
                    <a:pt x="494" y="52"/>
                    <a:pt x="495" y="51"/>
                    <a:pt x="495" y="50"/>
                  </a:cubicBezTo>
                  <a:cubicBezTo>
                    <a:pt x="496" y="50"/>
                    <a:pt x="496" y="48"/>
                    <a:pt x="496" y="46"/>
                  </a:cubicBezTo>
                  <a:cubicBezTo>
                    <a:pt x="496" y="33"/>
                    <a:pt x="496" y="33"/>
                    <a:pt x="496" y="33"/>
                  </a:cubicBezTo>
                  <a:cubicBezTo>
                    <a:pt x="496" y="29"/>
                    <a:pt x="496" y="27"/>
                    <a:pt x="495" y="26"/>
                  </a:cubicBezTo>
                  <a:cubicBezTo>
                    <a:pt x="495" y="25"/>
                    <a:pt x="495" y="24"/>
                    <a:pt x="494" y="24"/>
                  </a:cubicBezTo>
                  <a:cubicBezTo>
                    <a:pt x="494" y="24"/>
                    <a:pt x="494" y="24"/>
                    <a:pt x="493" y="24"/>
                  </a:cubicBezTo>
                  <a:cubicBezTo>
                    <a:pt x="492" y="24"/>
                    <a:pt x="491" y="24"/>
                    <a:pt x="490" y="24"/>
                  </a:cubicBezTo>
                  <a:cubicBezTo>
                    <a:pt x="490" y="23"/>
                    <a:pt x="490" y="23"/>
                    <a:pt x="490" y="23"/>
                  </a:cubicBezTo>
                  <a:cubicBezTo>
                    <a:pt x="500" y="19"/>
                    <a:pt x="500" y="19"/>
                    <a:pt x="500" y="19"/>
                  </a:cubicBezTo>
                  <a:cubicBezTo>
                    <a:pt x="502" y="19"/>
                    <a:pt x="502" y="19"/>
                    <a:pt x="502" y="19"/>
                  </a:cubicBezTo>
                  <a:close/>
                  <a:moveTo>
                    <a:pt x="524" y="26"/>
                  </a:moveTo>
                  <a:cubicBezTo>
                    <a:pt x="528" y="21"/>
                    <a:pt x="532" y="19"/>
                    <a:pt x="535" y="19"/>
                  </a:cubicBezTo>
                  <a:cubicBezTo>
                    <a:pt x="536" y="19"/>
                    <a:pt x="538" y="19"/>
                    <a:pt x="540" y="20"/>
                  </a:cubicBezTo>
                  <a:cubicBezTo>
                    <a:pt x="541" y="21"/>
                    <a:pt x="542" y="22"/>
                    <a:pt x="543" y="24"/>
                  </a:cubicBezTo>
                  <a:cubicBezTo>
                    <a:pt x="543" y="26"/>
                    <a:pt x="544" y="28"/>
                    <a:pt x="544" y="31"/>
                  </a:cubicBezTo>
                  <a:cubicBezTo>
                    <a:pt x="544" y="46"/>
                    <a:pt x="544" y="46"/>
                    <a:pt x="544" y="46"/>
                  </a:cubicBezTo>
                  <a:cubicBezTo>
                    <a:pt x="544" y="48"/>
                    <a:pt x="544" y="49"/>
                    <a:pt x="544" y="50"/>
                  </a:cubicBezTo>
                  <a:cubicBezTo>
                    <a:pt x="544" y="51"/>
                    <a:pt x="545" y="51"/>
                    <a:pt x="545" y="52"/>
                  </a:cubicBezTo>
                  <a:cubicBezTo>
                    <a:pt x="546" y="52"/>
                    <a:pt x="547" y="52"/>
                    <a:pt x="548" y="52"/>
                  </a:cubicBezTo>
                  <a:cubicBezTo>
                    <a:pt x="548" y="53"/>
                    <a:pt x="548" y="53"/>
                    <a:pt x="548" y="53"/>
                  </a:cubicBezTo>
                  <a:cubicBezTo>
                    <a:pt x="532" y="53"/>
                    <a:pt x="532" y="53"/>
                    <a:pt x="532" y="53"/>
                  </a:cubicBezTo>
                  <a:cubicBezTo>
                    <a:pt x="532" y="52"/>
                    <a:pt x="532" y="52"/>
                    <a:pt x="532" y="52"/>
                  </a:cubicBezTo>
                  <a:cubicBezTo>
                    <a:pt x="533" y="52"/>
                    <a:pt x="533" y="52"/>
                    <a:pt x="533" y="52"/>
                  </a:cubicBezTo>
                  <a:cubicBezTo>
                    <a:pt x="535" y="52"/>
                    <a:pt x="536" y="52"/>
                    <a:pt x="536" y="51"/>
                  </a:cubicBezTo>
                  <a:cubicBezTo>
                    <a:pt x="537" y="51"/>
                    <a:pt x="538" y="50"/>
                    <a:pt x="538" y="49"/>
                  </a:cubicBezTo>
                  <a:cubicBezTo>
                    <a:pt x="538" y="49"/>
                    <a:pt x="538" y="48"/>
                    <a:pt x="538" y="46"/>
                  </a:cubicBezTo>
                  <a:cubicBezTo>
                    <a:pt x="538" y="32"/>
                    <a:pt x="538" y="32"/>
                    <a:pt x="538" y="32"/>
                  </a:cubicBezTo>
                  <a:cubicBezTo>
                    <a:pt x="538" y="28"/>
                    <a:pt x="537" y="26"/>
                    <a:pt x="536" y="25"/>
                  </a:cubicBezTo>
                  <a:cubicBezTo>
                    <a:pt x="536" y="24"/>
                    <a:pt x="534" y="23"/>
                    <a:pt x="532" y="23"/>
                  </a:cubicBezTo>
                  <a:cubicBezTo>
                    <a:pt x="530" y="23"/>
                    <a:pt x="527" y="24"/>
                    <a:pt x="524" y="28"/>
                  </a:cubicBezTo>
                  <a:cubicBezTo>
                    <a:pt x="524" y="46"/>
                    <a:pt x="524" y="46"/>
                    <a:pt x="524" y="46"/>
                  </a:cubicBezTo>
                  <a:cubicBezTo>
                    <a:pt x="524" y="48"/>
                    <a:pt x="524" y="49"/>
                    <a:pt x="524" y="50"/>
                  </a:cubicBezTo>
                  <a:cubicBezTo>
                    <a:pt x="525" y="51"/>
                    <a:pt x="525" y="51"/>
                    <a:pt x="526" y="52"/>
                  </a:cubicBezTo>
                  <a:cubicBezTo>
                    <a:pt x="526" y="52"/>
                    <a:pt x="527" y="52"/>
                    <a:pt x="529" y="52"/>
                  </a:cubicBezTo>
                  <a:cubicBezTo>
                    <a:pt x="529" y="53"/>
                    <a:pt x="529" y="53"/>
                    <a:pt x="529" y="53"/>
                  </a:cubicBezTo>
                  <a:cubicBezTo>
                    <a:pt x="513" y="53"/>
                    <a:pt x="513" y="53"/>
                    <a:pt x="513" y="53"/>
                  </a:cubicBezTo>
                  <a:cubicBezTo>
                    <a:pt x="513" y="52"/>
                    <a:pt x="513" y="52"/>
                    <a:pt x="513" y="52"/>
                  </a:cubicBezTo>
                  <a:cubicBezTo>
                    <a:pt x="514" y="52"/>
                    <a:pt x="514" y="52"/>
                    <a:pt x="514" y="52"/>
                  </a:cubicBezTo>
                  <a:cubicBezTo>
                    <a:pt x="516" y="52"/>
                    <a:pt x="517" y="52"/>
                    <a:pt x="517" y="51"/>
                  </a:cubicBezTo>
                  <a:cubicBezTo>
                    <a:pt x="518" y="50"/>
                    <a:pt x="518" y="48"/>
                    <a:pt x="518" y="46"/>
                  </a:cubicBezTo>
                  <a:cubicBezTo>
                    <a:pt x="518" y="33"/>
                    <a:pt x="518" y="33"/>
                    <a:pt x="518" y="33"/>
                  </a:cubicBezTo>
                  <a:cubicBezTo>
                    <a:pt x="518" y="29"/>
                    <a:pt x="518" y="26"/>
                    <a:pt x="518" y="25"/>
                  </a:cubicBezTo>
                  <a:cubicBezTo>
                    <a:pt x="518" y="24"/>
                    <a:pt x="517" y="24"/>
                    <a:pt x="517" y="23"/>
                  </a:cubicBezTo>
                  <a:cubicBezTo>
                    <a:pt x="516" y="23"/>
                    <a:pt x="516" y="23"/>
                    <a:pt x="515" y="23"/>
                  </a:cubicBezTo>
                  <a:cubicBezTo>
                    <a:pt x="514" y="23"/>
                    <a:pt x="514" y="23"/>
                    <a:pt x="513" y="23"/>
                  </a:cubicBezTo>
                  <a:cubicBezTo>
                    <a:pt x="512" y="22"/>
                    <a:pt x="512" y="22"/>
                    <a:pt x="512" y="22"/>
                  </a:cubicBezTo>
                  <a:cubicBezTo>
                    <a:pt x="522" y="18"/>
                    <a:pt x="522" y="18"/>
                    <a:pt x="522" y="18"/>
                  </a:cubicBezTo>
                  <a:cubicBezTo>
                    <a:pt x="524" y="18"/>
                    <a:pt x="524" y="18"/>
                    <a:pt x="524" y="18"/>
                  </a:cubicBezTo>
                  <a:cubicBezTo>
                    <a:pt x="524" y="26"/>
                    <a:pt x="524" y="26"/>
                    <a:pt x="524" y="26"/>
                  </a:cubicBezTo>
                  <a:close/>
                  <a:moveTo>
                    <a:pt x="573" y="49"/>
                  </a:moveTo>
                  <a:cubicBezTo>
                    <a:pt x="570" y="52"/>
                    <a:pt x="568" y="53"/>
                    <a:pt x="567" y="54"/>
                  </a:cubicBezTo>
                  <a:cubicBezTo>
                    <a:pt x="566" y="54"/>
                    <a:pt x="564" y="54"/>
                    <a:pt x="563" y="54"/>
                  </a:cubicBezTo>
                  <a:cubicBezTo>
                    <a:pt x="560" y="54"/>
                    <a:pt x="559" y="54"/>
                    <a:pt x="557" y="52"/>
                  </a:cubicBezTo>
                  <a:cubicBezTo>
                    <a:pt x="556" y="50"/>
                    <a:pt x="555" y="48"/>
                    <a:pt x="555" y="46"/>
                  </a:cubicBezTo>
                  <a:cubicBezTo>
                    <a:pt x="555" y="44"/>
                    <a:pt x="556" y="42"/>
                    <a:pt x="556" y="41"/>
                  </a:cubicBezTo>
                  <a:cubicBezTo>
                    <a:pt x="557" y="40"/>
                    <a:pt x="559" y="38"/>
                    <a:pt x="562" y="36"/>
                  </a:cubicBezTo>
                  <a:cubicBezTo>
                    <a:pt x="564" y="35"/>
                    <a:pt x="568" y="33"/>
                    <a:pt x="574" y="31"/>
                  </a:cubicBezTo>
                  <a:cubicBezTo>
                    <a:pt x="574" y="30"/>
                    <a:pt x="574" y="30"/>
                    <a:pt x="574" y="30"/>
                  </a:cubicBezTo>
                  <a:cubicBezTo>
                    <a:pt x="574" y="26"/>
                    <a:pt x="573" y="24"/>
                    <a:pt x="572" y="23"/>
                  </a:cubicBezTo>
                  <a:cubicBezTo>
                    <a:pt x="571" y="22"/>
                    <a:pt x="570" y="21"/>
                    <a:pt x="568" y="21"/>
                  </a:cubicBezTo>
                  <a:cubicBezTo>
                    <a:pt x="566" y="21"/>
                    <a:pt x="565" y="21"/>
                    <a:pt x="564" y="22"/>
                  </a:cubicBezTo>
                  <a:cubicBezTo>
                    <a:pt x="563" y="23"/>
                    <a:pt x="563" y="24"/>
                    <a:pt x="563" y="25"/>
                  </a:cubicBezTo>
                  <a:cubicBezTo>
                    <a:pt x="563" y="27"/>
                    <a:pt x="563" y="27"/>
                    <a:pt x="563" y="27"/>
                  </a:cubicBezTo>
                  <a:cubicBezTo>
                    <a:pt x="563" y="28"/>
                    <a:pt x="562" y="29"/>
                    <a:pt x="562" y="30"/>
                  </a:cubicBezTo>
                  <a:cubicBezTo>
                    <a:pt x="562" y="30"/>
                    <a:pt x="561" y="30"/>
                    <a:pt x="560" y="30"/>
                  </a:cubicBezTo>
                  <a:cubicBezTo>
                    <a:pt x="559" y="30"/>
                    <a:pt x="558" y="30"/>
                    <a:pt x="558" y="30"/>
                  </a:cubicBezTo>
                  <a:cubicBezTo>
                    <a:pt x="558" y="29"/>
                    <a:pt x="557" y="28"/>
                    <a:pt x="557" y="27"/>
                  </a:cubicBezTo>
                  <a:cubicBezTo>
                    <a:pt x="557" y="25"/>
                    <a:pt x="558" y="23"/>
                    <a:pt x="560" y="21"/>
                  </a:cubicBezTo>
                  <a:cubicBezTo>
                    <a:pt x="562" y="19"/>
                    <a:pt x="566" y="18"/>
                    <a:pt x="569" y="18"/>
                  </a:cubicBezTo>
                  <a:cubicBezTo>
                    <a:pt x="572" y="18"/>
                    <a:pt x="574" y="18"/>
                    <a:pt x="576" y="20"/>
                  </a:cubicBezTo>
                  <a:cubicBezTo>
                    <a:pt x="578" y="20"/>
                    <a:pt x="579" y="22"/>
                    <a:pt x="580" y="23"/>
                  </a:cubicBezTo>
                  <a:cubicBezTo>
                    <a:pt x="580" y="24"/>
                    <a:pt x="580" y="26"/>
                    <a:pt x="580" y="30"/>
                  </a:cubicBezTo>
                  <a:cubicBezTo>
                    <a:pt x="580" y="41"/>
                    <a:pt x="580" y="41"/>
                    <a:pt x="580" y="41"/>
                  </a:cubicBezTo>
                  <a:cubicBezTo>
                    <a:pt x="580" y="44"/>
                    <a:pt x="580" y="46"/>
                    <a:pt x="580" y="47"/>
                  </a:cubicBezTo>
                  <a:cubicBezTo>
                    <a:pt x="580" y="48"/>
                    <a:pt x="581" y="48"/>
                    <a:pt x="581" y="49"/>
                  </a:cubicBezTo>
                  <a:cubicBezTo>
                    <a:pt x="581" y="49"/>
                    <a:pt x="581" y="49"/>
                    <a:pt x="582" y="49"/>
                  </a:cubicBezTo>
                  <a:cubicBezTo>
                    <a:pt x="582" y="49"/>
                    <a:pt x="582" y="49"/>
                    <a:pt x="583" y="49"/>
                  </a:cubicBezTo>
                  <a:cubicBezTo>
                    <a:pt x="583" y="48"/>
                    <a:pt x="584" y="48"/>
                    <a:pt x="586" y="46"/>
                  </a:cubicBezTo>
                  <a:cubicBezTo>
                    <a:pt x="586" y="48"/>
                    <a:pt x="586" y="48"/>
                    <a:pt x="586" y="48"/>
                  </a:cubicBezTo>
                  <a:cubicBezTo>
                    <a:pt x="583" y="52"/>
                    <a:pt x="580" y="54"/>
                    <a:pt x="578" y="54"/>
                  </a:cubicBezTo>
                  <a:cubicBezTo>
                    <a:pt x="577" y="54"/>
                    <a:pt x="576" y="53"/>
                    <a:pt x="575" y="52"/>
                  </a:cubicBezTo>
                  <a:cubicBezTo>
                    <a:pt x="574" y="52"/>
                    <a:pt x="573" y="51"/>
                    <a:pt x="573" y="49"/>
                  </a:cubicBezTo>
                  <a:close/>
                  <a:moveTo>
                    <a:pt x="573" y="46"/>
                  </a:moveTo>
                  <a:cubicBezTo>
                    <a:pt x="573" y="34"/>
                    <a:pt x="573" y="34"/>
                    <a:pt x="573" y="34"/>
                  </a:cubicBezTo>
                  <a:cubicBezTo>
                    <a:pt x="570" y="35"/>
                    <a:pt x="567" y="36"/>
                    <a:pt x="566" y="37"/>
                  </a:cubicBezTo>
                  <a:cubicBezTo>
                    <a:pt x="564" y="38"/>
                    <a:pt x="563" y="39"/>
                    <a:pt x="562" y="40"/>
                  </a:cubicBezTo>
                  <a:cubicBezTo>
                    <a:pt x="562" y="42"/>
                    <a:pt x="561" y="43"/>
                    <a:pt x="561" y="44"/>
                  </a:cubicBezTo>
                  <a:cubicBezTo>
                    <a:pt x="561" y="46"/>
                    <a:pt x="562" y="48"/>
                    <a:pt x="563" y="49"/>
                  </a:cubicBezTo>
                  <a:cubicBezTo>
                    <a:pt x="564" y="50"/>
                    <a:pt x="565" y="50"/>
                    <a:pt x="566" y="50"/>
                  </a:cubicBezTo>
                  <a:cubicBezTo>
                    <a:pt x="568" y="50"/>
                    <a:pt x="570" y="49"/>
                    <a:pt x="573" y="4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" name="Freeform 36"/>
            <p:cNvSpPr>
              <a:spLocks noEditPoints="1"/>
            </p:cNvSpPr>
            <p:nvPr userDrawn="1"/>
          </p:nvSpPr>
          <p:spPr bwMode="auto">
            <a:xfrm>
              <a:off x="9304400" y="4596116"/>
              <a:ext cx="2255838" cy="300038"/>
            </a:xfrm>
            <a:custGeom>
              <a:avLst/>
              <a:gdLst>
                <a:gd name="T0" fmla="*/ 1465 w 1513"/>
                <a:gd name="T1" fmla="*/ 107 h 200"/>
                <a:gd name="T2" fmla="*/ 1416 w 1513"/>
                <a:gd name="T3" fmla="*/ 130 h 200"/>
                <a:gd name="T4" fmla="*/ 1450 w 1513"/>
                <a:gd name="T5" fmla="*/ 47 h 200"/>
                <a:gd name="T6" fmla="*/ 1458 w 1513"/>
                <a:gd name="T7" fmla="*/ 70 h 200"/>
                <a:gd name="T8" fmla="*/ 1467 w 1513"/>
                <a:gd name="T9" fmla="*/ 146 h 200"/>
                <a:gd name="T10" fmla="*/ 1410 w 1513"/>
                <a:gd name="T11" fmla="*/ 171 h 200"/>
                <a:gd name="T12" fmla="*/ 1408 w 1513"/>
                <a:gd name="T13" fmla="*/ 153 h 200"/>
                <a:gd name="T14" fmla="*/ 1272 w 1513"/>
                <a:gd name="T15" fmla="*/ 125 h 200"/>
                <a:gd name="T16" fmla="*/ 1257 w 1513"/>
                <a:gd name="T17" fmla="*/ 79 h 200"/>
                <a:gd name="T18" fmla="*/ 1298 w 1513"/>
                <a:gd name="T19" fmla="*/ 59 h 200"/>
                <a:gd name="T20" fmla="*/ 1220 w 1513"/>
                <a:gd name="T21" fmla="*/ 139 h 200"/>
                <a:gd name="T22" fmla="*/ 1112 w 1513"/>
                <a:gd name="T23" fmla="*/ 16 h 200"/>
                <a:gd name="T24" fmla="*/ 1064 w 1513"/>
                <a:gd name="T25" fmla="*/ 107 h 200"/>
                <a:gd name="T26" fmla="*/ 1074 w 1513"/>
                <a:gd name="T27" fmla="*/ 95 h 200"/>
                <a:gd name="T28" fmla="*/ 1096 w 1513"/>
                <a:gd name="T29" fmla="*/ 49 h 200"/>
                <a:gd name="T30" fmla="*/ 1098 w 1513"/>
                <a:gd name="T31" fmla="*/ 84 h 200"/>
                <a:gd name="T32" fmla="*/ 1101 w 1513"/>
                <a:gd name="T33" fmla="*/ 154 h 200"/>
                <a:gd name="T34" fmla="*/ 1038 w 1513"/>
                <a:gd name="T35" fmla="*/ 172 h 200"/>
                <a:gd name="T36" fmla="*/ 862 w 1513"/>
                <a:gd name="T37" fmla="*/ 136 h 200"/>
                <a:gd name="T38" fmla="*/ 895 w 1513"/>
                <a:gd name="T39" fmla="*/ 103 h 200"/>
                <a:gd name="T40" fmla="*/ 856 w 1513"/>
                <a:gd name="T41" fmla="*/ 83 h 200"/>
                <a:gd name="T42" fmla="*/ 873 w 1513"/>
                <a:gd name="T43" fmla="*/ 80 h 200"/>
                <a:gd name="T44" fmla="*/ 905 w 1513"/>
                <a:gd name="T45" fmla="*/ 38 h 200"/>
                <a:gd name="T46" fmla="*/ 908 w 1513"/>
                <a:gd name="T47" fmla="*/ 83 h 200"/>
                <a:gd name="T48" fmla="*/ 874 w 1513"/>
                <a:gd name="T49" fmla="*/ 168 h 200"/>
                <a:gd name="T50" fmla="*/ 809 w 1513"/>
                <a:gd name="T51" fmla="*/ 149 h 200"/>
                <a:gd name="T52" fmla="*/ 704 w 1513"/>
                <a:gd name="T53" fmla="*/ 45 h 200"/>
                <a:gd name="T54" fmla="*/ 658 w 1513"/>
                <a:gd name="T55" fmla="*/ 45 h 200"/>
                <a:gd name="T56" fmla="*/ 694 w 1513"/>
                <a:gd name="T57" fmla="*/ 50 h 200"/>
                <a:gd name="T58" fmla="*/ 705 w 1513"/>
                <a:gd name="T59" fmla="*/ 55 h 200"/>
                <a:gd name="T60" fmla="*/ 697 w 1513"/>
                <a:gd name="T61" fmla="*/ 139 h 200"/>
                <a:gd name="T62" fmla="*/ 662 w 1513"/>
                <a:gd name="T63" fmla="*/ 179 h 200"/>
                <a:gd name="T64" fmla="*/ 686 w 1513"/>
                <a:gd name="T65" fmla="*/ 141 h 200"/>
                <a:gd name="T66" fmla="*/ 720 w 1513"/>
                <a:gd name="T67" fmla="*/ 90 h 200"/>
                <a:gd name="T68" fmla="*/ 540 w 1513"/>
                <a:gd name="T69" fmla="*/ 92 h 200"/>
                <a:gd name="T70" fmla="*/ 491 w 1513"/>
                <a:gd name="T71" fmla="*/ 115 h 200"/>
                <a:gd name="T72" fmla="*/ 466 w 1513"/>
                <a:gd name="T73" fmla="*/ 70 h 200"/>
                <a:gd name="T74" fmla="*/ 444 w 1513"/>
                <a:gd name="T75" fmla="*/ 90 h 200"/>
                <a:gd name="T76" fmla="*/ 426 w 1513"/>
                <a:gd name="T77" fmla="*/ 96 h 200"/>
                <a:gd name="T78" fmla="*/ 414 w 1513"/>
                <a:gd name="T79" fmla="*/ 90 h 200"/>
                <a:gd name="T80" fmla="*/ 502 w 1513"/>
                <a:gd name="T81" fmla="*/ 43 h 200"/>
                <a:gd name="T82" fmla="*/ 560 w 1513"/>
                <a:gd name="T83" fmla="*/ 85 h 200"/>
                <a:gd name="T84" fmla="*/ 520 w 1513"/>
                <a:gd name="T85" fmla="*/ 187 h 200"/>
                <a:gd name="T86" fmla="*/ 465 w 1513"/>
                <a:gd name="T87" fmla="*/ 119 h 200"/>
                <a:gd name="T88" fmla="*/ 442 w 1513"/>
                <a:gd name="T89" fmla="*/ 153 h 200"/>
                <a:gd name="T90" fmla="*/ 282 w 1513"/>
                <a:gd name="T91" fmla="*/ 98 h 200"/>
                <a:gd name="T92" fmla="*/ 259 w 1513"/>
                <a:gd name="T93" fmla="*/ 93 h 200"/>
                <a:gd name="T94" fmla="*/ 226 w 1513"/>
                <a:gd name="T95" fmla="*/ 158 h 200"/>
                <a:gd name="T96" fmla="*/ 307 w 1513"/>
                <a:gd name="T97" fmla="*/ 43 h 200"/>
                <a:gd name="T98" fmla="*/ 290 w 1513"/>
                <a:gd name="T99" fmla="*/ 120 h 200"/>
                <a:gd name="T100" fmla="*/ 234 w 1513"/>
                <a:gd name="T101" fmla="*/ 93 h 200"/>
                <a:gd name="T102" fmla="*/ 205 w 1513"/>
                <a:gd name="T103" fmla="*/ 107 h 200"/>
                <a:gd name="T104" fmla="*/ 226 w 1513"/>
                <a:gd name="T105" fmla="*/ 171 h 200"/>
                <a:gd name="T106" fmla="*/ 101 w 1513"/>
                <a:gd name="T107" fmla="*/ 63 h 200"/>
                <a:gd name="T108" fmla="*/ 32 w 1513"/>
                <a:gd name="T109" fmla="*/ 94 h 200"/>
                <a:gd name="T110" fmla="*/ 58 w 1513"/>
                <a:gd name="T111" fmla="*/ 7 h 200"/>
                <a:gd name="T112" fmla="*/ 104 w 1513"/>
                <a:gd name="T113" fmla="*/ 90 h 200"/>
                <a:gd name="T114" fmla="*/ 48 w 1513"/>
                <a:gd name="T115" fmla="*/ 152 h 200"/>
                <a:gd name="T116" fmla="*/ 3 w 1513"/>
                <a:gd name="T117" fmla="*/ 66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13" h="200">
                  <a:moveTo>
                    <a:pt x="1410" y="31"/>
                  </a:moveTo>
                  <a:cubicBezTo>
                    <a:pt x="1410" y="28"/>
                    <a:pt x="1410" y="26"/>
                    <a:pt x="1410" y="23"/>
                  </a:cubicBezTo>
                  <a:cubicBezTo>
                    <a:pt x="1418" y="21"/>
                    <a:pt x="1413" y="3"/>
                    <a:pt x="1421" y="0"/>
                  </a:cubicBezTo>
                  <a:cubicBezTo>
                    <a:pt x="1424" y="0"/>
                    <a:pt x="1424" y="0"/>
                    <a:pt x="1424" y="0"/>
                  </a:cubicBezTo>
                  <a:cubicBezTo>
                    <a:pt x="1425" y="3"/>
                    <a:pt x="1427" y="7"/>
                    <a:pt x="1428" y="11"/>
                  </a:cubicBezTo>
                  <a:cubicBezTo>
                    <a:pt x="1428" y="13"/>
                    <a:pt x="1428" y="15"/>
                    <a:pt x="1428" y="17"/>
                  </a:cubicBezTo>
                  <a:cubicBezTo>
                    <a:pt x="1431" y="30"/>
                    <a:pt x="1429" y="36"/>
                    <a:pt x="1427" y="47"/>
                  </a:cubicBezTo>
                  <a:cubicBezTo>
                    <a:pt x="1414" y="49"/>
                    <a:pt x="1415" y="38"/>
                    <a:pt x="1410" y="31"/>
                  </a:cubicBezTo>
                  <a:close/>
                  <a:moveTo>
                    <a:pt x="1442" y="122"/>
                  </a:moveTo>
                  <a:cubicBezTo>
                    <a:pt x="1442" y="107"/>
                    <a:pt x="1454" y="110"/>
                    <a:pt x="1465" y="107"/>
                  </a:cubicBezTo>
                  <a:cubicBezTo>
                    <a:pt x="1470" y="105"/>
                    <a:pt x="1478" y="101"/>
                    <a:pt x="1482" y="97"/>
                  </a:cubicBezTo>
                  <a:cubicBezTo>
                    <a:pt x="1484" y="95"/>
                    <a:pt x="1484" y="93"/>
                    <a:pt x="1486" y="91"/>
                  </a:cubicBezTo>
                  <a:cubicBezTo>
                    <a:pt x="1485" y="90"/>
                    <a:pt x="1485" y="88"/>
                    <a:pt x="1484" y="87"/>
                  </a:cubicBezTo>
                  <a:cubicBezTo>
                    <a:pt x="1482" y="86"/>
                    <a:pt x="1479" y="83"/>
                    <a:pt x="1477" y="83"/>
                  </a:cubicBezTo>
                  <a:cubicBezTo>
                    <a:pt x="1474" y="81"/>
                    <a:pt x="1470" y="82"/>
                    <a:pt x="1468" y="81"/>
                  </a:cubicBezTo>
                  <a:cubicBezTo>
                    <a:pt x="1452" y="83"/>
                    <a:pt x="1429" y="95"/>
                    <a:pt x="1424" y="105"/>
                  </a:cubicBezTo>
                  <a:cubicBezTo>
                    <a:pt x="1424" y="108"/>
                    <a:pt x="1424" y="111"/>
                    <a:pt x="1424" y="113"/>
                  </a:cubicBezTo>
                  <a:cubicBezTo>
                    <a:pt x="1426" y="115"/>
                    <a:pt x="1428" y="117"/>
                    <a:pt x="1430" y="119"/>
                  </a:cubicBezTo>
                  <a:cubicBezTo>
                    <a:pt x="1430" y="126"/>
                    <a:pt x="1430" y="134"/>
                    <a:pt x="1422" y="135"/>
                  </a:cubicBezTo>
                  <a:cubicBezTo>
                    <a:pt x="1420" y="133"/>
                    <a:pt x="1418" y="132"/>
                    <a:pt x="1416" y="130"/>
                  </a:cubicBezTo>
                  <a:cubicBezTo>
                    <a:pt x="1414" y="132"/>
                    <a:pt x="1413" y="133"/>
                    <a:pt x="1409" y="132"/>
                  </a:cubicBezTo>
                  <a:cubicBezTo>
                    <a:pt x="1407" y="128"/>
                    <a:pt x="1397" y="105"/>
                    <a:pt x="1398" y="102"/>
                  </a:cubicBezTo>
                  <a:cubicBezTo>
                    <a:pt x="1399" y="99"/>
                    <a:pt x="1405" y="97"/>
                    <a:pt x="1408" y="96"/>
                  </a:cubicBezTo>
                  <a:cubicBezTo>
                    <a:pt x="1414" y="93"/>
                    <a:pt x="1418" y="86"/>
                    <a:pt x="1423" y="82"/>
                  </a:cubicBezTo>
                  <a:cubicBezTo>
                    <a:pt x="1426" y="80"/>
                    <a:pt x="1430" y="80"/>
                    <a:pt x="1433" y="79"/>
                  </a:cubicBezTo>
                  <a:cubicBezTo>
                    <a:pt x="1441" y="75"/>
                    <a:pt x="1447" y="65"/>
                    <a:pt x="1454" y="59"/>
                  </a:cubicBezTo>
                  <a:cubicBezTo>
                    <a:pt x="1462" y="51"/>
                    <a:pt x="1472" y="50"/>
                    <a:pt x="1478" y="41"/>
                  </a:cubicBezTo>
                  <a:cubicBezTo>
                    <a:pt x="1478" y="41"/>
                    <a:pt x="1478" y="41"/>
                    <a:pt x="1478" y="40"/>
                  </a:cubicBezTo>
                  <a:cubicBezTo>
                    <a:pt x="1477" y="40"/>
                    <a:pt x="1477" y="40"/>
                    <a:pt x="1477" y="40"/>
                  </a:cubicBezTo>
                  <a:cubicBezTo>
                    <a:pt x="1472" y="45"/>
                    <a:pt x="1459" y="54"/>
                    <a:pt x="1450" y="47"/>
                  </a:cubicBezTo>
                  <a:cubicBezTo>
                    <a:pt x="1446" y="45"/>
                    <a:pt x="1447" y="40"/>
                    <a:pt x="1444" y="37"/>
                  </a:cubicBezTo>
                  <a:cubicBezTo>
                    <a:pt x="1443" y="35"/>
                    <a:pt x="1440" y="34"/>
                    <a:pt x="1440" y="31"/>
                  </a:cubicBezTo>
                  <a:cubicBezTo>
                    <a:pt x="1440" y="29"/>
                    <a:pt x="1441" y="28"/>
                    <a:pt x="1441" y="27"/>
                  </a:cubicBezTo>
                  <a:cubicBezTo>
                    <a:pt x="1447" y="27"/>
                    <a:pt x="1459" y="35"/>
                    <a:pt x="1462" y="38"/>
                  </a:cubicBezTo>
                  <a:cubicBezTo>
                    <a:pt x="1471" y="35"/>
                    <a:pt x="1480" y="33"/>
                    <a:pt x="1488" y="28"/>
                  </a:cubicBezTo>
                  <a:cubicBezTo>
                    <a:pt x="1491" y="26"/>
                    <a:pt x="1496" y="30"/>
                    <a:pt x="1498" y="29"/>
                  </a:cubicBezTo>
                  <a:cubicBezTo>
                    <a:pt x="1502" y="32"/>
                    <a:pt x="1508" y="48"/>
                    <a:pt x="1500" y="52"/>
                  </a:cubicBezTo>
                  <a:cubicBezTo>
                    <a:pt x="1496" y="53"/>
                    <a:pt x="1490" y="53"/>
                    <a:pt x="1486" y="54"/>
                  </a:cubicBezTo>
                  <a:cubicBezTo>
                    <a:pt x="1476" y="56"/>
                    <a:pt x="1464" y="63"/>
                    <a:pt x="1457" y="69"/>
                  </a:cubicBezTo>
                  <a:cubicBezTo>
                    <a:pt x="1457" y="69"/>
                    <a:pt x="1458" y="69"/>
                    <a:pt x="1458" y="70"/>
                  </a:cubicBezTo>
                  <a:cubicBezTo>
                    <a:pt x="1458" y="70"/>
                    <a:pt x="1458" y="70"/>
                    <a:pt x="1458" y="70"/>
                  </a:cubicBezTo>
                  <a:cubicBezTo>
                    <a:pt x="1462" y="71"/>
                    <a:pt x="1469" y="68"/>
                    <a:pt x="1474" y="71"/>
                  </a:cubicBezTo>
                  <a:cubicBezTo>
                    <a:pt x="1485" y="76"/>
                    <a:pt x="1500" y="81"/>
                    <a:pt x="1500" y="99"/>
                  </a:cubicBezTo>
                  <a:cubicBezTo>
                    <a:pt x="1497" y="100"/>
                    <a:pt x="1496" y="102"/>
                    <a:pt x="1494" y="103"/>
                  </a:cubicBezTo>
                  <a:cubicBezTo>
                    <a:pt x="1488" y="105"/>
                    <a:pt x="1482" y="105"/>
                    <a:pt x="1477" y="108"/>
                  </a:cubicBezTo>
                  <a:cubicBezTo>
                    <a:pt x="1477" y="109"/>
                    <a:pt x="1477" y="109"/>
                    <a:pt x="1477" y="110"/>
                  </a:cubicBezTo>
                  <a:cubicBezTo>
                    <a:pt x="1478" y="112"/>
                    <a:pt x="1479" y="113"/>
                    <a:pt x="1479" y="118"/>
                  </a:cubicBezTo>
                  <a:cubicBezTo>
                    <a:pt x="1477" y="119"/>
                    <a:pt x="1478" y="122"/>
                    <a:pt x="1476" y="123"/>
                  </a:cubicBezTo>
                  <a:cubicBezTo>
                    <a:pt x="1472" y="130"/>
                    <a:pt x="1465" y="135"/>
                    <a:pt x="1463" y="142"/>
                  </a:cubicBezTo>
                  <a:cubicBezTo>
                    <a:pt x="1464" y="143"/>
                    <a:pt x="1466" y="145"/>
                    <a:pt x="1467" y="146"/>
                  </a:cubicBezTo>
                  <a:cubicBezTo>
                    <a:pt x="1476" y="149"/>
                    <a:pt x="1513" y="129"/>
                    <a:pt x="1508" y="151"/>
                  </a:cubicBezTo>
                  <a:cubicBezTo>
                    <a:pt x="1507" y="154"/>
                    <a:pt x="1505" y="156"/>
                    <a:pt x="1504" y="158"/>
                  </a:cubicBezTo>
                  <a:cubicBezTo>
                    <a:pt x="1500" y="158"/>
                    <a:pt x="1498" y="157"/>
                    <a:pt x="1495" y="157"/>
                  </a:cubicBezTo>
                  <a:cubicBezTo>
                    <a:pt x="1490" y="155"/>
                    <a:pt x="1472" y="161"/>
                    <a:pt x="1469" y="163"/>
                  </a:cubicBezTo>
                  <a:cubicBezTo>
                    <a:pt x="1470" y="169"/>
                    <a:pt x="1471" y="175"/>
                    <a:pt x="1471" y="182"/>
                  </a:cubicBezTo>
                  <a:cubicBezTo>
                    <a:pt x="1469" y="183"/>
                    <a:pt x="1469" y="185"/>
                    <a:pt x="1468" y="186"/>
                  </a:cubicBezTo>
                  <a:cubicBezTo>
                    <a:pt x="1465" y="188"/>
                    <a:pt x="1462" y="187"/>
                    <a:pt x="1458" y="189"/>
                  </a:cubicBezTo>
                  <a:cubicBezTo>
                    <a:pt x="1456" y="190"/>
                    <a:pt x="1453" y="193"/>
                    <a:pt x="1450" y="193"/>
                  </a:cubicBezTo>
                  <a:cubicBezTo>
                    <a:pt x="1432" y="200"/>
                    <a:pt x="1414" y="183"/>
                    <a:pt x="1410" y="171"/>
                  </a:cubicBezTo>
                  <a:cubicBezTo>
                    <a:pt x="1410" y="171"/>
                    <a:pt x="1410" y="171"/>
                    <a:pt x="1410" y="171"/>
                  </a:cubicBezTo>
                  <a:cubicBezTo>
                    <a:pt x="1416" y="171"/>
                    <a:pt x="1423" y="177"/>
                    <a:pt x="1428" y="179"/>
                  </a:cubicBezTo>
                  <a:cubicBezTo>
                    <a:pt x="1430" y="179"/>
                    <a:pt x="1433" y="179"/>
                    <a:pt x="1435" y="179"/>
                  </a:cubicBezTo>
                  <a:cubicBezTo>
                    <a:pt x="1449" y="179"/>
                    <a:pt x="1457" y="174"/>
                    <a:pt x="1463" y="165"/>
                  </a:cubicBezTo>
                  <a:cubicBezTo>
                    <a:pt x="1463" y="164"/>
                    <a:pt x="1463" y="163"/>
                    <a:pt x="1463" y="162"/>
                  </a:cubicBezTo>
                  <a:cubicBezTo>
                    <a:pt x="1462" y="162"/>
                    <a:pt x="1461" y="161"/>
                    <a:pt x="1460" y="161"/>
                  </a:cubicBezTo>
                  <a:cubicBezTo>
                    <a:pt x="1453" y="158"/>
                    <a:pt x="1440" y="165"/>
                    <a:pt x="1434" y="166"/>
                  </a:cubicBezTo>
                  <a:cubicBezTo>
                    <a:pt x="1428" y="167"/>
                    <a:pt x="1413" y="167"/>
                    <a:pt x="1408" y="164"/>
                  </a:cubicBezTo>
                  <a:cubicBezTo>
                    <a:pt x="1406" y="163"/>
                    <a:pt x="1405" y="161"/>
                    <a:pt x="1404" y="160"/>
                  </a:cubicBezTo>
                  <a:cubicBezTo>
                    <a:pt x="1404" y="159"/>
                    <a:pt x="1404" y="157"/>
                    <a:pt x="1404" y="156"/>
                  </a:cubicBezTo>
                  <a:cubicBezTo>
                    <a:pt x="1406" y="155"/>
                    <a:pt x="1407" y="154"/>
                    <a:pt x="1408" y="153"/>
                  </a:cubicBezTo>
                  <a:cubicBezTo>
                    <a:pt x="1418" y="153"/>
                    <a:pt x="1426" y="153"/>
                    <a:pt x="1436" y="153"/>
                  </a:cubicBezTo>
                  <a:cubicBezTo>
                    <a:pt x="1438" y="152"/>
                    <a:pt x="1442" y="149"/>
                    <a:pt x="1444" y="149"/>
                  </a:cubicBezTo>
                  <a:cubicBezTo>
                    <a:pt x="1448" y="147"/>
                    <a:pt x="1452" y="148"/>
                    <a:pt x="1455" y="147"/>
                  </a:cubicBezTo>
                  <a:cubicBezTo>
                    <a:pt x="1456" y="146"/>
                    <a:pt x="1456" y="146"/>
                    <a:pt x="1457" y="145"/>
                  </a:cubicBezTo>
                  <a:cubicBezTo>
                    <a:pt x="1456" y="143"/>
                    <a:pt x="1454" y="139"/>
                    <a:pt x="1456" y="136"/>
                  </a:cubicBezTo>
                  <a:cubicBezTo>
                    <a:pt x="1458" y="129"/>
                    <a:pt x="1460" y="125"/>
                    <a:pt x="1464" y="118"/>
                  </a:cubicBezTo>
                  <a:cubicBezTo>
                    <a:pt x="1463" y="117"/>
                    <a:pt x="1462" y="117"/>
                    <a:pt x="1461" y="117"/>
                  </a:cubicBezTo>
                  <a:cubicBezTo>
                    <a:pt x="1455" y="118"/>
                    <a:pt x="1451" y="121"/>
                    <a:pt x="1442" y="122"/>
                  </a:cubicBezTo>
                  <a:close/>
                  <a:moveTo>
                    <a:pt x="1272" y="127"/>
                  </a:moveTo>
                  <a:cubicBezTo>
                    <a:pt x="1272" y="125"/>
                    <a:pt x="1271" y="126"/>
                    <a:pt x="1272" y="125"/>
                  </a:cubicBezTo>
                  <a:cubicBezTo>
                    <a:pt x="1274" y="119"/>
                    <a:pt x="1285" y="115"/>
                    <a:pt x="1292" y="119"/>
                  </a:cubicBezTo>
                  <a:cubicBezTo>
                    <a:pt x="1301" y="125"/>
                    <a:pt x="1318" y="137"/>
                    <a:pt x="1316" y="154"/>
                  </a:cubicBezTo>
                  <a:cubicBezTo>
                    <a:pt x="1310" y="157"/>
                    <a:pt x="1309" y="164"/>
                    <a:pt x="1298" y="164"/>
                  </a:cubicBezTo>
                  <a:cubicBezTo>
                    <a:pt x="1298" y="161"/>
                    <a:pt x="1294" y="159"/>
                    <a:pt x="1293" y="157"/>
                  </a:cubicBezTo>
                  <a:cubicBezTo>
                    <a:pt x="1292" y="155"/>
                    <a:pt x="1292" y="152"/>
                    <a:pt x="1291" y="149"/>
                  </a:cubicBezTo>
                  <a:cubicBezTo>
                    <a:pt x="1288" y="143"/>
                    <a:pt x="1279" y="128"/>
                    <a:pt x="1272" y="127"/>
                  </a:cubicBezTo>
                  <a:close/>
                  <a:moveTo>
                    <a:pt x="1216" y="87"/>
                  </a:moveTo>
                  <a:cubicBezTo>
                    <a:pt x="1216" y="86"/>
                    <a:pt x="1217" y="85"/>
                    <a:pt x="1217" y="84"/>
                  </a:cubicBezTo>
                  <a:cubicBezTo>
                    <a:pt x="1222" y="85"/>
                    <a:pt x="1227" y="86"/>
                    <a:pt x="1232" y="87"/>
                  </a:cubicBezTo>
                  <a:cubicBezTo>
                    <a:pt x="1237" y="89"/>
                    <a:pt x="1256" y="82"/>
                    <a:pt x="1257" y="79"/>
                  </a:cubicBezTo>
                  <a:cubicBezTo>
                    <a:pt x="1260" y="74"/>
                    <a:pt x="1260" y="41"/>
                    <a:pt x="1257" y="36"/>
                  </a:cubicBezTo>
                  <a:cubicBezTo>
                    <a:pt x="1255" y="31"/>
                    <a:pt x="1252" y="30"/>
                    <a:pt x="1252" y="23"/>
                  </a:cubicBezTo>
                  <a:cubicBezTo>
                    <a:pt x="1256" y="21"/>
                    <a:pt x="1256" y="20"/>
                    <a:pt x="1264" y="20"/>
                  </a:cubicBezTo>
                  <a:cubicBezTo>
                    <a:pt x="1272" y="26"/>
                    <a:pt x="1273" y="39"/>
                    <a:pt x="1273" y="54"/>
                  </a:cubicBezTo>
                  <a:cubicBezTo>
                    <a:pt x="1273" y="59"/>
                    <a:pt x="1271" y="74"/>
                    <a:pt x="1272" y="74"/>
                  </a:cubicBezTo>
                  <a:cubicBezTo>
                    <a:pt x="1276" y="75"/>
                    <a:pt x="1290" y="70"/>
                    <a:pt x="1293" y="68"/>
                  </a:cubicBezTo>
                  <a:cubicBezTo>
                    <a:pt x="1293" y="63"/>
                    <a:pt x="1292" y="61"/>
                    <a:pt x="1288" y="58"/>
                  </a:cubicBezTo>
                  <a:cubicBezTo>
                    <a:pt x="1288" y="57"/>
                    <a:pt x="1288" y="55"/>
                    <a:pt x="1288" y="53"/>
                  </a:cubicBezTo>
                  <a:cubicBezTo>
                    <a:pt x="1289" y="53"/>
                    <a:pt x="1290" y="54"/>
                    <a:pt x="1290" y="54"/>
                  </a:cubicBezTo>
                  <a:cubicBezTo>
                    <a:pt x="1293" y="55"/>
                    <a:pt x="1295" y="59"/>
                    <a:pt x="1298" y="59"/>
                  </a:cubicBezTo>
                  <a:cubicBezTo>
                    <a:pt x="1306" y="62"/>
                    <a:pt x="1314" y="60"/>
                    <a:pt x="1321" y="63"/>
                  </a:cubicBezTo>
                  <a:cubicBezTo>
                    <a:pt x="1322" y="64"/>
                    <a:pt x="1322" y="63"/>
                    <a:pt x="1322" y="65"/>
                  </a:cubicBezTo>
                  <a:cubicBezTo>
                    <a:pt x="1322" y="67"/>
                    <a:pt x="1322" y="69"/>
                    <a:pt x="1322" y="71"/>
                  </a:cubicBezTo>
                  <a:cubicBezTo>
                    <a:pt x="1321" y="71"/>
                    <a:pt x="1320" y="74"/>
                    <a:pt x="1319" y="75"/>
                  </a:cubicBezTo>
                  <a:cubicBezTo>
                    <a:pt x="1317" y="76"/>
                    <a:pt x="1310" y="75"/>
                    <a:pt x="1308" y="76"/>
                  </a:cubicBezTo>
                  <a:cubicBezTo>
                    <a:pt x="1301" y="79"/>
                    <a:pt x="1273" y="90"/>
                    <a:pt x="1268" y="95"/>
                  </a:cubicBezTo>
                  <a:cubicBezTo>
                    <a:pt x="1264" y="99"/>
                    <a:pt x="1266" y="105"/>
                    <a:pt x="1264" y="110"/>
                  </a:cubicBezTo>
                  <a:cubicBezTo>
                    <a:pt x="1260" y="123"/>
                    <a:pt x="1250" y="153"/>
                    <a:pt x="1232" y="145"/>
                  </a:cubicBezTo>
                  <a:cubicBezTo>
                    <a:pt x="1230" y="145"/>
                    <a:pt x="1229" y="145"/>
                    <a:pt x="1228" y="145"/>
                  </a:cubicBezTo>
                  <a:cubicBezTo>
                    <a:pt x="1225" y="143"/>
                    <a:pt x="1223" y="141"/>
                    <a:pt x="1220" y="139"/>
                  </a:cubicBezTo>
                  <a:cubicBezTo>
                    <a:pt x="1220" y="138"/>
                    <a:pt x="1220" y="137"/>
                    <a:pt x="1220" y="135"/>
                  </a:cubicBezTo>
                  <a:cubicBezTo>
                    <a:pt x="1222" y="135"/>
                    <a:pt x="1225" y="131"/>
                    <a:pt x="1227" y="130"/>
                  </a:cubicBezTo>
                  <a:cubicBezTo>
                    <a:pt x="1232" y="128"/>
                    <a:pt x="1236" y="129"/>
                    <a:pt x="1240" y="127"/>
                  </a:cubicBezTo>
                  <a:cubicBezTo>
                    <a:pt x="1246" y="125"/>
                    <a:pt x="1256" y="107"/>
                    <a:pt x="1254" y="101"/>
                  </a:cubicBezTo>
                  <a:cubicBezTo>
                    <a:pt x="1246" y="100"/>
                    <a:pt x="1236" y="101"/>
                    <a:pt x="1228" y="101"/>
                  </a:cubicBezTo>
                  <a:cubicBezTo>
                    <a:pt x="1225" y="98"/>
                    <a:pt x="1222" y="96"/>
                    <a:pt x="1219" y="93"/>
                  </a:cubicBezTo>
                  <a:cubicBezTo>
                    <a:pt x="1217" y="91"/>
                    <a:pt x="1217" y="88"/>
                    <a:pt x="1216" y="87"/>
                  </a:cubicBezTo>
                  <a:close/>
                  <a:moveTo>
                    <a:pt x="1110" y="21"/>
                  </a:moveTo>
                  <a:cubicBezTo>
                    <a:pt x="1110" y="20"/>
                    <a:pt x="1110" y="19"/>
                    <a:pt x="1110" y="17"/>
                  </a:cubicBezTo>
                  <a:cubicBezTo>
                    <a:pt x="1110" y="17"/>
                    <a:pt x="1111" y="16"/>
                    <a:pt x="1112" y="16"/>
                  </a:cubicBezTo>
                  <a:cubicBezTo>
                    <a:pt x="1124" y="17"/>
                    <a:pt x="1148" y="19"/>
                    <a:pt x="1147" y="35"/>
                  </a:cubicBezTo>
                  <a:cubicBezTo>
                    <a:pt x="1142" y="43"/>
                    <a:pt x="1140" y="49"/>
                    <a:pt x="1128" y="45"/>
                  </a:cubicBezTo>
                  <a:cubicBezTo>
                    <a:pt x="1127" y="43"/>
                    <a:pt x="1126" y="41"/>
                    <a:pt x="1124" y="39"/>
                  </a:cubicBezTo>
                  <a:cubicBezTo>
                    <a:pt x="1123" y="38"/>
                    <a:pt x="1121" y="38"/>
                    <a:pt x="1119" y="37"/>
                  </a:cubicBezTo>
                  <a:cubicBezTo>
                    <a:pt x="1119" y="31"/>
                    <a:pt x="1113" y="23"/>
                    <a:pt x="1110" y="21"/>
                  </a:cubicBezTo>
                  <a:close/>
                  <a:moveTo>
                    <a:pt x="1055" y="126"/>
                  </a:moveTo>
                  <a:cubicBezTo>
                    <a:pt x="1058" y="127"/>
                    <a:pt x="1062" y="127"/>
                    <a:pt x="1064" y="125"/>
                  </a:cubicBezTo>
                  <a:cubicBezTo>
                    <a:pt x="1066" y="124"/>
                    <a:pt x="1068" y="125"/>
                    <a:pt x="1070" y="123"/>
                  </a:cubicBezTo>
                  <a:cubicBezTo>
                    <a:pt x="1074" y="119"/>
                    <a:pt x="1070" y="109"/>
                    <a:pt x="1066" y="107"/>
                  </a:cubicBezTo>
                  <a:cubicBezTo>
                    <a:pt x="1066" y="107"/>
                    <a:pt x="1064" y="107"/>
                    <a:pt x="1064" y="107"/>
                  </a:cubicBezTo>
                  <a:cubicBezTo>
                    <a:pt x="1056" y="125"/>
                    <a:pt x="1056" y="125"/>
                    <a:pt x="1056" y="125"/>
                  </a:cubicBezTo>
                  <a:cubicBezTo>
                    <a:pt x="1056" y="125"/>
                    <a:pt x="1056" y="126"/>
                    <a:pt x="1055" y="126"/>
                  </a:cubicBezTo>
                  <a:close/>
                  <a:moveTo>
                    <a:pt x="1021" y="158"/>
                  </a:moveTo>
                  <a:cubicBezTo>
                    <a:pt x="1021" y="153"/>
                    <a:pt x="1024" y="148"/>
                    <a:pt x="1024" y="143"/>
                  </a:cubicBezTo>
                  <a:cubicBezTo>
                    <a:pt x="1025" y="140"/>
                    <a:pt x="1023" y="136"/>
                    <a:pt x="1024" y="133"/>
                  </a:cubicBezTo>
                  <a:cubicBezTo>
                    <a:pt x="1031" y="132"/>
                    <a:pt x="1042" y="114"/>
                    <a:pt x="1048" y="108"/>
                  </a:cubicBezTo>
                  <a:cubicBezTo>
                    <a:pt x="1051" y="106"/>
                    <a:pt x="1056" y="103"/>
                    <a:pt x="1059" y="102"/>
                  </a:cubicBezTo>
                  <a:cubicBezTo>
                    <a:pt x="1060" y="102"/>
                    <a:pt x="1062" y="102"/>
                    <a:pt x="1063" y="103"/>
                  </a:cubicBezTo>
                  <a:cubicBezTo>
                    <a:pt x="1068" y="104"/>
                    <a:pt x="1072" y="102"/>
                    <a:pt x="1075" y="101"/>
                  </a:cubicBezTo>
                  <a:cubicBezTo>
                    <a:pt x="1075" y="99"/>
                    <a:pt x="1075" y="97"/>
                    <a:pt x="1074" y="95"/>
                  </a:cubicBezTo>
                  <a:cubicBezTo>
                    <a:pt x="1074" y="95"/>
                    <a:pt x="1072" y="92"/>
                    <a:pt x="1072" y="93"/>
                  </a:cubicBezTo>
                  <a:cubicBezTo>
                    <a:pt x="1069" y="93"/>
                    <a:pt x="1067" y="96"/>
                    <a:pt x="1065" y="97"/>
                  </a:cubicBezTo>
                  <a:cubicBezTo>
                    <a:pt x="1064" y="97"/>
                    <a:pt x="1062" y="97"/>
                    <a:pt x="1060" y="97"/>
                  </a:cubicBezTo>
                  <a:cubicBezTo>
                    <a:pt x="1051" y="97"/>
                    <a:pt x="1045" y="88"/>
                    <a:pt x="1047" y="79"/>
                  </a:cubicBezTo>
                  <a:cubicBezTo>
                    <a:pt x="1056" y="81"/>
                    <a:pt x="1069" y="81"/>
                    <a:pt x="1076" y="76"/>
                  </a:cubicBezTo>
                  <a:cubicBezTo>
                    <a:pt x="1078" y="64"/>
                    <a:pt x="1079" y="47"/>
                    <a:pt x="1083" y="37"/>
                  </a:cubicBezTo>
                  <a:cubicBezTo>
                    <a:pt x="1085" y="34"/>
                    <a:pt x="1081" y="25"/>
                    <a:pt x="1084" y="18"/>
                  </a:cubicBezTo>
                  <a:cubicBezTo>
                    <a:pt x="1085" y="18"/>
                    <a:pt x="1087" y="18"/>
                    <a:pt x="1089" y="18"/>
                  </a:cubicBezTo>
                  <a:cubicBezTo>
                    <a:pt x="1090" y="19"/>
                    <a:pt x="1091" y="21"/>
                    <a:pt x="1092" y="22"/>
                  </a:cubicBezTo>
                  <a:cubicBezTo>
                    <a:pt x="1092" y="24"/>
                    <a:pt x="1097" y="47"/>
                    <a:pt x="1096" y="49"/>
                  </a:cubicBezTo>
                  <a:cubicBezTo>
                    <a:pt x="1095" y="53"/>
                    <a:pt x="1090" y="67"/>
                    <a:pt x="1092" y="70"/>
                  </a:cubicBezTo>
                  <a:cubicBezTo>
                    <a:pt x="1092" y="71"/>
                    <a:pt x="1092" y="71"/>
                    <a:pt x="1093" y="71"/>
                  </a:cubicBezTo>
                  <a:cubicBezTo>
                    <a:pt x="1099" y="71"/>
                    <a:pt x="1107" y="67"/>
                    <a:pt x="1109" y="62"/>
                  </a:cubicBezTo>
                  <a:cubicBezTo>
                    <a:pt x="1110" y="58"/>
                    <a:pt x="1107" y="56"/>
                    <a:pt x="1108" y="54"/>
                  </a:cubicBezTo>
                  <a:cubicBezTo>
                    <a:pt x="1108" y="54"/>
                    <a:pt x="1109" y="54"/>
                    <a:pt x="1109" y="54"/>
                  </a:cubicBezTo>
                  <a:cubicBezTo>
                    <a:pt x="1113" y="56"/>
                    <a:pt x="1126" y="58"/>
                    <a:pt x="1132" y="59"/>
                  </a:cubicBezTo>
                  <a:cubicBezTo>
                    <a:pt x="1132" y="61"/>
                    <a:pt x="1132" y="63"/>
                    <a:pt x="1132" y="65"/>
                  </a:cubicBezTo>
                  <a:cubicBezTo>
                    <a:pt x="1131" y="65"/>
                    <a:pt x="1130" y="66"/>
                    <a:pt x="1130" y="66"/>
                  </a:cubicBezTo>
                  <a:cubicBezTo>
                    <a:pt x="1129" y="66"/>
                    <a:pt x="1129" y="65"/>
                    <a:pt x="1129" y="65"/>
                  </a:cubicBezTo>
                  <a:cubicBezTo>
                    <a:pt x="1120" y="68"/>
                    <a:pt x="1100" y="77"/>
                    <a:pt x="1098" y="84"/>
                  </a:cubicBezTo>
                  <a:cubicBezTo>
                    <a:pt x="1096" y="84"/>
                    <a:pt x="1093" y="83"/>
                    <a:pt x="1092" y="85"/>
                  </a:cubicBezTo>
                  <a:cubicBezTo>
                    <a:pt x="1085" y="89"/>
                    <a:pt x="1090" y="98"/>
                    <a:pt x="1088" y="106"/>
                  </a:cubicBezTo>
                  <a:cubicBezTo>
                    <a:pt x="1087" y="109"/>
                    <a:pt x="1086" y="112"/>
                    <a:pt x="1087" y="115"/>
                  </a:cubicBezTo>
                  <a:cubicBezTo>
                    <a:pt x="1088" y="115"/>
                    <a:pt x="1089" y="116"/>
                    <a:pt x="1090" y="116"/>
                  </a:cubicBezTo>
                  <a:cubicBezTo>
                    <a:pt x="1095" y="108"/>
                    <a:pt x="1106" y="105"/>
                    <a:pt x="1114" y="111"/>
                  </a:cubicBezTo>
                  <a:cubicBezTo>
                    <a:pt x="1122" y="117"/>
                    <a:pt x="1116" y="123"/>
                    <a:pt x="1119" y="131"/>
                  </a:cubicBezTo>
                  <a:cubicBezTo>
                    <a:pt x="1120" y="136"/>
                    <a:pt x="1126" y="139"/>
                    <a:pt x="1128" y="145"/>
                  </a:cubicBezTo>
                  <a:cubicBezTo>
                    <a:pt x="1128" y="145"/>
                    <a:pt x="1128" y="147"/>
                    <a:pt x="1129" y="146"/>
                  </a:cubicBezTo>
                  <a:cubicBezTo>
                    <a:pt x="1134" y="161"/>
                    <a:pt x="1113" y="161"/>
                    <a:pt x="1105" y="160"/>
                  </a:cubicBezTo>
                  <a:cubicBezTo>
                    <a:pt x="1104" y="158"/>
                    <a:pt x="1102" y="156"/>
                    <a:pt x="1101" y="154"/>
                  </a:cubicBezTo>
                  <a:cubicBezTo>
                    <a:pt x="1098" y="145"/>
                    <a:pt x="1098" y="133"/>
                    <a:pt x="1090" y="130"/>
                  </a:cubicBezTo>
                  <a:cubicBezTo>
                    <a:pt x="1076" y="139"/>
                    <a:pt x="1092" y="160"/>
                    <a:pt x="1085" y="177"/>
                  </a:cubicBezTo>
                  <a:cubicBezTo>
                    <a:pt x="1085" y="177"/>
                    <a:pt x="1085" y="177"/>
                    <a:pt x="1085" y="177"/>
                  </a:cubicBezTo>
                  <a:cubicBezTo>
                    <a:pt x="1083" y="175"/>
                    <a:pt x="1080" y="175"/>
                    <a:pt x="1079" y="173"/>
                  </a:cubicBezTo>
                  <a:cubicBezTo>
                    <a:pt x="1075" y="170"/>
                    <a:pt x="1072" y="163"/>
                    <a:pt x="1070" y="156"/>
                  </a:cubicBezTo>
                  <a:cubicBezTo>
                    <a:pt x="1068" y="149"/>
                    <a:pt x="1074" y="143"/>
                    <a:pt x="1072" y="139"/>
                  </a:cubicBezTo>
                  <a:cubicBezTo>
                    <a:pt x="1071" y="139"/>
                    <a:pt x="1071" y="138"/>
                    <a:pt x="1070" y="137"/>
                  </a:cubicBezTo>
                  <a:cubicBezTo>
                    <a:pt x="1065" y="137"/>
                    <a:pt x="1056" y="139"/>
                    <a:pt x="1054" y="144"/>
                  </a:cubicBezTo>
                  <a:cubicBezTo>
                    <a:pt x="1053" y="147"/>
                    <a:pt x="1054" y="149"/>
                    <a:pt x="1053" y="151"/>
                  </a:cubicBezTo>
                  <a:cubicBezTo>
                    <a:pt x="1050" y="156"/>
                    <a:pt x="1042" y="170"/>
                    <a:pt x="1038" y="172"/>
                  </a:cubicBezTo>
                  <a:cubicBezTo>
                    <a:pt x="1034" y="173"/>
                    <a:pt x="1030" y="171"/>
                    <a:pt x="1027" y="169"/>
                  </a:cubicBezTo>
                  <a:cubicBezTo>
                    <a:pt x="1028" y="163"/>
                    <a:pt x="1024" y="158"/>
                    <a:pt x="1021" y="158"/>
                  </a:cubicBezTo>
                  <a:close/>
                  <a:moveTo>
                    <a:pt x="913" y="65"/>
                  </a:moveTo>
                  <a:cubicBezTo>
                    <a:pt x="914" y="65"/>
                    <a:pt x="913" y="65"/>
                    <a:pt x="915" y="65"/>
                  </a:cubicBezTo>
                  <a:cubicBezTo>
                    <a:pt x="919" y="64"/>
                    <a:pt x="929" y="61"/>
                    <a:pt x="931" y="58"/>
                  </a:cubicBezTo>
                  <a:cubicBezTo>
                    <a:pt x="931" y="57"/>
                    <a:pt x="931" y="55"/>
                    <a:pt x="931" y="54"/>
                  </a:cubicBezTo>
                  <a:cubicBezTo>
                    <a:pt x="929" y="49"/>
                    <a:pt x="924" y="45"/>
                    <a:pt x="920" y="43"/>
                  </a:cubicBezTo>
                  <a:cubicBezTo>
                    <a:pt x="920" y="43"/>
                    <a:pt x="920" y="43"/>
                    <a:pt x="919" y="43"/>
                  </a:cubicBezTo>
                  <a:cubicBezTo>
                    <a:pt x="917" y="47"/>
                    <a:pt x="913" y="58"/>
                    <a:pt x="913" y="65"/>
                  </a:cubicBezTo>
                  <a:close/>
                  <a:moveTo>
                    <a:pt x="862" y="136"/>
                  </a:moveTo>
                  <a:cubicBezTo>
                    <a:pt x="863" y="139"/>
                    <a:pt x="864" y="143"/>
                    <a:pt x="865" y="147"/>
                  </a:cubicBezTo>
                  <a:cubicBezTo>
                    <a:pt x="870" y="155"/>
                    <a:pt x="887" y="161"/>
                    <a:pt x="898" y="154"/>
                  </a:cubicBezTo>
                  <a:cubicBezTo>
                    <a:pt x="900" y="149"/>
                    <a:pt x="886" y="129"/>
                    <a:pt x="882" y="126"/>
                  </a:cubicBezTo>
                  <a:cubicBezTo>
                    <a:pt x="886" y="126"/>
                    <a:pt x="890" y="126"/>
                    <a:pt x="894" y="126"/>
                  </a:cubicBezTo>
                  <a:cubicBezTo>
                    <a:pt x="896" y="127"/>
                    <a:pt x="913" y="133"/>
                    <a:pt x="914" y="132"/>
                  </a:cubicBezTo>
                  <a:cubicBezTo>
                    <a:pt x="918" y="129"/>
                    <a:pt x="918" y="106"/>
                    <a:pt x="916" y="105"/>
                  </a:cubicBezTo>
                  <a:cubicBezTo>
                    <a:pt x="914" y="104"/>
                    <a:pt x="913" y="104"/>
                    <a:pt x="912" y="104"/>
                  </a:cubicBezTo>
                  <a:cubicBezTo>
                    <a:pt x="910" y="107"/>
                    <a:pt x="907" y="113"/>
                    <a:pt x="904" y="116"/>
                  </a:cubicBezTo>
                  <a:cubicBezTo>
                    <a:pt x="903" y="116"/>
                    <a:pt x="902" y="116"/>
                    <a:pt x="902" y="116"/>
                  </a:cubicBezTo>
                  <a:cubicBezTo>
                    <a:pt x="900" y="112"/>
                    <a:pt x="897" y="108"/>
                    <a:pt x="895" y="103"/>
                  </a:cubicBezTo>
                  <a:cubicBezTo>
                    <a:pt x="893" y="99"/>
                    <a:pt x="896" y="91"/>
                    <a:pt x="894" y="87"/>
                  </a:cubicBezTo>
                  <a:cubicBezTo>
                    <a:pt x="881" y="85"/>
                    <a:pt x="881" y="95"/>
                    <a:pt x="876" y="101"/>
                  </a:cubicBezTo>
                  <a:cubicBezTo>
                    <a:pt x="869" y="111"/>
                    <a:pt x="862" y="119"/>
                    <a:pt x="862" y="136"/>
                  </a:cubicBezTo>
                  <a:close/>
                  <a:moveTo>
                    <a:pt x="801" y="141"/>
                  </a:moveTo>
                  <a:cubicBezTo>
                    <a:pt x="801" y="139"/>
                    <a:pt x="801" y="137"/>
                    <a:pt x="801" y="134"/>
                  </a:cubicBezTo>
                  <a:cubicBezTo>
                    <a:pt x="804" y="132"/>
                    <a:pt x="806" y="128"/>
                    <a:pt x="810" y="126"/>
                  </a:cubicBezTo>
                  <a:cubicBezTo>
                    <a:pt x="808" y="123"/>
                    <a:pt x="808" y="120"/>
                    <a:pt x="808" y="116"/>
                  </a:cubicBezTo>
                  <a:cubicBezTo>
                    <a:pt x="811" y="116"/>
                    <a:pt x="820" y="118"/>
                    <a:pt x="825" y="116"/>
                  </a:cubicBezTo>
                  <a:cubicBezTo>
                    <a:pt x="830" y="115"/>
                    <a:pt x="851" y="107"/>
                    <a:pt x="854" y="104"/>
                  </a:cubicBezTo>
                  <a:cubicBezTo>
                    <a:pt x="856" y="100"/>
                    <a:pt x="854" y="87"/>
                    <a:pt x="856" y="83"/>
                  </a:cubicBezTo>
                  <a:cubicBezTo>
                    <a:pt x="857" y="81"/>
                    <a:pt x="863" y="72"/>
                    <a:pt x="861" y="69"/>
                  </a:cubicBezTo>
                  <a:cubicBezTo>
                    <a:pt x="856" y="62"/>
                    <a:pt x="835" y="75"/>
                    <a:pt x="835" y="59"/>
                  </a:cubicBezTo>
                  <a:cubicBezTo>
                    <a:pt x="836" y="59"/>
                    <a:pt x="836" y="59"/>
                    <a:pt x="837" y="58"/>
                  </a:cubicBezTo>
                  <a:cubicBezTo>
                    <a:pt x="840" y="58"/>
                    <a:pt x="843" y="59"/>
                    <a:pt x="845" y="60"/>
                  </a:cubicBezTo>
                  <a:cubicBezTo>
                    <a:pt x="850" y="57"/>
                    <a:pt x="865" y="52"/>
                    <a:pt x="868" y="47"/>
                  </a:cubicBezTo>
                  <a:cubicBezTo>
                    <a:pt x="873" y="39"/>
                    <a:pt x="871" y="30"/>
                    <a:pt x="878" y="23"/>
                  </a:cubicBezTo>
                  <a:cubicBezTo>
                    <a:pt x="884" y="23"/>
                    <a:pt x="888" y="24"/>
                    <a:pt x="893" y="26"/>
                  </a:cubicBezTo>
                  <a:cubicBezTo>
                    <a:pt x="890" y="36"/>
                    <a:pt x="882" y="41"/>
                    <a:pt x="878" y="49"/>
                  </a:cubicBezTo>
                  <a:cubicBezTo>
                    <a:pt x="875" y="56"/>
                    <a:pt x="874" y="68"/>
                    <a:pt x="873" y="74"/>
                  </a:cubicBezTo>
                  <a:cubicBezTo>
                    <a:pt x="873" y="76"/>
                    <a:pt x="873" y="78"/>
                    <a:pt x="873" y="80"/>
                  </a:cubicBezTo>
                  <a:cubicBezTo>
                    <a:pt x="872" y="80"/>
                    <a:pt x="870" y="88"/>
                    <a:pt x="870" y="90"/>
                  </a:cubicBezTo>
                  <a:cubicBezTo>
                    <a:pt x="871" y="90"/>
                    <a:pt x="871" y="91"/>
                    <a:pt x="871" y="91"/>
                  </a:cubicBezTo>
                  <a:cubicBezTo>
                    <a:pt x="872" y="91"/>
                    <a:pt x="872" y="90"/>
                    <a:pt x="873" y="90"/>
                  </a:cubicBezTo>
                  <a:cubicBezTo>
                    <a:pt x="873" y="90"/>
                    <a:pt x="873" y="90"/>
                    <a:pt x="874" y="90"/>
                  </a:cubicBezTo>
                  <a:cubicBezTo>
                    <a:pt x="875" y="89"/>
                    <a:pt x="877" y="87"/>
                    <a:pt x="877" y="85"/>
                  </a:cubicBezTo>
                  <a:cubicBezTo>
                    <a:pt x="877" y="84"/>
                    <a:pt x="877" y="83"/>
                    <a:pt x="877" y="82"/>
                  </a:cubicBezTo>
                  <a:cubicBezTo>
                    <a:pt x="878" y="80"/>
                    <a:pt x="880" y="79"/>
                    <a:pt x="881" y="77"/>
                  </a:cubicBezTo>
                  <a:cubicBezTo>
                    <a:pt x="887" y="77"/>
                    <a:pt x="895" y="75"/>
                    <a:pt x="897" y="72"/>
                  </a:cubicBezTo>
                  <a:cubicBezTo>
                    <a:pt x="899" y="67"/>
                    <a:pt x="897" y="58"/>
                    <a:pt x="899" y="55"/>
                  </a:cubicBezTo>
                  <a:cubicBezTo>
                    <a:pt x="901" y="51"/>
                    <a:pt x="904" y="42"/>
                    <a:pt x="905" y="38"/>
                  </a:cubicBezTo>
                  <a:cubicBezTo>
                    <a:pt x="907" y="29"/>
                    <a:pt x="898" y="22"/>
                    <a:pt x="903" y="17"/>
                  </a:cubicBezTo>
                  <a:cubicBezTo>
                    <a:pt x="907" y="13"/>
                    <a:pt x="915" y="19"/>
                    <a:pt x="917" y="21"/>
                  </a:cubicBezTo>
                  <a:cubicBezTo>
                    <a:pt x="921" y="25"/>
                    <a:pt x="916" y="31"/>
                    <a:pt x="918" y="36"/>
                  </a:cubicBezTo>
                  <a:cubicBezTo>
                    <a:pt x="920" y="41"/>
                    <a:pt x="930" y="45"/>
                    <a:pt x="934" y="47"/>
                  </a:cubicBezTo>
                  <a:cubicBezTo>
                    <a:pt x="938" y="48"/>
                    <a:pt x="943" y="48"/>
                    <a:pt x="948" y="49"/>
                  </a:cubicBezTo>
                  <a:cubicBezTo>
                    <a:pt x="948" y="49"/>
                    <a:pt x="949" y="50"/>
                    <a:pt x="949" y="50"/>
                  </a:cubicBezTo>
                  <a:cubicBezTo>
                    <a:pt x="949" y="51"/>
                    <a:pt x="948" y="53"/>
                    <a:pt x="948" y="54"/>
                  </a:cubicBezTo>
                  <a:cubicBezTo>
                    <a:pt x="945" y="60"/>
                    <a:pt x="935" y="64"/>
                    <a:pt x="930" y="67"/>
                  </a:cubicBezTo>
                  <a:cubicBezTo>
                    <a:pt x="926" y="70"/>
                    <a:pt x="924" y="75"/>
                    <a:pt x="921" y="77"/>
                  </a:cubicBezTo>
                  <a:cubicBezTo>
                    <a:pt x="916" y="80"/>
                    <a:pt x="910" y="79"/>
                    <a:pt x="908" y="83"/>
                  </a:cubicBezTo>
                  <a:cubicBezTo>
                    <a:pt x="908" y="85"/>
                    <a:pt x="907" y="85"/>
                    <a:pt x="907" y="87"/>
                  </a:cubicBezTo>
                  <a:cubicBezTo>
                    <a:pt x="905" y="86"/>
                    <a:pt x="906" y="90"/>
                    <a:pt x="906" y="91"/>
                  </a:cubicBezTo>
                  <a:cubicBezTo>
                    <a:pt x="910" y="93"/>
                    <a:pt x="924" y="95"/>
                    <a:pt x="926" y="99"/>
                  </a:cubicBezTo>
                  <a:cubicBezTo>
                    <a:pt x="930" y="105"/>
                    <a:pt x="930" y="119"/>
                    <a:pt x="928" y="129"/>
                  </a:cubicBezTo>
                  <a:cubicBezTo>
                    <a:pt x="927" y="131"/>
                    <a:pt x="926" y="134"/>
                    <a:pt x="927" y="138"/>
                  </a:cubicBezTo>
                  <a:cubicBezTo>
                    <a:pt x="944" y="144"/>
                    <a:pt x="968" y="157"/>
                    <a:pt x="946" y="175"/>
                  </a:cubicBezTo>
                  <a:cubicBezTo>
                    <a:pt x="930" y="175"/>
                    <a:pt x="930" y="166"/>
                    <a:pt x="917" y="161"/>
                  </a:cubicBezTo>
                  <a:cubicBezTo>
                    <a:pt x="915" y="161"/>
                    <a:pt x="906" y="165"/>
                    <a:pt x="905" y="165"/>
                  </a:cubicBezTo>
                  <a:cubicBezTo>
                    <a:pt x="903" y="165"/>
                    <a:pt x="901" y="165"/>
                    <a:pt x="899" y="165"/>
                  </a:cubicBezTo>
                  <a:cubicBezTo>
                    <a:pt x="892" y="168"/>
                    <a:pt x="882" y="170"/>
                    <a:pt x="874" y="168"/>
                  </a:cubicBezTo>
                  <a:cubicBezTo>
                    <a:pt x="872" y="163"/>
                    <a:pt x="867" y="157"/>
                    <a:pt x="863" y="153"/>
                  </a:cubicBezTo>
                  <a:cubicBezTo>
                    <a:pt x="863" y="153"/>
                    <a:pt x="863" y="153"/>
                    <a:pt x="863" y="153"/>
                  </a:cubicBezTo>
                  <a:cubicBezTo>
                    <a:pt x="862" y="154"/>
                    <a:pt x="862" y="154"/>
                    <a:pt x="862" y="154"/>
                  </a:cubicBezTo>
                  <a:cubicBezTo>
                    <a:pt x="862" y="162"/>
                    <a:pt x="869" y="172"/>
                    <a:pt x="864" y="179"/>
                  </a:cubicBezTo>
                  <a:cubicBezTo>
                    <a:pt x="863" y="179"/>
                    <a:pt x="861" y="179"/>
                    <a:pt x="859" y="178"/>
                  </a:cubicBezTo>
                  <a:cubicBezTo>
                    <a:pt x="855" y="176"/>
                    <a:pt x="854" y="171"/>
                    <a:pt x="851" y="167"/>
                  </a:cubicBezTo>
                  <a:cubicBezTo>
                    <a:pt x="850" y="165"/>
                    <a:pt x="850" y="163"/>
                    <a:pt x="849" y="161"/>
                  </a:cubicBezTo>
                  <a:cubicBezTo>
                    <a:pt x="846" y="159"/>
                    <a:pt x="844" y="156"/>
                    <a:pt x="841" y="153"/>
                  </a:cubicBezTo>
                  <a:cubicBezTo>
                    <a:pt x="839" y="151"/>
                    <a:pt x="840" y="146"/>
                    <a:pt x="837" y="144"/>
                  </a:cubicBezTo>
                  <a:cubicBezTo>
                    <a:pt x="834" y="141"/>
                    <a:pt x="817" y="153"/>
                    <a:pt x="809" y="149"/>
                  </a:cubicBezTo>
                  <a:cubicBezTo>
                    <a:pt x="806" y="147"/>
                    <a:pt x="803" y="144"/>
                    <a:pt x="801" y="141"/>
                  </a:cubicBezTo>
                  <a:close/>
                  <a:moveTo>
                    <a:pt x="704" y="44"/>
                  </a:moveTo>
                  <a:cubicBezTo>
                    <a:pt x="705" y="43"/>
                    <a:pt x="706" y="43"/>
                    <a:pt x="707" y="42"/>
                  </a:cubicBezTo>
                  <a:cubicBezTo>
                    <a:pt x="707" y="41"/>
                    <a:pt x="707" y="41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6" y="40"/>
                    <a:pt x="706" y="40"/>
                    <a:pt x="705" y="40"/>
                  </a:cubicBezTo>
                  <a:cubicBezTo>
                    <a:pt x="705" y="41"/>
                    <a:pt x="705" y="43"/>
                    <a:pt x="704" y="44"/>
                  </a:cubicBezTo>
                  <a:close/>
                  <a:moveTo>
                    <a:pt x="702" y="45"/>
                  </a:moveTo>
                  <a:cubicBezTo>
                    <a:pt x="702" y="46"/>
                    <a:pt x="703" y="46"/>
                    <a:pt x="703" y="46"/>
                  </a:cubicBezTo>
                  <a:cubicBezTo>
                    <a:pt x="704" y="46"/>
                    <a:pt x="704" y="46"/>
                    <a:pt x="704" y="45"/>
                  </a:cubicBezTo>
                  <a:cubicBezTo>
                    <a:pt x="704" y="45"/>
                    <a:pt x="704" y="45"/>
                    <a:pt x="704" y="45"/>
                  </a:cubicBezTo>
                  <a:cubicBezTo>
                    <a:pt x="704" y="45"/>
                    <a:pt x="704" y="44"/>
                    <a:pt x="704" y="44"/>
                  </a:cubicBezTo>
                  <a:cubicBezTo>
                    <a:pt x="704" y="44"/>
                    <a:pt x="703" y="43"/>
                    <a:pt x="703" y="43"/>
                  </a:cubicBezTo>
                  <a:cubicBezTo>
                    <a:pt x="703" y="43"/>
                    <a:pt x="703" y="44"/>
                    <a:pt x="702" y="44"/>
                  </a:cubicBezTo>
                  <a:cubicBezTo>
                    <a:pt x="702" y="45"/>
                    <a:pt x="702" y="45"/>
                    <a:pt x="702" y="45"/>
                  </a:cubicBezTo>
                  <a:close/>
                  <a:moveTo>
                    <a:pt x="637" y="47"/>
                  </a:moveTo>
                  <a:cubicBezTo>
                    <a:pt x="637" y="41"/>
                    <a:pt x="637" y="35"/>
                    <a:pt x="639" y="30"/>
                  </a:cubicBezTo>
                  <a:cubicBezTo>
                    <a:pt x="639" y="27"/>
                    <a:pt x="639" y="25"/>
                    <a:pt x="638" y="23"/>
                  </a:cubicBezTo>
                  <a:cubicBezTo>
                    <a:pt x="640" y="23"/>
                    <a:pt x="647" y="21"/>
                    <a:pt x="647" y="21"/>
                  </a:cubicBezTo>
                  <a:cubicBezTo>
                    <a:pt x="652" y="29"/>
                    <a:pt x="651" y="39"/>
                    <a:pt x="658" y="45"/>
                  </a:cubicBezTo>
                  <a:cubicBezTo>
                    <a:pt x="658" y="48"/>
                    <a:pt x="658" y="51"/>
                    <a:pt x="658" y="55"/>
                  </a:cubicBezTo>
                  <a:cubicBezTo>
                    <a:pt x="656" y="55"/>
                    <a:pt x="654" y="58"/>
                    <a:pt x="653" y="59"/>
                  </a:cubicBezTo>
                  <a:cubicBezTo>
                    <a:pt x="643" y="59"/>
                    <a:pt x="640" y="53"/>
                    <a:pt x="637" y="47"/>
                  </a:cubicBezTo>
                  <a:close/>
                  <a:moveTo>
                    <a:pt x="621" y="118"/>
                  </a:moveTo>
                  <a:cubicBezTo>
                    <a:pt x="621" y="113"/>
                    <a:pt x="621" y="109"/>
                    <a:pt x="621" y="105"/>
                  </a:cubicBezTo>
                  <a:cubicBezTo>
                    <a:pt x="628" y="104"/>
                    <a:pt x="632" y="97"/>
                    <a:pt x="636" y="92"/>
                  </a:cubicBezTo>
                  <a:cubicBezTo>
                    <a:pt x="640" y="85"/>
                    <a:pt x="652" y="76"/>
                    <a:pt x="660" y="71"/>
                  </a:cubicBezTo>
                  <a:cubicBezTo>
                    <a:pt x="663" y="70"/>
                    <a:pt x="678" y="62"/>
                    <a:pt x="677" y="61"/>
                  </a:cubicBezTo>
                  <a:cubicBezTo>
                    <a:pt x="680" y="60"/>
                    <a:pt x="693" y="54"/>
                    <a:pt x="694" y="51"/>
                  </a:cubicBezTo>
                  <a:cubicBezTo>
                    <a:pt x="694" y="50"/>
                    <a:pt x="694" y="50"/>
                    <a:pt x="694" y="50"/>
                  </a:cubicBezTo>
                  <a:cubicBezTo>
                    <a:pt x="692" y="49"/>
                    <a:pt x="681" y="45"/>
                    <a:pt x="680" y="44"/>
                  </a:cubicBezTo>
                  <a:cubicBezTo>
                    <a:pt x="678" y="43"/>
                    <a:pt x="676" y="39"/>
                    <a:pt x="675" y="39"/>
                  </a:cubicBezTo>
                  <a:cubicBezTo>
                    <a:pt x="675" y="38"/>
                    <a:pt x="675" y="37"/>
                    <a:pt x="675" y="37"/>
                  </a:cubicBezTo>
                  <a:cubicBezTo>
                    <a:pt x="684" y="39"/>
                    <a:pt x="702" y="36"/>
                    <a:pt x="707" y="33"/>
                  </a:cubicBezTo>
                  <a:cubicBezTo>
                    <a:pt x="709" y="31"/>
                    <a:pt x="712" y="28"/>
                    <a:pt x="716" y="27"/>
                  </a:cubicBezTo>
                  <a:cubicBezTo>
                    <a:pt x="721" y="26"/>
                    <a:pt x="736" y="34"/>
                    <a:pt x="739" y="36"/>
                  </a:cubicBezTo>
                  <a:cubicBezTo>
                    <a:pt x="739" y="38"/>
                    <a:pt x="738" y="39"/>
                    <a:pt x="738" y="41"/>
                  </a:cubicBezTo>
                  <a:cubicBezTo>
                    <a:pt x="736" y="42"/>
                    <a:pt x="734" y="44"/>
                    <a:pt x="732" y="45"/>
                  </a:cubicBezTo>
                  <a:cubicBezTo>
                    <a:pt x="731" y="45"/>
                    <a:pt x="730" y="45"/>
                    <a:pt x="730" y="45"/>
                  </a:cubicBezTo>
                  <a:cubicBezTo>
                    <a:pt x="724" y="47"/>
                    <a:pt x="709" y="51"/>
                    <a:pt x="705" y="55"/>
                  </a:cubicBezTo>
                  <a:cubicBezTo>
                    <a:pt x="706" y="56"/>
                    <a:pt x="706" y="57"/>
                    <a:pt x="706" y="58"/>
                  </a:cubicBezTo>
                  <a:cubicBezTo>
                    <a:pt x="708" y="59"/>
                    <a:pt x="710" y="60"/>
                    <a:pt x="712" y="61"/>
                  </a:cubicBezTo>
                  <a:cubicBezTo>
                    <a:pt x="713" y="61"/>
                    <a:pt x="715" y="61"/>
                    <a:pt x="717" y="61"/>
                  </a:cubicBezTo>
                  <a:cubicBezTo>
                    <a:pt x="724" y="65"/>
                    <a:pt x="744" y="92"/>
                    <a:pt x="730" y="103"/>
                  </a:cubicBezTo>
                  <a:cubicBezTo>
                    <a:pt x="728" y="104"/>
                    <a:pt x="716" y="108"/>
                    <a:pt x="717" y="108"/>
                  </a:cubicBezTo>
                  <a:cubicBezTo>
                    <a:pt x="711" y="111"/>
                    <a:pt x="705" y="106"/>
                    <a:pt x="702" y="111"/>
                  </a:cubicBezTo>
                  <a:cubicBezTo>
                    <a:pt x="702" y="114"/>
                    <a:pt x="702" y="117"/>
                    <a:pt x="702" y="120"/>
                  </a:cubicBezTo>
                  <a:cubicBezTo>
                    <a:pt x="699" y="125"/>
                    <a:pt x="694" y="130"/>
                    <a:pt x="690" y="134"/>
                  </a:cubicBezTo>
                  <a:cubicBezTo>
                    <a:pt x="690" y="136"/>
                    <a:pt x="690" y="137"/>
                    <a:pt x="691" y="137"/>
                  </a:cubicBezTo>
                  <a:cubicBezTo>
                    <a:pt x="692" y="139"/>
                    <a:pt x="695" y="139"/>
                    <a:pt x="697" y="139"/>
                  </a:cubicBezTo>
                  <a:cubicBezTo>
                    <a:pt x="698" y="138"/>
                    <a:pt x="699" y="137"/>
                    <a:pt x="700" y="134"/>
                  </a:cubicBezTo>
                  <a:cubicBezTo>
                    <a:pt x="711" y="134"/>
                    <a:pt x="716" y="138"/>
                    <a:pt x="726" y="140"/>
                  </a:cubicBezTo>
                  <a:cubicBezTo>
                    <a:pt x="727" y="143"/>
                    <a:pt x="730" y="149"/>
                    <a:pt x="729" y="151"/>
                  </a:cubicBezTo>
                  <a:cubicBezTo>
                    <a:pt x="728" y="152"/>
                    <a:pt x="727" y="154"/>
                    <a:pt x="725" y="155"/>
                  </a:cubicBezTo>
                  <a:cubicBezTo>
                    <a:pt x="716" y="158"/>
                    <a:pt x="712" y="149"/>
                    <a:pt x="705" y="150"/>
                  </a:cubicBezTo>
                  <a:cubicBezTo>
                    <a:pt x="704" y="149"/>
                    <a:pt x="700" y="153"/>
                    <a:pt x="699" y="155"/>
                  </a:cubicBezTo>
                  <a:cubicBezTo>
                    <a:pt x="698" y="157"/>
                    <a:pt x="700" y="159"/>
                    <a:pt x="700" y="160"/>
                  </a:cubicBezTo>
                  <a:cubicBezTo>
                    <a:pt x="700" y="162"/>
                    <a:pt x="700" y="164"/>
                    <a:pt x="700" y="166"/>
                  </a:cubicBezTo>
                  <a:cubicBezTo>
                    <a:pt x="702" y="174"/>
                    <a:pt x="698" y="180"/>
                    <a:pt x="692" y="183"/>
                  </a:cubicBezTo>
                  <a:cubicBezTo>
                    <a:pt x="685" y="187"/>
                    <a:pt x="666" y="181"/>
                    <a:pt x="662" y="179"/>
                  </a:cubicBezTo>
                  <a:cubicBezTo>
                    <a:pt x="662" y="177"/>
                    <a:pt x="653" y="173"/>
                    <a:pt x="651" y="173"/>
                  </a:cubicBezTo>
                  <a:cubicBezTo>
                    <a:pt x="651" y="172"/>
                    <a:pt x="652" y="172"/>
                    <a:pt x="652" y="172"/>
                  </a:cubicBezTo>
                  <a:cubicBezTo>
                    <a:pt x="660" y="170"/>
                    <a:pt x="676" y="168"/>
                    <a:pt x="683" y="163"/>
                  </a:cubicBezTo>
                  <a:cubicBezTo>
                    <a:pt x="685" y="162"/>
                    <a:pt x="692" y="157"/>
                    <a:pt x="689" y="155"/>
                  </a:cubicBezTo>
                  <a:cubicBezTo>
                    <a:pt x="685" y="154"/>
                    <a:pt x="675" y="155"/>
                    <a:pt x="672" y="157"/>
                  </a:cubicBezTo>
                  <a:cubicBezTo>
                    <a:pt x="668" y="159"/>
                    <a:pt x="653" y="154"/>
                    <a:pt x="652" y="153"/>
                  </a:cubicBezTo>
                  <a:cubicBezTo>
                    <a:pt x="650" y="152"/>
                    <a:pt x="650" y="151"/>
                    <a:pt x="649" y="149"/>
                  </a:cubicBezTo>
                  <a:cubicBezTo>
                    <a:pt x="649" y="148"/>
                    <a:pt x="649" y="148"/>
                    <a:pt x="650" y="147"/>
                  </a:cubicBezTo>
                  <a:cubicBezTo>
                    <a:pt x="660" y="147"/>
                    <a:pt x="674" y="146"/>
                    <a:pt x="684" y="144"/>
                  </a:cubicBezTo>
                  <a:cubicBezTo>
                    <a:pt x="685" y="143"/>
                    <a:pt x="685" y="142"/>
                    <a:pt x="686" y="141"/>
                  </a:cubicBezTo>
                  <a:cubicBezTo>
                    <a:pt x="686" y="141"/>
                    <a:pt x="686" y="141"/>
                    <a:pt x="686" y="140"/>
                  </a:cubicBezTo>
                  <a:cubicBezTo>
                    <a:pt x="684" y="139"/>
                    <a:pt x="684" y="138"/>
                    <a:pt x="682" y="137"/>
                  </a:cubicBezTo>
                  <a:cubicBezTo>
                    <a:pt x="682" y="133"/>
                    <a:pt x="681" y="129"/>
                    <a:pt x="683" y="125"/>
                  </a:cubicBezTo>
                  <a:cubicBezTo>
                    <a:pt x="685" y="122"/>
                    <a:pt x="691" y="115"/>
                    <a:pt x="690" y="111"/>
                  </a:cubicBezTo>
                  <a:cubicBezTo>
                    <a:pt x="690" y="109"/>
                    <a:pt x="689" y="109"/>
                    <a:pt x="688" y="109"/>
                  </a:cubicBezTo>
                  <a:cubicBezTo>
                    <a:pt x="680" y="105"/>
                    <a:pt x="670" y="123"/>
                    <a:pt x="665" y="118"/>
                  </a:cubicBezTo>
                  <a:cubicBezTo>
                    <a:pt x="666" y="112"/>
                    <a:pt x="667" y="106"/>
                    <a:pt x="670" y="102"/>
                  </a:cubicBezTo>
                  <a:cubicBezTo>
                    <a:pt x="675" y="96"/>
                    <a:pt x="690" y="97"/>
                    <a:pt x="695" y="102"/>
                  </a:cubicBezTo>
                  <a:cubicBezTo>
                    <a:pt x="701" y="102"/>
                    <a:pt x="703" y="100"/>
                    <a:pt x="707" y="98"/>
                  </a:cubicBezTo>
                  <a:cubicBezTo>
                    <a:pt x="711" y="95"/>
                    <a:pt x="717" y="94"/>
                    <a:pt x="720" y="90"/>
                  </a:cubicBezTo>
                  <a:cubicBezTo>
                    <a:pt x="720" y="89"/>
                    <a:pt x="720" y="88"/>
                    <a:pt x="720" y="89"/>
                  </a:cubicBezTo>
                  <a:cubicBezTo>
                    <a:pt x="726" y="78"/>
                    <a:pt x="710" y="68"/>
                    <a:pt x="705" y="66"/>
                  </a:cubicBezTo>
                  <a:cubicBezTo>
                    <a:pt x="694" y="63"/>
                    <a:pt x="681" y="76"/>
                    <a:pt x="678" y="81"/>
                  </a:cubicBezTo>
                  <a:cubicBezTo>
                    <a:pt x="670" y="91"/>
                    <a:pt x="657" y="97"/>
                    <a:pt x="649" y="107"/>
                  </a:cubicBezTo>
                  <a:cubicBezTo>
                    <a:pt x="645" y="112"/>
                    <a:pt x="646" y="118"/>
                    <a:pt x="644" y="123"/>
                  </a:cubicBezTo>
                  <a:cubicBezTo>
                    <a:pt x="643" y="127"/>
                    <a:pt x="640" y="131"/>
                    <a:pt x="639" y="133"/>
                  </a:cubicBezTo>
                  <a:cubicBezTo>
                    <a:pt x="632" y="134"/>
                    <a:pt x="625" y="130"/>
                    <a:pt x="623" y="125"/>
                  </a:cubicBezTo>
                  <a:cubicBezTo>
                    <a:pt x="621" y="123"/>
                    <a:pt x="623" y="120"/>
                    <a:pt x="621" y="118"/>
                  </a:cubicBezTo>
                  <a:close/>
                  <a:moveTo>
                    <a:pt x="537" y="94"/>
                  </a:moveTo>
                  <a:cubicBezTo>
                    <a:pt x="538" y="94"/>
                    <a:pt x="540" y="93"/>
                    <a:pt x="540" y="92"/>
                  </a:cubicBezTo>
                  <a:cubicBezTo>
                    <a:pt x="541" y="91"/>
                    <a:pt x="540" y="90"/>
                    <a:pt x="540" y="89"/>
                  </a:cubicBezTo>
                  <a:cubicBezTo>
                    <a:pt x="539" y="90"/>
                    <a:pt x="539" y="90"/>
                    <a:pt x="539" y="90"/>
                  </a:cubicBezTo>
                  <a:cubicBezTo>
                    <a:pt x="538" y="91"/>
                    <a:pt x="538" y="93"/>
                    <a:pt x="537" y="94"/>
                  </a:cubicBezTo>
                  <a:close/>
                  <a:moveTo>
                    <a:pt x="503" y="79"/>
                  </a:moveTo>
                  <a:cubicBezTo>
                    <a:pt x="504" y="80"/>
                    <a:pt x="505" y="81"/>
                    <a:pt x="507" y="79"/>
                  </a:cubicBezTo>
                  <a:cubicBezTo>
                    <a:pt x="507" y="77"/>
                    <a:pt x="508" y="77"/>
                    <a:pt x="508" y="75"/>
                  </a:cubicBezTo>
                  <a:cubicBezTo>
                    <a:pt x="508" y="75"/>
                    <a:pt x="507" y="75"/>
                    <a:pt x="507" y="74"/>
                  </a:cubicBezTo>
                  <a:cubicBezTo>
                    <a:pt x="506" y="75"/>
                    <a:pt x="505" y="75"/>
                    <a:pt x="504" y="75"/>
                  </a:cubicBezTo>
                  <a:cubicBezTo>
                    <a:pt x="504" y="77"/>
                    <a:pt x="504" y="77"/>
                    <a:pt x="503" y="79"/>
                  </a:cubicBezTo>
                  <a:close/>
                  <a:moveTo>
                    <a:pt x="491" y="115"/>
                  </a:moveTo>
                  <a:cubicBezTo>
                    <a:pt x="496" y="117"/>
                    <a:pt x="504" y="111"/>
                    <a:pt x="507" y="108"/>
                  </a:cubicBezTo>
                  <a:cubicBezTo>
                    <a:pt x="506" y="107"/>
                    <a:pt x="506" y="105"/>
                    <a:pt x="506" y="104"/>
                  </a:cubicBezTo>
                  <a:cubicBezTo>
                    <a:pt x="505" y="104"/>
                    <a:pt x="505" y="103"/>
                    <a:pt x="504" y="103"/>
                  </a:cubicBezTo>
                  <a:cubicBezTo>
                    <a:pt x="501" y="105"/>
                    <a:pt x="494" y="109"/>
                    <a:pt x="491" y="113"/>
                  </a:cubicBezTo>
                  <a:cubicBezTo>
                    <a:pt x="491" y="113"/>
                    <a:pt x="491" y="114"/>
                    <a:pt x="491" y="115"/>
                  </a:cubicBezTo>
                  <a:close/>
                  <a:moveTo>
                    <a:pt x="460" y="78"/>
                  </a:moveTo>
                  <a:cubicBezTo>
                    <a:pt x="461" y="79"/>
                    <a:pt x="462" y="79"/>
                    <a:pt x="463" y="79"/>
                  </a:cubicBezTo>
                  <a:cubicBezTo>
                    <a:pt x="466" y="77"/>
                    <a:pt x="468" y="75"/>
                    <a:pt x="470" y="73"/>
                  </a:cubicBezTo>
                  <a:cubicBezTo>
                    <a:pt x="470" y="71"/>
                    <a:pt x="470" y="71"/>
                    <a:pt x="470" y="69"/>
                  </a:cubicBezTo>
                  <a:cubicBezTo>
                    <a:pt x="468" y="69"/>
                    <a:pt x="467" y="70"/>
                    <a:pt x="466" y="70"/>
                  </a:cubicBezTo>
                  <a:cubicBezTo>
                    <a:pt x="464" y="71"/>
                    <a:pt x="461" y="74"/>
                    <a:pt x="460" y="78"/>
                  </a:cubicBezTo>
                  <a:close/>
                  <a:moveTo>
                    <a:pt x="453" y="106"/>
                  </a:moveTo>
                  <a:cubicBezTo>
                    <a:pt x="454" y="106"/>
                    <a:pt x="454" y="106"/>
                    <a:pt x="455" y="106"/>
                  </a:cubicBezTo>
                  <a:cubicBezTo>
                    <a:pt x="457" y="103"/>
                    <a:pt x="473" y="90"/>
                    <a:pt x="469" y="87"/>
                  </a:cubicBezTo>
                  <a:cubicBezTo>
                    <a:pt x="458" y="82"/>
                    <a:pt x="453" y="96"/>
                    <a:pt x="453" y="106"/>
                  </a:cubicBezTo>
                  <a:close/>
                  <a:moveTo>
                    <a:pt x="438" y="93"/>
                  </a:moveTo>
                  <a:cubicBezTo>
                    <a:pt x="439" y="93"/>
                    <a:pt x="440" y="94"/>
                    <a:pt x="440" y="95"/>
                  </a:cubicBezTo>
                  <a:cubicBezTo>
                    <a:pt x="442" y="95"/>
                    <a:pt x="443" y="95"/>
                    <a:pt x="444" y="95"/>
                  </a:cubicBezTo>
                  <a:cubicBezTo>
                    <a:pt x="445" y="94"/>
                    <a:pt x="446" y="93"/>
                    <a:pt x="446" y="92"/>
                  </a:cubicBezTo>
                  <a:cubicBezTo>
                    <a:pt x="445" y="91"/>
                    <a:pt x="444" y="91"/>
                    <a:pt x="444" y="90"/>
                  </a:cubicBezTo>
                  <a:cubicBezTo>
                    <a:pt x="444" y="91"/>
                    <a:pt x="439" y="91"/>
                    <a:pt x="438" y="92"/>
                  </a:cubicBezTo>
                  <a:cubicBezTo>
                    <a:pt x="438" y="92"/>
                    <a:pt x="438" y="92"/>
                    <a:pt x="438" y="93"/>
                  </a:cubicBezTo>
                  <a:close/>
                  <a:moveTo>
                    <a:pt x="425" y="130"/>
                  </a:moveTo>
                  <a:cubicBezTo>
                    <a:pt x="429" y="129"/>
                    <a:pt x="448" y="117"/>
                    <a:pt x="439" y="112"/>
                  </a:cubicBezTo>
                  <a:cubicBezTo>
                    <a:pt x="438" y="112"/>
                    <a:pt x="438" y="112"/>
                    <a:pt x="437" y="112"/>
                  </a:cubicBezTo>
                  <a:cubicBezTo>
                    <a:pt x="435" y="119"/>
                    <a:pt x="428" y="123"/>
                    <a:pt x="425" y="130"/>
                  </a:cubicBezTo>
                  <a:close/>
                  <a:moveTo>
                    <a:pt x="398" y="150"/>
                  </a:moveTo>
                  <a:cubicBezTo>
                    <a:pt x="398" y="144"/>
                    <a:pt x="399" y="138"/>
                    <a:pt x="399" y="133"/>
                  </a:cubicBezTo>
                  <a:cubicBezTo>
                    <a:pt x="403" y="131"/>
                    <a:pt x="426" y="102"/>
                    <a:pt x="429" y="97"/>
                  </a:cubicBezTo>
                  <a:cubicBezTo>
                    <a:pt x="428" y="96"/>
                    <a:pt x="428" y="96"/>
                    <a:pt x="426" y="96"/>
                  </a:cubicBezTo>
                  <a:cubicBezTo>
                    <a:pt x="424" y="97"/>
                    <a:pt x="405" y="104"/>
                    <a:pt x="401" y="101"/>
                  </a:cubicBezTo>
                  <a:cubicBezTo>
                    <a:pt x="400" y="100"/>
                    <a:pt x="400" y="100"/>
                    <a:pt x="400" y="100"/>
                  </a:cubicBezTo>
                  <a:cubicBezTo>
                    <a:pt x="400" y="86"/>
                    <a:pt x="411" y="79"/>
                    <a:pt x="418" y="74"/>
                  </a:cubicBezTo>
                  <a:cubicBezTo>
                    <a:pt x="424" y="70"/>
                    <a:pt x="428" y="65"/>
                    <a:pt x="432" y="60"/>
                  </a:cubicBezTo>
                  <a:cubicBezTo>
                    <a:pt x="437" y="54"/>
                    <a:pt x="450" y="45"/>
                    <a:pt x="453" y="38"/>
                  </a:cubicBezTo>
                  <a:cubicBezTo>
                    <a:pt x="454" y="34"/>
                    <a:pt x="454" y="29"/>
                    <a:pt x="454" y="25"/>
                  </a:cubicBezTo>
                  <a:cubicBezTo>
                    <a:pt x="462" y="22"/>
                    <a:pt x="468" y="24"/>
                    <a:pt x="473" y="28"/>
                  </a:cubicBezTo>
                  <a:cubicBezTo>
                    <a:pt x="468" y="46"/>
                    <a:pt x="437" y="68"/>
                    <a:pt x="423" y="81"/>
                  </a:cubicBezTo>
                  <a:cubicBezTo>
                    <a:pt x="420" y="84"/>
                    <a:pt x="416" y="86"/>
                    <a:pt x="413" y="89"/>
                  </a:cubicBezTo>
                  <a:cubicBezTo>
                    <a:pt x="413" y="90"/>
                    <a:pt x="413" y="90"/>
                    <a:pt x="414" y="90"/>
                  </a:cubicBezTo>
                  <a:cubicBezTo>
                    <a:pt x="419" y="90"/>
                    <a:pt x="426" y="88"/>
                    <a:pt x="430" y="86"/>
                  </a:cubicBezTo>
                  <a:cubicBezTo>
                    <a:pt x="436" y="85"/>
                    <a:pt x="441" y="85"/>
                    <a:pt x="447" y="84"/>
                  </a:cubicBezTo>
                  <a:cubicBezTo>
                    <a:pt x="451" y="81"/>
                    <a:pt x="451" y="77"/>
                    <a:pt x="453" y="73"/>
                  </a:cubicBezTo>
                  <a:cubicBezTo>
                    <a:pt x="457" y="67"/>
                    <a:pt x="460" y="60"/>
                    <a:pt x="466" y="55"/>
                  </a:cubicBezTo>
                  <a:cubicBezTo>
                    <a:pt x="469" y="55"/>
                    <a:pt x="472" y="55"/>
                    <a:pt x="474" y="55"/>
                  </a:cubicBezTo>
                  <a:cubicBezTo>
                    <a:pt x="475" y="57"/>
                    <a:pt x="477" y="58"/>
                    <a:pt x="478" y="59"/>
                  </a:cubicBezTo>
                  <a:cubicBezTo>
                    <a:pt x="481" y="63"/>
                    <a:pt x="483" y="67"/>
                    <a:pt x="485" y="71"/>
                  </a:cubicBezTo>
                  <a:cubicBezTo>
                    <a:pt x="488" y="69"/>
                    <a:pt x="495" y="62"/>
                    <a:pt x="492" y="57"/>
                  </a:cubicBezTo>
                  <a:cubicBezTo>
                    <a:pt x="491" y="54"/>
                    <a:pt x="488" y="53"/>
                    <a:pt x="490" y="49"/>
                  </a:cubicBezTo>
                  <a:cubicBezTo>
                    <a:pt x="490" y="46"/>
                    <a:pt x="498" y="42"/>
                    <a:pt x="502" y="43"/>
                  </a:cubicBezTo>
                  <a:cubicBezTo>
                    <a:pt x="502" y="47"/>
                    <a:pt x="506" y="51"/>
                    <a:pt x="508" y="53"/>
                  </a:cubicBezTo>
                  <a:cubicBezTo>
                    <a:pt x="515" y="55"/>
                    <a:pt x="513" y="47"/>
                    <a:pt x="514" y="43"/>
                  </a:cubicBezTo>
                  <a:cubicBezTo>
                    <a:pt x="517" y="34"/>
                    <a:pt x="512" y="13"/>
                    <a:pt x="524" y="13"/>
                  </a:cubicBezTo>
                  <a:cubicBezTo>
                    <a:pt x="525" y="15"/>
                    <a:pt x="530" y="19"/>
                    <a:pt x="532" y="21"/>
                  </a:cubicBezTo>
                  <a:cubicBezTo>
                    <a:pt x="532" y="21"/>
                    <a:pt x="532" y="21"/>
                    <a:pt x="533" y="21"/>
                  </a:cubicBezTo>
                  <a:cubicBezTo>
                    <a:pt x="535" y="25"/>
                    <a:pt x="536" y="27"/>
                    <a:pt x="539" y="30"/>
                  </a:cubicBezTo>
                  <a:cubicBezTo>
                    <a:pt x="541" y="34"/>
                    <a:pt x="544" y="42"/>
                    <a:pt x="545" y="47"/>
                  </a:cubicBezTo>
                  <a:cubicBezTo>
                    <a:pt x="546" y="51"/>
                    <a:pt x="542" y="54"/>
                    <a:pt x="543" y="59"/>
                  </a:cubicBezTo>
                  <a:cubicBezTo>
                    <a:pt x="546" y="65"/>
                    <a:pt x="553" y="69"/>
                    <a:pt x="556" y="75"/>
                  </a:cubicBezTo>
                  <a:cubicBezTo>
                    <a:pt x="558" y="79"/>
                    <a:pt x="558" y="83"/>
                    <a:pt x="560" y="85"/>
                  </a:cubicBezTo>
                  <a:cubicBezTo>
                    <a:pt x="564" y="89"/>
                    <a:pt x="570" y="91"/>
                    <a:pt x="574" y="95"/>
                  </a:cubicBezTo>
                  <a:cubicBezTo>
                    <a:pt x="574" y="97"/>
                    <a:pt x="574" y="98"/>
                    <a:pt x="574" y="99"/>
                  </a:cubicBezTo>
                  <a:cubicBezTo>
                    <a:pt x="572" y="100"/>
                    <a:pt x="570" y="102"/>
                    <a:pt x="568" y="103"/>
                  </a:cubicBezTo>
                  <a:cubicBezTo>
                    <a:pt x="565" y="105"/>
                    <a:pt x="561" y="104"/>
                    <a:pt x="559" y="105"/>
                  </a:cubicBezTo>
                  <a:cubicBezTo>
                    <a:pt x="552" y="106"/>
                    <a:pt x="543" y="109"/>
                    <a:pt x="539" y="114"/>
                  </a:cubicBezTo>
                  <a:cubicBezTo>
                    <a:pt x="536" y="117"/>
                    <a:pt x="536" y="135"/>
                    <a:pt x="535" y="141"/>
                  </a:cubicBezTo>
                  <a:cubicBezTo>
                    <a:pt x="535" y="143"/>
                    <a:pt x="534" y="145"/>
                    <a:pt x="534" y="148"/>
                  </a:cubicBezTo>
                  <a:cubicBezTo>
                    <a:pt x="532" y="152"/>
                    <a:pt x="531" y="158"/>
                    <a:pt x="530" y="163"/>
                  </a:cubicBezTo>
                  <a:cubicBezTo>
                    <a:pt x="530" y="164"/>
                    <a:pt x="530" y="165"/>
                    <a:pt x="530" y="166"/>
                  </a:cubicBezTo>
                  <a:cubicBezTo>
                    <a:pt x="526" y="174"/>
                    <a:pt x="524" y="181"/>
                    <a:pt x="520" y="187"/>
                  </a:cubicBezTo>
                  <a:cubicBezTo>
                    <a:pt x="520" y="190"/>
                    <a:pt x="520" y="193"/>
                    <a:pt x="520" y="195"/>
                  </a:cubicBezTo>
                  <a:cubicBezTo>
                    <a:pt x="519" y="195"/>
                    <a:pt x="519" y="195"/>
                    <a:pt x="519" y="195"/>
                  </a:cubicBezTo>
                  <a:cubicBezTo>
                    <a:pt x="518" y="193"/>
                    <a:pt x="515" y="191"/>
                    <a:pt x="514" y="189"/>
                  </a:cubicBezTo>
                  <a:cubicBezTo>
                    <a:pt x="511" y="185"/>
                    <a:pt x="511" y="181"/>
                    <a:pt x="509" y="177"/>
                  </a:cubicBezTo>
                  <a:cubicBezTo>
                    <a:pt x="509" y="175"/>
                    <a:pt x="509" y="173"/>
                    <a:pt x="509" y="171"/>
                  </a:cubicBezTo>
                  <a:cubicBezTo>
                    <a:pt x="507" y="163"/>
                    <a:pt x="509" y="147"/>
                    <a:pt x="508" y="135"/>
                  </a:cubicBezTo>
                  <a:cubicBezTo>
                    <a:pt x="507" y="135"/>
                    <a:pt x="506" y="135"/>
                    <a:pt x="507" y="134"/>
                  </a:cubicBezTo>
                  <a:cubicBezTo>
                    <a:pt x="497" y="136"/>
                    <a:pt x="489" y="139"/>
                    <a:pt x="481" y="142"/>
                  </a:cubicBezTo>
                  <a:cubicBezTo>
                    <a:pt x="476" y="142"/>
                    <a:pt x="472" y="143"/>
                    <a:pt x="467" y="143"/>
                  </a:cubicBezTo>
                  <a:cubicBezTo>
                    <a:pt x="462" y="138"/>
                    <a:pt x="463" y="125"/>
                    <a:pt x="465" y="119"/>
                  </a:cubicBezTo>
                  <a:cubicBezTo>
                    <a:pt x="470" y="117"/>
                    <a:pt x="476" y="112"/>
                    <a:pt x="478" y="108"/>
                  </a:cubicBezTo>
                  <a:cubicBezTo>
                    <a:pt x="478" y="107"/>
                    <a:pt x="478" y="105"/>
                    <a:pt x="478" y="104"/>
                  </a:cubicBezTo>
                  <a:cubicBezTo>
                    <a:pt x="484" y="97"/>
                    <a:pt x="492" y="90"/>
                    <a:pt x="488" y="77"/>
                  </a:cubicBezTo>
                  <a:cubicBezTo>
                    <a:pt x="488" y="77"/>
                    <a:pt x="488" y="77"/>
                    <a:pt x="487" y="77"/>
                  </a:cubicBezTo>
                  <a:cubicBezTo>
                    <a:pt x="473" y="87"/>
                    <a:pt x="476" y="96"/>
                    <a:pt x="467" y="109"/>
                  </a:cubicBezTo>
                  <a:cubicBezTo>
                    <a:pt x="461" y="117"/>
                    <a:pt x="456" y="117"/>
                    <a:pt x="452" y="129"/>
                  </a:cubicBezTo>
                  <a:cubicBezTo>
                    <a:pt x="448" y="140"/>
                    <a:pt x="457" y="156"/>
                    <a:pt x="457" y="165"/>
                  </a:cubicBezTo>
                  <a:cubicBezTo>
                    <a:pt x="455" y="165"/>
                    <a:pt x="455" y="167"/>
                    <a:pt x="454" y="167"/>
                  </a:cubicBezTo>
                  <a:cubicBezTo>
                    <a:pt x="452" y="167"/>
                    <a:pt x="452" y="167"/>
                    <a:pt x="450" y="167"/>
                  </a:cubicBezTo>
                  <a:cubicBezTo>
                    <a:pt x="447" y="163"/>
                    <a:pt x="444" y="159"/>
                    <a:pt x="442" y="153"/>
                  </a:cubicBezTo>
                  <a:cubicBezTo>
                    <a:pt x="440" y="149"/>
                    <a:pt x="441" y="145"/>
                    <a:pt x="439" y="141"/>
                  </a:cubicBezTo>
                  <a:cubicBezTo>
                    <a:pt x="438" y="141"/>
                    <a:pt x="438" y="141"/>
                    <a:pt x="437" y="141"/>
                  </a:cubicBezTo>
                  <a:cubicBezTo>
                    <a:pt x="431" y="151"/>
                    <a:pt x="418" y="157"/>
                    <a:pt x="402" y="157"/>
                  </a:cubicBezTo>
                  <a:cubicBezTo>
                    <a:pt x="402" y="156"/>
                    <a:pt x="400" y="155"/>
                    <a:pt x="400" y="155"/>
                  </a:cubicBezTo>
                  <a:cubicBezTo>
                    <a:pt x="398" y="153"/>
                    <a:pt x="398" y="151"/>
                    <a:pt x="398" y="150"/>
                  </a:cubicBezTo>
                  <a:close/>
                  <a:moveTo>
                    <a:pt x="278" y="104"/>
                  </a:moveTo>
                  <a:cubicBezTo>
                    <a:pt x="279" y="106"/>
                    <a:pt x="280" y="109"/>
                    <a:pt x="281" y="111"/>
                  </a:cubicBezTo>
                  <a:cubicBezTo>
                    <a:pt x="282" y="111"/>
                    <a:pt x="282" y="111"/>
                    <a:pt x="282" y="111"/>
                  </a:cubicBezTo>
                  <a:cubicBezTo>
                    <a:pt x="283" y="108"/>
                    <a:pt x="286" y="101"/>
                    <a:pt x="283" y="99"/>
                  </a:cubicBezTo>
                  <a:cubicBezTo>
                    <a:pt x="283" y="99"/>
                    <a:pt x="282" y="99"/>
                    <a:pt x="282" y="98"/>
                  </a:cubicBezTo>
                  <a:cubicBezTo>
                    <a:pt x="281" y="98"/>
                    <a:pt x="280" y="98"/>
                    <a:pt x="279" y="99"/>
                  </a:cubicBezTo>
                  <a:cubicBezTo>
                    <a:pt x="279" y="102"/>
                    <a:pt x="278" y="101"/>
                    <a:pt x="278" y="104"/>
                  </a:cubicBezTo>
                  <a:close/>
                  <a:moveTo>
                    <a:pt x="257" y="97"/>
                  </a:moveTo>
                  <a:cubicBezTo>
                    <a:pt x="257" y="97"/>
                    <a:pt x="257" y="98"/>
                    <a:pt x="257" y="99"/>
                  </a:cubicBezTo>
                  <a:cubicBezTo>
                    <a:pt x="258" y="99"/>
                    <a:pt x="258" y="99"/>
                    <a:pt x="258" y="99"/>
                  </a:cubicBezTo>
                  <a:cubicBezTo>
                    <a:pt x="258" y="99"/>
                    <a:pt x="259" y="99"/>
                    <a:pt x="259" y="99"/>
                  </a:cubicBezTo>
                  <a:cubicBezTo>
                    <a:pt x="260" y="98"/>
                    <a:pt x="260" y="97"/>
                    <a:pt x="261" y="97"/>
                  </a:cubicBezTo>
                  <a:cubicBezTo>
                    <a:pt x="261" y="95"/>
                    <a:pt x="261" y="95"/>
                    <a:pt x="260" y="93"/>
                  </a:cubicBezTo>
                  <a:cubicBezTo>
                    <a:pt x="260" y="93"/>
                    <a:pt x="260" y="93"/>
                    <a:pt x="260" y="93"/>
                  </a:cubicBezTo>
                  <a:cubicBezTo>
                    <a:pt x="259" y="93"/>
                    <a:pt x="259" y="93"/>
                    <a:pt x="259" y="93"/>
                  </a:cubicBezTo>
                  <a:cubicBezTo>
                    <a:pt x="258" y="94"/>
                    <a:pt x="258" y="95"/>
                    <a:pt x="257" y="97"/>
                  </a:cubicBezTo>
                  <a:close/>
                  <a:moveTo>
                    <a:pt x="236" y="104"/>
                  </a:moveTo>
                  <a:cubicBezTo>
                    <a:pt x="236" y="105"/>
                    <a:pt x="237" y="105"/>
                    <a:pt x="238" y="105"/>
                  </a:cubicBezTo>
                  <a:cubicBezTo>
                    <a:pt x="241" y="104"/>
                    <a:pt x="242" y="102"/>
                    <a:pt x="245" y="100"/>
                  </a:cubicBezTo>
                  <a:cubicBezTo>
                    <a:pt x="245" y="99"/>
                    <a:pt x="245" y="98"/>
                    <a:pt x="245" y="97"/>
                  </a:cubicBezTo>
                  <a:cubicBezTo>
                    <a:pt x="244" y="97"/>
                    <a:pt x="244" y="97"/>
                    <a:pt x="244" y="97"/>
                  </a:cubicBezTo>
                  <a:cubicBezTo>
                    <a:pt x="244" y="97"/>
                    <a:pt x="243" y="97"/>
                    <a:pt x="242" y="97"/>
                  </a:cubicBezTo>
                  <a:cubicBezTo>
                    <a:pt x="240" y="99"/>
                    <a:pt x="238" y="101"/>
                    <a:pt x="236" y="104"/>
                  </a:cubicBezTo>
                  <a:close/>
                  <a:moveTo>
                    <a:pt x="216" y="151"/>
                  </a:moveTo>
                  <a:cubicBezTo>
                    <a:pt x="217" y="152"/>
                    <a:pt x="225" y="157"/>
                    <a:pt x="226" y="158"/>
                  </a:cubicBezTo>
                  <a:cubicBezTo>
                    <a:pt x="230" y="159"/>
                    <a:pt x="253" y="155"/>
                    <a:pt x="254" y="154"/>
                  </a:cubicBezTo>
                  <a:cubicBezTo>
                    <a:pt x="254" y="153"/>
                    <a:pt x="253" y="151"/>
                    <a:pt x="252" y="149"/>
                  </a:cubicBezTo>
                  <a:cubicBezTo>
                    <a:pt x="253" y="149"/>
                    <a:pt x="253" y="149"/>
                    <a:pt x="253" y="149"/>
                  </a:cubicBezTo>
                  <a:cubicBezTo>
                    <a:pt x="259" y="147"/>
                    <a:pt x="266" y="162"/>
                    <a:pt x="274" y="147"/>
                  </a:cubicBezTo>
                  <a:cubicBezTo>
                    <a:pt x="280" y="149"/>
                    <a:pt x="289" y="157"/>
                    <a:pt x="296" y="153"/>
                  </a:cubicBezTo>
                  <a:cubicBezTo>
                    <a:pt x="309" y="147"/>
                    <a:pt x="312" y="126"/>
                    <a:pt x="312" y="104"/>
                  </a:cubicBezTo>
                  <a:cubicBezTo>
                    <a:pt x="312" y="97"/>
                    <a:pt x="313" y="86"/>
                    <a:pt x="310" y="81"/>
                  </a:cubicBezTo>
                  <a:cubicBezTo>
                    <a:pt x="310" y="78"/>
                    <a:pt x="310" y="75"/>
                    <a:pt x="310" y="73"/>
                  </a:cubicBezTo>
                  <a:cubicBezTo>
                    <a:pt x="310" y="67"/>
                    <a:pt x="310" y="56"/>
                    <a:pt x="308" y="51"/>
                  </a:cubicBezTo>
                  <a:cubicBezTo>
                    <a:pt x="308" y="49"/>
                    <a:pt x="307" y="45"/>
                    <a:pt x="307" y="43"/>
                  </a:cubicBezTo>
                  <a:cubicBezTo>
                    <a:pt x="305" y="35"/>
                    <a:pt x="304" y="27"/>
                    <a:pt x="301" y="21"/>
                  </a:cubicBezTo>
                  <a:cubicBezTo>
                    <a:pt x="270" y="17"/>
                    <a:pt x="248" y="27"/>
                    <a:pt x="235" y="46"/>
                  </a:cubicBezTo>
                  <a:cubicBezTo>
                    <a:pt x="232" y="50"/>
                    <a:pt x="222" y="63"/>
                    <a:pt x="225" y="70"/>
                  </a:cubicBezTo>
                  <a:cubicBezTo>
                    <a:pt x="233" y="70"/>
                    <a:pt x="243" y="58"/>
                    <a:pt x="249" y="54"/>
                  </a:cubicBezTo>
                  <a:cubicBezTo>
                    <a:pt x="250" y="54"/>
                    <a:pt x="254" y="53"/>
                    <a:pt x="254" y="53"/>
                  </a:cubicBezTo>
                  <a:cubicBezTo>
                    <a:pt x="280" y="51"/>
                    <a:pt x="264" y="71"/>
                    <a:pt x="264" y="83"/>
                  </a:cubicBezTo>
                  <a:cubicBezTo>
                    <a:pt x="268" y="85"/>
                    <a:pt x="278" y="95"/>
                    <a:pt x="284" y="92"/>
                  </a:cubicBezTo>
                  <a:cubicBezTo>
                    <a:pt x="284" y="91"/>
                    <a:pt x="285" y="90"/>
                    <a:pt x="286" y="90"/>
                  </a:cubicBezTo>
                  <a:cubicBezTo>
                    <a:pt x="293" y="90"/>
                    <a:pt x="311" y="103"/>
                    <a:pt x="302" y="112"/>
                  </a:cubicBezTo>
                  <a:cubicBezTo>
                    <a:pt x="299" y="115"/>
                    <a:pt x="294" y="117"/>
                    <a:pt x="290" y="120"/>
                  </a:cubicBezTo>
                  <a:cubicBezTo>
                    <a:pt x="285" y="123"/>
                    <a:pt x="280" y="129"/>
                    <a:pt x="274" y="133"/>
                  </a:cubicBezTo>
                  <a:cubicBezTo>
                    <a:pt x="274" y="133"/>
                    <a:pt x="272" y="133"/>
                    <a:pt x="273" y="134"/>
                  </a:cubicBezTo>
                  <a:cubicBezTo>
                    <a:pt x="268" y="137"/>
                    <a:pt x="260" y="139"/>
                    <a:pt x="254" y="143"/>
                  </a:cubicBezTo>
                  <a:cubicBezTo>
                    <a:pt x="251" y="145"/>
                    <a:pt x="243" y="143"/>
                    <a:pt x="240" y="143"/>
                  </a:cubicBezTo>
                  <a:cubicBezTo>
                    <a:pt x="238" y="140"/>
                    <a:pt x="232" y="133"/>
                    <a:pt x="236" y="127"/>
                  </a:cubicBezTo>
                  <a:cubicBezTo>
                    <a:pt x="237" y="124"/>
                    <a:pt x="242" y="120"/>
                    <a:pt x="244" y="119"/>
                  </a:cubicBezTo>
                  <a:cubicBezTo>
                    <a:pt x="244" y="116"/>
                    <a:pt x="243" y="116"/>
                    <a:pt x="241" y="116"/>
                  </a:cubicBezTo>
                  <a:cubicBezTo>
                    <a:pt x="238" y="121"/>
                    <a:pt x="227" y="110"/>
                    <a:pt x="226" y="108"/>
                  </a:cubicBezTo>
                  <a:cubicBezTo>
                    <a:pt x="226" y="105"/>
                    <a:pt x="226" y="102"/>
                    <a:pt x="226" y="99"/>
                  </a:cubicBezTo>
                  <a:cubicBezTo>
                    <a:pt x="229" y="98"/>
                    <a:pt x="231" y="95"/>
                    <a:pt x="234" y="93"/>
                  </a:cubicBezTo>
                  <a:cubicBezTo>
                    <a:pt x="242" y="89"/>
                    <a:pt x="256" y="87"/>
                    <a:pt x="252" y="74"/>
                  </a:cubicBezTo>
                  <a:cubicBezTo>
                    <a:pt x="252" y="74"/>
                    <a:pt x="251" y="74"/>
                    <a:pt x="250" y="74"/>
                  </a:cubicBezTo>
                  <a:cubicBezTo>
                    <a:pt x="246" y="78"/>
                    <a:pt x="227" y="77"/>
                    <a:pt x="223" y="83"/>
                  </a:cubicBezTo>
                  <a:cubicBezTo>
                    <a:pt x="220" y="86"/>
                    <a:pt x="223" y="93"/>
                    <a:pt x="221" y="97"/>
                  </a:cubicBezTo>
                  <a:cubicBezTo>
                    <a:pt x="219" y="97"/>
                    <a:pt x="220" y="103"/>
                    <a:pt x="218" y="105"/>
                  </a:cubicBezTo>
                  <a:cubicBezTo>
                    <a:pt x="214" y="114"/>
                    <a:pt x="219" y="132"/>
                    <a:pt x="217" y="141"/>
                  </a:cubicBezTo>
                  <a:cubicBezTo>
                    <a:pt x="217" y="144"/>
                    <a:pt x="216" y="149"/>
                    <a:pt x="216" y="151"/>
                  </a:cubicBezTo>
                  <a:close/>
                  <a:moveTo>
                    <a:pt x="197" y="154"/>
                  </a:moveTo>
                  <a:cubicBezTo>
                    <a:pt x="197" y="141"/>
                    <a:pt x="202" y="127"/>
                    <a:pt x="205" y="115"/>
                  </a:cubicBezTo>
                  <a:cubicBezTo>
                    <a:pt x="205" y="113"/>
                    <a:pt x="205" y="110"/>
                    <a:pt x="205" y="107"/>
                  </a:cubicBezTo>
                  <a:cubicBezTo>
                    <a:pt x="205" y="93"/>
                    <a:pt x="199" y="79"/>
                    <a:pt x="201" y="66"/>
                  </a:cubicBezTo>
                  <a:cubicBezTo>
                    <a:pt x="205" y="39"/>
                    <a:pt x="229" y="25"/>
                    <a:pt x="252" y="17"/>
                  </a:cubicBezTo>
                  <a:cubicBezTo>
                    <a:pt x="261" y="15"/>
                    <a:pt x="289" y="6"/>
                    <a:pt x="300" y="13"/>
                  </a:cubicBezTo>
                  <a:cubicBezTo>
                    <a:pt x="302" y="13"/>
                    <a:pt x="306" y="13"/>
                    <a:pt x="308" y="15"/>
                  </a:cubicBezTo>
                  <a:cubicBezTo>
                    <a:pt x="330" y="29"/>
                    <a:pt x="324" y="79"/>
                    <a:pt x="325" y="113"/>
                  </a:cubicBezTo>
                  <a:cubicBezTo>
                    <a:pt x="325" y="129"/>
                    <a:pt x="328" y="154"/>
                    <a:pt x="320" y="163"/>
                  </a:cubicBezTo>
                  <a:cubicBezTo>
                    <a:pt x="318" y="166"/>
                    <a:pt x="294" y="183"/>
                    <a:pt x="287" y="179"/>
                  </a:cubicBezTo>
                  <a:cubicBezTo>
                    <a:pt x="280" y="175"/>
                    <a:pt x="274" y="165"/>
                    <a:pt x="264" y="164"/>
                  </a:cubicBezTo>
                  <a:cubicBezTo>
                    <a:pt x="261" y="163"/>
                    <a:pt x="257" y="167"/>
                    <a:pt x="254" y="168"/>
                  </a:cubicBezTo>
                  <a:cubicBezTo>
                    <a:pt x="252" y="169"/>
                    <a:pt x="230" y="173"/>
                    <a:pt x="226" y="171"/>
                  </a:cubicBezTo>
                  <a:cubicBezTo>
                    <a:pt x="221" y="170"/>
                    <a:pt x="220" y="167"/>
                    <a:pt x="216" y="164"/>
                  </a:cubicBezTo>
                  <a:cubicBezTo>
                    <a:pt x="216" y="164"/>
                    <a:pt x="216" y="164"/>
                    <a:pt x="216" y="164"/>
                  </a:cubicBezTo>
                  <a:cubicBezTo>
                    <a:pt x="213" y="166"/>
                    <a:pt x="211" y="170"/>
                    <a:pt x="206" y="170"/>
                  </a:cubicBezTo>
                  <a:cubicBezTo>
                    <a:pt x="204" y="168"/>
                    <a:pt x="202" y="166"/>
                    <a:pt x="201" y="164"/>
                  </a:cubicBezTo>
                  <a:cubicBezTo>
                    <a:pt x="199" y="161"/>
                    <a:pt x="199" y="158"/>
                    <a:pt x="197" y="154"/>
                  </a:cubicBezTo>
                  <a:close/>
                  <a:moveTo>
                    <a:pt x="83" y="79"/>
                  </a:moveTo>
                  <a:cubicBezTo>
                    <a:pt x="84" y="83"/>
                    <a:pt x="84" y="85"/>
                    <a:pt x="85" y="87"/>
                  </a:cubicBezTo>
                  <a:cubicBezTo>
                    <a:pt x="92" y="84"/>
                    <a:pt x="115" y="69"/>
                    <a:pt x="116" y="62"/>
                  </a:cubicBezTo>
                  <a:cubicBezTo>
                    <a:pt x="116" y="62"/>
                    <a:pt x="116" y="62"/>
                    <a:pt x="115" y="62"/>
                  </a:cubicBezTo>
                  <a:cubicBezTo>
                    <a:pt x="111" y="60"/>
                    <a:pt x="105" y="62"/>
                    <a:pt x="101" y="63"/>
                  </a:cubicBezTo>
                  <a:cubicBezTo>
                    <a:pt x="98" y="63"/>
                    <a:pt x="96" y="63"/>
                    <a:pt x="93" y="63"/>
                  </a:cubicBezTo>
                  <a:cubicBezTo>
                    <a:pt x="84" y="65"/>
                    <a:pt x="82" y="70"/>
                    <a:pt x="83" y="79"/>
                  </a:cubicBezTo>
                  <a:close/>
                  <a:moveTo>
                    <a:pt x="32" y="97"/>
                  </a:moveTo>
                  <a:cubicBezTo>
                    <a:pt x="36" y="101"/>
                    <a:pt x="36" y="104"/>
                    <a:pt x="36" y="112"/>
                  </a:cubicBezTo>
                  <a:cubicBezTo>
                    <a:pt x="38" y="113"/>
                    <a:pt x="38" y="113"/>
                    <a:pt x="38" y="114"/>
                  </a:cubicBezTo>
                  <a:cubicBezTo>
                    <a:pt x="41" y="114"/>
                    <a:pt x="44" y="114"/>
                    <a:pt x="46" y="113"/>
                  </a:cubicBezTo>
                  <a:cubicBezTo>
                    <a:pt x="47" y="111"/>
                    <a:pt x="50" y="108"/>
                    <a:pt x="50" y="106"/>
                  </a:cubicBezTo>
                  <a:cubicBezTo>
                    <a:pt x="52" y="100"/>
                    <a:pt x="53" y="86"/>
                    <a:pt x="49" y="83"/>
                  </a:cubicBezTo>
                  <a:cubicBezTo>
                    <a:pt x="49" y="83"/>
                    <a:pt x="49" y="82"/>
                    <a:pt x="48" y="82"/>
                  </a:cubicBezTo>
                  <a:cubicBezTo>
                    <a:pt x="42" y="82"/>
                    <a:pt x="34" y="89"/>
                    <a:pt x="32" y="94"/>
                  </a:cubicBezTo>
                  <a:cubicBezTo>
                    <a:pt x="32" y="95"/>
                    <a:pt x="32" y="96"/>
                    <a:pt x="32" y="97"/>
                  </a:cubicBezTo>
                  <a:close/>
                  <a:moveTo>
                    <a:pt x="3" y="66"/>
                  </a:moveTo>
                  <a:cubicBezTo>
                    <a:pt x="9" y="66"/>
                    <a:pt x="12" y="70"/>
                    <a:pt x="14" y="73"/>
                  </a:cubicBezTo>
                  <a:cubicBezTo>
                    <a:pt x="16" y="73"/>
                    <a:pt x="18" y="73"/>
                    <a:pt x="19" y="73"/>
                  </a:cubicBezTo>
                  <a:cubicBezTo>
                    <a:pt x="22" y="71"/>
                    <a:pt x="24" y="69"/>
                    <a:pt x="26" y="67"/>
                  </a:cubicBezTo>
                  <a:cubicBezTo>
                    <a:pt x="31" y="64"/>
                    <a:pt x="38" y="63"/>
                    <a:pt x="44" y="60"/>
                  </a:cubicBezTo>
                  <a:cubicBezTo>
                    <a:pt x="48" y="57"/>
                    <a:pt x="51" y="59"/>
                    <a:pt x="54" y="55"/>
                  </a:cubicBezTo>
                  <a:cubicBezTo>
                    <a:pt x="57" y="47"/>
                    <a:pt x="51" y="40"/>
                    <a:pt x="54" y="31"/>
                  </a:cubicBezTo>
                  <a:cubicBezTo>
                    <a:pt x="55" y="26"/>
                    <a:pt x="56" y="23"/>
                    <a:pt x="57" y="17"/>
                  </a:cubicBezTo>
                  <a:cubicBezTo>
                    <a:pt x="57" y="17"/>
                    <a:pt x="56" y="5"/>
                    <a:pt x="58" y="7"/>
                  </a:cubicBezTo>
                  <a:cubicBezTo>
                    <a:pt x="58" y="6"/>
                    <a:pt x="58" y="6"/>
                    <a:pt x="59" y="6"/>
                  </a:cubicBezTo>
                  <a:cubicBezTo>
                    <a:pt x="69" y="5"/>
                    <a:pt x="83" y="21"/>
                    <a:pt x="92" y="27"/>
                  </a:cubicBezTo>
                  <a:cubicBezTo>
                    <a:pt x="92" y="35"/>
                    <a:pt x="89" y="43"/>
                    <a:pt x="90" y="51"/>
                  </a:cubicBezTo>
                  <a:cubicBezTo>
                    <a:pt x="100" y="55"/>
                    <a:pt x="115" y="50"/>
                    <a:pt x="126" y="48"/>
                  </a:cubicBezTo>
                  <a:cubicBezTo>
                    <a:pt x="130" y="48"/>
                    <a:pt x="134" y="48"/>
                    <a:pt x="138" y="49"/>
                  </a:cubicBezTo>
                  <a:cubicBezTo>
                    <a:pt x="140" y="50"/>
                    <a:pt x="142" y="53"/>
                    <a:pt x="144" y="53"/>
                  </a:cubicBezTo>
                  <a:cubicBezTo>
                    <a:pt x="144" y="53"/>
                    <a:pt x="144" y="55"/>
                    <a:pt x="144" y="55"/>
                  </a:cubicBezTo>
                  <a:cubicBezTo>
                    <a:pt x="140" y="59"/>
                    <a:pt x="136" y="64"/>
                    <a:pt x="133" y="68"/>
                  </a:cubicBezTo>
                  <a:cubicBezTo>
                    <a:pt x="130" y="71"/>
                    <a:pt x="120" y="76"/>
                    <a:pt x="114" y="79"/>
                  </a:cubicBezTo>
                  <a:cubicBezTo>
                    <a:pt x="110" y="82"/>
                    <a:pt x="104" y="83"/>
                    <a:pt x="104" y="90"/>
                  </a:cubicBezTo>
                  <a:cubicBezTo>
                    <a:pt x="105" y="91"/>
                    <a:pt x="106" y="91"/>
                    <a:pt x="106" y="92"/>
                  </a:cubicBezTo>
                  <a:cubicBezTo>
                    <a:pt x="114" y="95"/>
                    <a:pt x="125" y="91"/>
                    <a:pt x="128" y="99"/>
                  </a:cubicBezTo>
                  <a:cubicBezTo>
                    <a:pt x="129" y="101"/>
                    <a:pt x="130" y="103"/>
                    <a:pt x="129" y="105"/>
                  </a:cubicBezTo>
                  <a:cubicBezTo>
                    <a:pt x="124" y="112"/>
                    <a:pt x="112" y="106"/>
                    <a:pt x="105" y="111"/>
                  </a:cubicBezTo>
                  <a:cubicBezTo>
                    <a:pt x="99" y="115"/>
                    <a:pt x="94" y="120"/>
                    <a:pt x="89" y="124"/>
                  </a:cubicBezTo>
                  <a:cubicBezTo>
                    <a:pt x="84" y="127"/>
                    <a:pt x="79" y="125"/>
                    <a:pt x="76" y="130"/>
                  </a:cubicBezTo>
                  <a:cubicBezTo>
                    <a:pt x="72" y="136"/>
                    <a:pt x="76" y="147"/>
                    <a:pt x="74" y="153"/>
                  </a:cubicBezTo>
                  <a:cubicBezTo>
                    <a:pt x="74" y="155"/>
                    <a:pt x="73" y="156"/>
                    <a:pt x="73" y="157"/>
                  </a:cubicBezTo>
                  <a:cubicBezTo>
                    <a:pt x="64" y="159"/>
                    <a:pt x="66" y="177"/>
                    <a:pt x="59" y="183"/>
                  </a:cubicBezTo>
                  <a:cubicBezTo>
                    <a:pt x="57" y="172"/>
                    <a:pt x="50" y="162"/>
                    <a:pt x="48" y="152"/>
                  </a:cubicBezTo>
                  <a:cubicBezTo>
                    <a:pt x="48" y="147"/>
                    <a:pt x="50" y="142"/>
                    <a:pt x="46" y="139"/>
                  </a:cubicBezTo>
                  <a:cubicBezTo>
                    <a:pt x="44" y="138"/>
                    <a:pt x="40" y="139"/>
                    <a:pt x="38" y="138"/>
                  </a:cubicBezTo>
                  <a:cubicBezTo>
                    <a:pt x="36" y="132"/>
                    <a:pt x="34" y="123"/>
                    <a:pt x="26" y="121"/>
                  </a:cubicBezTo>
                  <a:cubicBezTo>
                    <a:pt x="23" y="120"/>
                    <a:pt x="22" y="122"/>
                    <a:pt x="17" y="122"/>
                  </a:cubicBezTo>
                  <a:cubicBezTo>
                    <a:pt x="16" y="120"/>
                    <a:pt x="15" y="116"/>
                    <a:pt x="14" y="114"/>
                  </a:cubicBezTo>
                  <a:cubicBezTo>
                    <a:pt x="12" y="111"/>
                    <a:pt x="7" y="110"/>
                    <a:pt x="5" y="107"/>
                  </a:cubicBezTo>
                  <a:cubicBezTo>
                    <a:pt x="5" y="107"/>
                    <a:pt x="5" y="107"/>
                    <a:pt x="5" y="107"/>
                  </a:cubicBezTo>
                  <a:cubicBezTo>
                    <a:pt x="3" y="102"/>
                    <a:pt x="5" y="99"/>
                    <a:pt x="4" y="96"/>
                  </a:cubicBezTo>
                  <a:cubicBezTo>
                    <a:pt x="4" y="94"/>
                    <a:pt x="1" y="93"/>
                    <a:pt x="0" y="90"/>
                  </a:cubicBezTo>
                  <a:cubicBezTo>
                    <a:pt x="4" y="85"/>
                    <a:pt x="3" y="76"/>
                    <a:pt x="3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" name="Freeform 37"/>
            <p:cNvSpPr>
              <a:spLocks noEditPoints="1"/>
            </p:cNvSpPr>
            <p:nvPr userDrawn="1"/>
          </p:nvSpPr>
          <p:spPr bwMode="auto">
            <a:xfrm>
              <a:off x="8797988" y="4643741"/>
              <a:ext cx="334963" cy="325438"/>
            </a:xfrm>
            <a:custGeom>
              <a:avLst/>
              <a:gdLst>
                <a:gd name="T0" fmla="*/ 218 w 225"/>
                <a:gd name="T1" fmla="*/ 76 h 216"/>
                <a:gd name="T2" fmla="*/ 170 w 225"/>
                <a:gd name="T3" fmla="*/ 32 h 216"/>
                <a:gd name="T4" fmla="*/ 113 w 225"/>
                <a:gd name="T5" fmla="*/ 0 h 216"/>
                <a:gd name="T6" fmla="*/ 56 w 225"/>
                <a:gd name="T7" fmla="*/ 32 h 216"/>
                <a:gd name="T8" fmla="*/ 8 w 225"/>
                <a:gd name="T9" fmla="*/ 76 h 216"/>
                <a:gd name="T10" fmla="*/ 21 w 225"/>
                <a:gd name="T11" fmla="*/ 140 h 216"/>
                <a:gd name="T12" fmla="*/ 48 w 225"/>
                <a:gd name="T13" fmla="*/ 200 h 216"/>
                <a:gd name="T14" fmla="*/ 112 w 225"/>
                <a:gd name="T15" fmla="*/ 207 h 216"/>
                <a:gd name="T16" fmla="*/ 177 w 225"/>
                <a:gd name="T17" fmla="*/ 200 h 216"/>
                <a:gd name="T18" fmla="*/ 204 w 225"/>
                <a:gd name="T19" fmla="*/ 140 h 216"/>
                <a:gd name="T20" fmla="*/ 218 w 225"/>
                <a:gd name="T21" fmla="*/ 76 h 216"/>
                <a:gd name="T22" fmla="*/ 113 w 225"/>
                <a:gd name="T23" fmla="*/ 201 h 216"/>
                <a:gd name="T24" fmla="*/ 22 w 225"/>
                <a:gd name="T25" fmla="*/ 110 h 216"/>
                <a:gd name="T26" fmla="*/ 113 w 225"/>
                <a:gd name="T27" fmla="*/ 20 h 216"/>
                <a:gd name="T28" fmla="*/ 204 w 225"/>
                <a:gd name="T29" fmla="*/ 111 h 216"/>
                <a:gd name="T30" fmla="*/ 113 w 225"/>
                <a:gd name="T31" fmla="*/ 201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25" h="216">
                  <a:moveTo>
                    <a:pt x="218" y="76"/>
                  </a:moveTo>
                  <a:cubicBezTo>
                    <a:pt x="210" y="53"/>
                    <a:pt x="191" y="37"/>
                    <a:pt x="170" y="32"/>
                  </a:cubicBezTo>
                  <a:cubicBezTo>
                    <a:pt x="158" y="13"/>
                    <a:pt x="137" y="0"/>
                    <a:pt x="113" y="0"/>
                  </a:cubicBezTo>
                  <a:cubicBezTo>
                    <a:pt x="89" y="0"/>
                    <a:pt x="68" y="13"/>
                    <a:pt x="56" y="32"/>
                  </a:cubicBezTo>
                  <a:cubicBezTo>
                    <a:pt x="34" y="37"/>
                    <a:pt x="15" y="53"/>
                    <a:pt x="8" y="76"/>
                  </a:cubicBezTo>
                  <a:cubicBezTo>
                    <a:pt x="0" y="99"/>
                    <a:pt x="6" y="123"/>
                    <a:pt x="21" y="140"/>
                  </a:cubicBezTo>
                  <a:cubicBezTo>
                    <a:pt x="18" y="163"/>
                    <a:pt x="28" y="185"/>
                    <a:pt x="48" y="200"/>
                  </a:cubicBezTo>
                  <a:cubicBezTo>
                    <a:pt x="67" y="214"/>
                    <a:pt x="92" y="216"/>
                    <a:pt x="112" y="207"/>
                  </a:cubicBezTo>
                  <a:cubicBezTo>
                    <a:pt x="133" y="216"/>
                    <a:pt x="158" y="214"/>
                    <a:pt x="177" y="200"/>
                  </a:cubicBezTo>
                  <a:cubicBezTo>
                    <a:pt x="197" y="186"/>
                    <a:pt x="206" y="163"/>
                    <a:pt x="204" y="140"/>
                  </a:cubicBezTo>
                  <a:cubicBezTo>
                    <a:pt x="220" y="123"/>
                    <a:pt x="225" y="99"/>
                    <a:pt x="218" y="76"/>
                  </a:cubicBezTo>
                  <a:close/>
                  <a:moveTo>
                    <a:pt x="113" y="201"/>
                  </a:moveTo>
                  <a:cubicBezTo>
                    <a:pt x="63" y="201"/>
                    <a:pt x="22" y="160"/>
                    <a:pt x="22" y="110"/>
                  </a:cubicBezTo>
                  <a:cubicBezTo>
                    <a:pt x="22" y="60"/>
                    <a:pt x="62" y="20"/>
                    <a:pt x="113" y="20"/>
                  </a:cubicBezTo>
                  <a:cubicBezTo>
                    <a:pt x="163" y="20"/>
                    <a:pt x="204" y="61"/>
                    <a:pt x="204" y="111"/>
                  </a:cubicBezTo>
                  <a:cubicBezTo>
                    <a:pt x="204" y="161"/>
                    <a:pt x="163" y="201"/>
                    <a:pt x="113" y="20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" name="Freeform 38"/>
            <p:cNvSpPr>
              <a:spLocks noEditPoints="1"/>
            </p:cNvSpPr>
            <p:nvPr userDrawn="1"/>
          </p:nvSpPr>
          <p:spPr bwMode="auto">
            <a:xfrm>
              <a:off x="8872600" y="4775504"/>
              <a:ext cx="84138" cy="26988"/>
            </a:xfrm>
            <a:custGeom>
              <a:avLst/>
              <a:gdLst>
                <a:gd name="T0" fmla="*/ 4 w 56"/>
                <a:gd name="T1" fmla="*/ 17 h 18"/>
                <a:gd name="T2" fmla="*/ 0 w 56"/>
                <a:gd name="T3" fmla="*/ 7 h 18"/>
                <a:gd name="T4" fmla="*/ 3 w 56"/>
                <a:gd name="T5" fmla="*/ 2 h 18"/>
                <a:gd name="T6" fmla="*/ 8 w 56"/>
                <a:gd name="T7" fmla="*/ 0 h 18"/>
                <a:gd name="T8" fmla="*/ 15 w 56"/>
                <a:gd name="T9" fmla="*/ 13 h 18"/>
                <a:gd name="T10" fmla="*/ 19 w 56"/>
                <a:gd name="T11" fmla="*/ 14 h 18"/>
                <a:gd name="T12" fmla="*/ 22 w 56"/>
                <a:gd name="T13" fmla="*/ 14 h 18"/>
                <a:gd name="T14" fmla="*/ 20 w 56"/>
                <a:gd name="T15" fmla="*/ 12 h 18"/>
                <a:gd name="T16" fmla="*/ 14 w 56"/>
                <a:gd name="T17" fmla="*/ 6 h 18"/>
                <a:gd name="T18" fmla="*/ 20 w 56"/>
                <a:gd name="T19" fmla="*/ 0 h 18"/>
                <a:gd name="T20" fmla="*/ 26 w 56"/>
                <a:gd name="T21" fmla="*/ 8 h 18"/>
                <a:gd name="T22" fmla="*/ 19 w 56"/>
                <a:gd name="T23" fmla="*/ 18 h 18"/>
                <a:gd name="T24" fmla="*/ 15 w 56"/>
                <a:gd name="T25" fmla="*/ 13 h 18"/>
                <a:gd name="T26" fmla="*/ 22 w 56"/>
                <a:gd name="T27" fmla="*/ 3 h 18"/>
                <a:gd name="T28" fmla="*/ 18 w 56"/>
                <a:gd name="T29" fmla="*/ 3 h 18"/>
                <a:gd name="T30" fmla="*/ 18 w 56"/>
                <a:gd name="T31" fmla="*/ 8 h 18"/>
                <a:gd name="T32" fmla="*/ 22 w 56"/>
                <a:gd name="T33" fmla="*/ 8 h 18"/>
                <a:gd name="T34" fmla="*/ 30 w 56"/>
                <a:gd name="T35" fmla="*/ 13 h 18"/>
                <a:gd name="T36" fmla="*/ 34 w 56"/>
                <a:gd name="T37" fmla="*/ 14 h 18"/>
                <a:gd name="T38" fmla="*/ 38 w 56"/>
                <a:gd name="T39" fmla="*/ 14 h 18"/>
                <a:gd name="T40" fmla="*/ 38 w 56"/>
                <a:gd name="T41" fmla="*/ 9 h 18"/>
                <a:gd name="T42" fmla="*/ 33 w 56"/>
                <a:gd name="T43" fmla="*/ 10 h 18"/>
                <a:gd name="T44" fmla="*/ 32 w 56"/>
                <a:gd name="T45" fmla="*/ 0 h 18"/>
                <a:gd name="T46" fmla="*/ 41 w 56"/>
                <a:gd name="T47" fmla="*/ 3 h 18"/>
                <a:gd name="T48" fmla="*/ 34 w 56"/>
                <a:gd name="T49" fmla="*/ 6 h 18"/>
                <a:gd name="T50" fmla="*/ 41 w 56"/>
                <a:gd name="T51" fmla="*/ 8 h 18"/>
                <a:gd name="T52" fmla="*/ 41 w 56"/>
                <a:gd name="T53" fmla="*/ 16 h 18"/>
                <a:gd name="T54" fmla="*/ 32 w 56"/>
                <a:gd name="T55" fmla="*/ 17 h 18"/>
                <a:gd name="T56" fmla="*/ 48 w 56"/>
                <a:gd name="T57" fmla="*/ 8 h 18"/>
                <a:gd name="T58" fmla="*/ 45 w 56"/>
                <a:gd name="T59" fmla="*/ 4 h 18"/>
                <a:gd name="T60" fmla="*/ 50 w 56"/>
                <a:gd name="T61" fmla="*/ 0 h 18"/>
                <a:gd name="T62" fmla="*/ 56 w 56"/>
                <a:gd name="T63" fmla="*/ 4 h 18"/>
                <a:gd name="T64" fmla="*/ 53 w 56"/>
                <a:gd name="T65" fmla="*/ 8 h 18"/>
                <a:gd name="T66" fmla="*/ 56 w 56"/>
                <a:gd name="T67" fmla="*/ 12 h 18"/>
                <a:gd name="T68" fmla="*/ 50 w 56"/>
                <a:gd name="T69" fmla="*/ 18 h 18"/>
                <a:gd name="T70" fmla="*/ 44 w 56"/>
                <a:gd name="T71" fmla="*/ 13 h 18"/>
                <a:gd name="T72" fmla="*/ 48 w 56"/>
                <a:gd name="T73" fmla="*/ 8 h 18"/>
                <a:gd name="T74" fmla="*/ 49 w 56"/>
                <a:gd name="T75" fmla="*/ 6 h 18"/>
                <a:gd name="T76" fmla="*/ 52 w 56"/>
                <a:gd name="T77" fmla="*/ 6 h 18"/>
                <a:gd name="T78" fmla="*/ 52 w 56"/>
                <a:gd name="T79" fmla="*/ 3 h 18"/>
                <a:gd name="T80" fmla="*/ 49 w 56"/>
                <a:gd name="T81" fmla="*/ 3 h 18"/>
                <a:gd name="T82" fmla="*/ 48 w 56"/>
                <a:gd name="T83" fmla="*/ 12 h 18"/>
                <a:gd name="T84" fmla="*/ 51 w 56"/>
                <a:gd name="T85" fmla="*/ 15 h 18"/>
                <a:gd name="T86" fmla="*/ 54 w 56"/>
                <a:gd name="T87" fmla="*/ 12 h 18"/>
                <a:gd name="T88" fmla="*/ 51 w 56"/>
                <a:gd name="T89" fmla="*/ 9 h 18"/>
                <a:gd name="T90" fmla="*/ 48 w 56"/>
                <a:gd name="T91" fmla="*/ 1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56" h="18">
                  <a:moveTo>
                    <a:pt x="8" y="17"/>
                  </a:moveTo>
                  <a:cubicBezTo>
                    <a:pt x="4" y="17"/>
                    <a:pt x="4" y="17"/>
                    <a:pt x="4" y="17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3" y="6"/>
                    <a:pt x="2" y="6"/>
                    <a:pt x="0" y="7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" y="4"/>
                    <a:pt x="2" y="3"/>
                    <a:pt x="3" y="2"/>
                  </a:cubicBezTo>
                  <a:cubicBezTo>
                    <a:pt x="4" y="2"/>
                    <a:pt x="4" y="1"/>
                    <a:pt x="5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7"/>
                    <a:pt x="8" y="17"/>
                    <a:pt x="8" y="17"/>
                  </a:cubicBezTo>
                  <a:close/>
                  <a:moveTo>
                    <a:pt x="15" y="13"/>
                  </a:moveTo>
                  <a:cubicBezTo>
                    <a:pt x="18" y="13"/>
                    <a:pt x="18" y="13"/>
                    <a:pt x="18" y="13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15"/>
                    <a:pt x="20" y="15"/>
                    <a:pt x="20" y="15"/>
                  </a:cubicBezTo>
                  <a:cubicBezTo>
                    <a:pt x="21" y="15"/>
                    <a:pt x="21" y="14"/>
                    <a:pt x="22" y="14"/>
                  </a:cubicBezTo>
                  <a:cubicBezTo>
                    <a:pt x="22" y="13"/>
                    <a:pt x="23" y="12"/>
                    <a:pt x="23" y="10"/>
                  </a:cubicBezTo>
                  <a:cubicBezTo>
                    <a:pt x="22" y="11"/>
                    <a:pt x="21" y="12"/>
                    <a:pt x="20" y="12"/>
                  </a:cubicBezTo>
                  <a:cubicBezTo>
                    <a:pt x="18" y="12"/>
                    <a:pt x="17" y="11"/>
                    <a:pt x="16" y="10"/>
                  </a:cubicBezTo>
                  <a:cubicBezTo>
                    <a:pt x="15" y="9"/>
                    <a:pt x="14" y="8"/>
                    <a:pt x="14" y="6"/>
                  </a:cubicBezTo>
                  <a:cubicBezTo>
                    <a:pt x="14" y="4"/>
                    <a:pt x="15" y="2"/>
                    <a:pt x="16" y="1"/>
                  </a:cubicBezTo>
                  <a:cubicBezTo>
                    <a:pt x="17" y="0"/>
                    <a:pt x="18" y="0"/>
                    <a:pt x="20" y="0"/>
                  </a:cubicBezTo>
                  <a:cubicBezTo>
                    <a:pt x="22" y="0"/>
                    <a:pt x="23" y="0"/>
                    <a:pt x="24" y="2"/>
                  </a:cubicBezTo>
                  <a:cubicBezTo>
                    <a:pt x="26" y="3"/>
                    <a:pt x="26" y="5"/>
                    <a:pt x="26" y="8"/>
                  </a:cubicBezTo>
                  <a:cubicBezTo>
                    <a:pt x="26" y="12"/>
                    <a:pt x="25" y="14"/>
                    <a:pt x="24" y="16"/>
                  </a:cubicBezTo>
                  <a:cubicBezTo>
                    <a:pt x="23" y="17"/>
                    <a:pt x="21" y="18"/>
                    <a:pt x="19" y="18"/>
                  </a:cubicBezTo>
                  <a:cubicBezTo>
                    <a:pt x="18" y="18"/>
                    <a:pt x="17" y="17"/>
                    <a:pt x="16" y="16"/>
                  </a:cubicBezTo>
                  <a:cubicBezTo>
                    <a:pt x="16" y="16"/>
                    <a:pt x="15" y="15"/>
                    <a:pt x="15" y="13"/>
                  </a:cubicBezTo>
                  <a:close/>
                  <a:moveTo>
                    <a:pt x="22" y="6"/>
                  </a:moveTo>
                  <a:cubicBezTo>
                    <a:pt x="22" y="4"/>
                    <a:pt x="22" y="4"/>
                    <a:pt x="22" y="3"/>
                  </a:cubicBezTo>
                  <a:cubicBezTo>
                    <a:pt x="21" y="2"/>
                    <a:pt x="21" y="2"/>
                    <a:pt x="20" y="2"/>
                  </a:cubicBezTo>
                  <a:cubicBezTo>
                    <a:pt x="19" y="2"/>
                    <a:pt x="19" y="3"/>
                    <a:pt x="18" y="3"/>
                  </a:cubicBezTo>
                  <a:cubicBezTo>
                    <a:pt x="18" y="4"/>
                    <a:pt x="18" y="4"/>
                    <a:pt x="18" y="6"/>
                  </a:cubicBezTo>
                  <a:cubicBezTo>
                    <a:pt x="18" y="7"/>
                    <a:pt x="18" y="8"/>
                    <a:pt x="18" y="8"/>
                  </a:cubicBezTo>
                  <a:cubicBezTo>
                    <a:pt x="19" y="8"/>
                    <a:pt x="20" y="9"/>
                    <a:pt x="20" y="9"/>
                  </a:cubicBezTo>
                  <a:cubicBezTo>
                    <a:pt x="21" y="9"/>
                    <a:pt x="21" y="8"/>
                    <a:pt x="22" y="8"/>
                  </a:cubicBezTo>
                  <a:cubicBezTo>
                    <a:pt x="22" y="8"/>
                    <a:pt x="22" y="7"/>
                    <a:pt x="22" y="6"/>
                  </a:cubicBezTo>
                  <a:close/>
                  <a:moveTo>
                    <a:pt x="30" y="13"/>
                  </a:moveTo>
                  <a:cubicBezTo>
                    <a:pt x="34" y="12"/>
                    <a:pt x="34" y="12"/>
                    <a:pt x="34" y="12"/>
                  </a:cubicBezTo>
                  <a:cubicBezTo>
                    <a:pt x="34" y="13"/>
                    <a:pt x="34" y="14"/>
                    <a:pt x="34" y="14"/>
                  </a:cubicBezTo>
                  <a:cubicBezTo>
                    <a:pt x="35" y="15"/>
                    <a:pt x="36" y="15"/>
                    <a:pt x="36" y="15"/>
                  </a:cubicBezTo>
                  <a:cubicBezTo>
                    <a:pt x="37" y="15"/>
                    <a:pt x="37" y="15"/>
                    <a:pt x="38" y="14"/>
                  </a:cubicBezTo>
                  <a:cubicBezTo>
                    <a:pt x="38" y="14"/>
                    <a:pt x="39" y="13"/>
                    <a:pt x="39" y="12"/>
                  </a:cubicBezTo>
                  <a:cubicBezTo>
                    <a:pt x="39" y="10"/>
                    <a:pt x="38" y="10"/>
                    <a:pt x="38" y="9"/>
                  </a:cubicBezTo>
                  <a:cubicBezTo>
                    <a:pt x="38" y="9"/>
                    <a:pt x="37" y="8"/>
                    <a:pt x="36" y="8"/>
                  </a:cubicBezTo>
                  <a:cubicBezTo>
                    <a:pt x="35" y="8"/>
                    <a:pt x="34" y="9"/>
                    <a:pt x="33" y="10"/>
                  </a:cubicBezTo>
                  <a:cubicBezTo>
                    <a:pt x="30" y="9"/>
                    <a:pt x="30" y="9"/>
                    <a:pt x="30" y="9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3"/>
                    <a:pt x="41" y="3"/>
                    <a:pt x="41" y="3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4" y="6"/>
                    <a:pt x="34" y="6"/>
                    <a:pt x="34" y="6"/>
                  </a:cubicBezTo>
                  <a:cubicBezTo>
                    <a:pt x="35" y="6"/>
                    <a:pt x="36" y="6"/>
                    <a:pt x="37" y="6"/>
                  </a:cubicBezTo>
                  <a:cubicBezTo>
                    <a:pt x="38" y="6"/>
                    <a:pt x="40" y="6"/>
                    <a:pt x="41" y="8"/>
                  </a:cubicBezTo>
                  <a:cubicBezTo>
                    <a:pt x="42" y="9"/>
                    <a:pt x="42" y="10"/>
                    <a:pt x="42" y="12"/>
                  </a:cubicBezTo>
                  <a:cubicBezTo>
                    <a:pt x="42" y="14"/>
                    <a:pt x="42" y="15"/>
                    <a:pt x="41" y="16"/>
                  </a:cubicBezTo>
                  <a:cubicBezTo>
                    <a:pt x="40" y="18"/>
                    <a:pt x="38" y="18"/>
                    <a:pt x="36" y="18"/>
                  </a:cubicBezTo>
                  <a:cubicBezTo>
                    <a:pt x="35" y="18"/>
                    <a:pt x="33" y="18"/>
                    <a:pt x="32" y="17"/>
                  </a:cubicBezTo>
                  <a:cubicBezTo>
                    <a:pt x="31" y="16"/>
                    <a:pt x="30" y="14"/>
                    <a:pt x="30" y="13"/>
                  </a:cubicBezTo>
                  <a:close/>
                  <a:moveTo>
                    <a:pt x="48" y="8"/>
                  </a:moveTo>
                  <a:cubicBezTo>
                    <a:pt x="47" y="7"/>
                    <a:pt x="46" y="7"/>
                    <a:pt x="46" y="6"/>
                  </a:cubicBezTo>
                  <a:cubicBezTo>
                    <a:pt x="46" y="5"/>
                    <a:pt x="45" y="5"/>
                    <a:pt x="45" y="4"/>
                  </a:cubicBezTo>
                  <a:cubicBezTo>
                    <a:pt x="45" y="3"/>
                    <a:pt x="46" y="2"/>
                    <a:pt x="46" y="1"/>
                  </a:cubicBezTo>
                  <a:cubicBezTo>
                    <a:pt x="47" y="0"/>
                    <a:pt x="49" y="0"/>
                    <a:pt x="50" y="0"/>
                  </a:cubicBezTo>
                  <a:cubicBezTo>
                    <a:pt x="52" y="0"/>
                    <a:pt x="54" y="0"/>
                    <a:pt x="54" y="1"/>
                  </a:cubicBezTo>
                  <a:cubicBezTo>
                    <a:pt x="55" y="2"/>
                    <a:pt x="56" y="3"/>
                    <a:pt x="56" y="4"/>
                  </a:cubicBezTo>
                  <a:cubicBezTo>
                    <a:pt x="56" y="5"/>
                    <a:pt x="56" y="6"/>
                    <a:pt x="55" y="6"/>
                  </a:cubicBezTo>
                  <a:cubicBezTo>
                    <a:pt x="55" y="7"/>
                    <a:pt x="54" y="8"/>
                    <a:pt x="53" y="8"/>
                  </a:cubicBezTo>
                  <a:cubicBezTo>
                    <a:pt x="54" y="8"/>
                    <a:pt x="55" y="9"/>
                    <a:pt x="56" y="10"/>
                  </a:cubicBezTo>
                  <a:cubicBezTo>
                    <a:pt x="56" y="10"/>
                    <a:pt x="56" y="11"/>
                    <a:pt x="56" y="12"/>
                  </a:cubicBezTo>
                  <a:cubicBezTo>
                    <a:pt x="56" y="14"/>
                    <a:pt x="56" y="15"/>
                    <a:pt x="55" y="16"/>
                  </a:cubicBezTo>
                  <a:cubicBezTo>
                    <a:pt x="54" y="18"/>
                    <a:pt x="52" y="18"/>
                    <a:pt x="50" y="18"/>
                  </a:cubicBezTo>
                  <a:cubicBezTo>
                    <a:pt x="49" y="18"/>
                    <a:pt x="48" y="18"/>
                    <a:pt x="46" y="17"/>
                  </a:cubicBezTo>
                  <a:cubicBezTo>
                    <a:pt x="45" y="16"/>
                    <a:pt x="44" y="14"/>
                    <a:pt x="44" y="13"/>
                  </a:cubicBezTo>
                  <a:cubicBezTo>
                    <a:pt x="44" y="12"/>
                    <a:pt x="45" y="11"/>
                    <a:pt x="45" y="10"/>
                  </a:cubicBezTo>
                  <a:cubicBezTo>
                    <a:pt x="46" y="9"/>
                    <a:pt x="47" y="8"/>
                    <a:pt x="48" y="8"/>
                  </a:cubicBezTo>
                  <a:close/>
                  <a:moveTo>
                    <a:pt x="49" y="4"/>
                  </a:moveTo>
                  <a:cubicBezTo>
                    <a:pt x="49" y="5"/>
                    <a:pt x="49" y="6"/>
                    <a:pt x="49" y="6"/>
                  </a:cubicBezTo>
                  <a:cubicBezTo>
                    <a:pt x="50" y="6"/>
                    <a:pt x="50" y="6"/>
                    <a:pt x="51" y="6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53" y="6"/>
                    <a:pt x="53" y="5"/>
                    <a:pt x="53" y="4"/>
                  </a:cubicBezTo>
                  <a:cubicBezTo>
                    <a:pt x="53" y="4"/>
                    <a:pt x="53" y="3"/>
                    <a:pt x="52" y="3"/>
                  </a:cubicBezTo>
                  <a:cubicBezTo>
                    <a:pt x="52" y="2"/>
                    <a:pt x="52" y="2"/>
                    <a:pt x="51" y="2"/>
                  </a:cubicBezTo>
                  <a:cubicBezTo>
                    <a:pt x="50" y="2"/>
                    <a:pt x="50" y="2"/>
                    <a:pt x="49" y="3"/>
                  </a:cubicBezTo>
                  <a:cubicBezTo>
                    <a:pt x="49" y="3"/>
                    <a:pt x="49" y="4"/>
                    <a:pt x="49" y="4"/>
                  </a:cubicBezTo>
                  <a:close/>
                  <a:moveTo>
                    <a:pt x="48" y="12"/>
                  </a:moveTo>
                  <a:cubicBezTo>
                    <a:pt x="48" y="13"/>
                    <a:pt x="49" y="14"/>
                    <a:pt x="49" y="14"/>
                  </a:cubicBezTo>
                  <a:cubicBezTo>
                    <a:pt x="50" y="15"/>
                    <a:pt x="50" y="15"/>
                    <a:pt x="51" y="15"/>
                  </a:cubicBezTo>
                  <a:cubicBezTo>
                    <a:pt x="52" y="15"/>
                    <a:pt x="52" y="15"/>
                    <a:pt x="53" y="14"/>
                  </a:cubicBezTo>
                  <a:cubicBezTo>
                    <a:pt x="53" y="14"/>
                    <a:pt x="54" y="13"/>
                    <a:pt x="54" y="12"/>
                  </a:cubicBezTo>
                  <a:cubicBezTo>
                    <a:pt x="54" y="11"/>
                    <a:pt x="53" y="10"/>
                    <a:pt x="53" y="10"/>
                  </a:cubicBezTo>
                  <a:cubicBezTo>
                    <a:pt x="52" y="10"/>
                    <a:pt x="52" y="9"/>
                    <a:pt x="51" y="9"/>
                  </a:cubicBezTo>
                  <a:cubicBezTo>
                    <a:pt x="50" y="9"/>
                    <a:pt x="50" y="10"/>
                    <a:pt x="49" y="10"/>
                  </a:cubicBezTo>
                  <a:cubicBezTo>
                    <a:pt x="49" y="11"/>
                    <a:pt x="48" y="11"/>
                    <a:pt x="4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" name="Freeform 39"/>
            <p:cNvSpPr>
              <a:spLocks noEditPoints="1"/>
            </p:cNvSpPr>
            <p:nvPr userDrawn="1"/>
          </p:nvSpPr>
          <p:spPr bwMode="auto">
            <a:xfrm>
              <a:off x="8729725" y="4570716"/>
              <a:ext cx="474663" cy="477838"/>
            </a:xfrm>
            <a:custGeom>
              <a:avLst/>
              <a:gdLst>
                <a:gd name="T0" fmla="*/ 159 w 318"/>
                <a:gd name="T1" fmla="*/ 0 h 318"/>
                <a:gd name="T2" fmla="*/ 0 w 318"/>
                <a:gd name="T3" fmla="*/ 159 h 318"/>
                <a:gd name="T4" fmla="*/ 159 w 318"/>
                <a:gd name="T5" fmla="*/ 318 h 318"/>
                <a:gd name="T6" fmla="*/ 318 w 318"/>
                <a:gd name="T7" fmla="*/ 159 h 318"/>
                <a:gd name="T8" fmla="*/ 159 w 318"/>
                <a:gd name="T9" fmla="*/ 0 h 318"/>
                <a:gd name="T10" fmla="*/ 159 w 318"/>
                <a:gd name="T11" fmla="*/ 312 h 318"/>
                <a:gd name="T12" fmla="*/ 6 w 318"/>
                <a:gd name="T13" fmla="*/ 159 h 318"/>
                <a:gd name="T14" fmla="*/ 159 w 318"/>
                <a:gd name="T15" fmla="*/ 6 h 318"/>
                <a:gd name="T16" fmla="*/ 312 w 318"/>
                <a:gd name="T17" fmla="*/ 160 h 318"/>
                <a:gd name="T18" fmla="*/ 159 w 318"/>
                <a:gd name="T19" fmla="*/ 31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18" h="318">
                  <a:moveTo>
                    <a:pt x="159" y="0"/>
                  </a:moveTo>
                  <a:cubicBezTo>
                    <a:pt x="71" y="0"/>
                    <a:pt x="0" y="72"/>
                    <a:pt x="0" y="159"/>
                  </a:cubicBezTo>
                  <a:cubicBezTo>
                    <a:pt x="0" y="247"/>
                    <a:pt x="71" y="318"/>
                    <a:pt x="159" y="318"/>
                  </a:cubicBezTo>
                  <a:cubicBezTo>
                    <a:pt x="246" y="318"/>
                    <a:pt x="318" y="247"/>
                    <a:pt x="318" y="159"/>
                  </a:cubicBezTo>
                  <a:cubicBezTo>
                    <a:pt x="317" y="72"/>
                    <a:pt x="246" y="0"/>
                    <a:pt x="159" y="0"/>
                  </a:cubicBezTo>
                  <a:close/>
                  <a:moveTo>
                    <a:pt x="159" y="312"/>
                  </a:moveTo>
                  <a:cubicBezTo>
                    <a:pt x="74" y="312"/>
                    <a:pt x="6" y="244"/>
                    <a:pt x="6" y="159"/>
                  </a:cubicBezTo>
                  <a:cubicBezTo>
                    <a:pt x="6" y="75"/>
                    <a:pt x="74" y="6"/>
                    <a:pt x="159" y="6"/>
                  </a:cubicBezTo>
                  <a:cubicBezTo>
                    <a:pt x="243" y="6"/>
                    <a:pt x="312" y="75"/>
                    <a:pt x="312" y="160"/>
                  </a:cubicBezTo>
                  <a:cubicBezTo>
                    <a:pt x="312" y="244"/>
                    <a:pt x="243" y="312"/>
                    <a:pt x="159" y="3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" name="Freeform 40"/>
            <p:cNvSpPr>
              <a:spLocks noEditPoints="1"/>
            </p:cNvSpPr>
            <p:nvPr userDrawn="1"/>
          </p:nvSpPr>
          <p:spPr bwMode="auto">
            <a:xfrm>
              <a:off x="8763063" y="4810429"/>
              <a:ext cx="407988" cy="204788"/>
            </a:xfrm>
            <a:custGeom>
              <a:avLst/>
              <a:gdLst>
                <a:gd name="T0" fmla="*/ 258 w 274"/>
                <a:gd name="T1" fmla="*/ 63 h 137"/>
                <a:gd name="T2" fmla="*/ 1 w 274"/>
                <a:gd name="T3" fmla="*/ 12 h 137"/>
                <a:gd name="T4" fmla="*/ 14 w 274"/>
                <a:gd name="T5" fmla="*/ 9 h 137"/>
                <a:gd name="T6" fmla="*/ 1 w 274"/>
                <a:gd name="T7" fmla="*/ 17 h 137"/>
                <a:gd name="T8" fmla="*/ 16 w 274"/>
                <a:gd name="T9" fmla="*/ 29 h 137"/>
                <a:gd name="T10" fmla="*/ 11 w 274"/>
                <a:gd name="T11" fmla="*/ 27 h 137"/>
                <a:gd name="T12" fmla="*/ 14 w 274"/>
                <a:gd name="T13" fmla="*/ 36 h 137"/>
                <a:gd name="T14" fmla="*/ 18 w 274"/>
                <a:gd name="T15" fmla="*/ 47 h 137"/>
                <a:gd name="T16" fmla="*/ 21 w 274"/>
                <a:gd name="T17" fmla="*/ 57 h 137"/>
                <a:gd name="T18" fmla="*/ 21 w 274"/>
                <a:gd name="T19" fmla="*/ 55 h 137"/>
                <a:gd name="T20" fmla="*/ 19 w 274"/>
                <a:gd name="T21" fmla="*/ 66 h 137"/>
                <a:gd name="T22" fmla="*/ 22 w 274"/>
                <a:gd name="T23" fmla="*/ 62 h 137"/>
                <a:gd name="T24" fmla="*/ 22 w 274"/>
                <a:gd name="T25" fmla="*/ 71 h 137"/>
                <a:gd name="T26" fmla="*/ 30 w 274"/>
                <a:gd name="T27" fmla="*/ 71 h 137"/>
                <a:gd name="T28" fmla="*/ 30 w 274"/>
                <a:gd name="T29" fmla="*/ 86 h 137"/>
                <a:gd name="T30" fmla="*/ 36 w 274"/>
                <a:gd name="T31" fmla="*/ 79 h 137"/>
                <a:gd name="T32" fmla="*/ 47 w 274"/>
                <a:gd name="T33" fmla="*/ 90 h 137"/>
                <a:gd name="T34" fmla="*/ 58 w 274"/>
                <a:gd name="T35" fmla="*/ 96 h 137"/>
                <a:gd name="T36" fmla="*/ 51 w 274"/>
                <a:gd name="T37" fmla="*/ 95 h 137"/>
                <a:gd name="T38" fmla="*/ 58 w 274"/>
                <a:gd name="T39" fmla="*/ 105 h 137"/>
                <a:gd name="T40" fmla="*/ 67 w 274"/>
                <a:gd name="T41" fmla="*/ 106 h 137"/>
                <a:gd name="T42" fmla="*/ 76 w 274"/>
                <a:gd name="T43" fmla="*/ 112 h 137"/>
                <a:gd name="T44" fmla="*/ 82 w 274"/>
                <a:gd name="T45" fmla="*/ 111 h 137"/>
                <a:gd name="T46" fmla="*/ 78 w 274"/>
                <a:gd name="T47" fmla="*/ 113 h 137"/>
                <a:gd name="T48" fmla="*/ 83 w 274"/>
                <a:gd name="T49" fmla="*/ 123 h 137"/>
                <a:gd name="T50" fmla="*/ 97 w 274"/>
                <a:gd name="T51" fmla="*/ 121 h 137"/>
                <a:gd name="T52" fmla="*/ 100 w 274"/>
                <a:gd name="T53" fmla="*/ 125 h 137"/>
                <a:gd name="T54" fmla="*/ 108 w 274"/>
                <a:gd name="T55" fmla="*/ 126 h 137"/>
                <a:gd name="T56" fmla="*/ 113 w 274"/>
                <a:gd name="T57" fmla="*/ 126 h 137"/>
                <a:gd name="T58" fmla="*/ 132 w 274"/>
                <a:gd name="T59" fmla="*/ 136 h 137"/>
                <a:gd name="T60" fmla="*/ 126 w 274"/>
                <a:gd name="T61" fmla="*/ 130 h 137"/>
                <a:gd name="T62" fmla="*/ 128 w 274"/>
                <a:gd name="T63" fmla="*/ 135 h 137"/>
                <a:gd name="T64" fmla="*/ 135 w 274"/>
                <a:gd name="T65" fmla="*/ 135 h 137"/>
                <a:gd name="T66" fmla="*/ 149 w 274"/>
                <a:gd name="T67" fmla="*/ 136 h 137"/>
                <a:gd name="T68" fmla="*/ 152 w 274"/>
                <a:gd name="T69" fmla="*/ 133 h 137"/>
                <a:gd name="T70" fmla="*/ 167 w 274"/>
                <a:gd name="T71" fmla="*/ 131 h 137"/>
                <a:gd name="T72" fmla="*/ 180 w 274"/>
                <a:gd name="T73" fmla="*/ 128 h 137"/>
                <a:gd name="T74" fmla="*/ 175 w 274"/>
                <a:gd name="T75" fmla="*/ 122 h 137"/>
                <a:gd name="T76" fmla="*/ 187 w 274"/>
                <a:gd name="T77" fmla="*/ 119 h 137"/>
                <a:gd name="T78" fmla="*/ 192 w 274"/>
                <a:gd name="T79" fmla="*/ 117 h 137"/>
                <a:gd name="T80" fmla="*/ 199 w 274"/>
                <a:gd name="T81" fmla="*/ 119 h 137"/>
                <a:gd name="T82" fmla="*/ 203 w 274"/>
                <a:gd name="T83" fmla="*/ 119 h 137"/>
                <a:gd name="T84" fmla="*/ 217 w 274"/>
                <a:gd name="T85" fmla="*/ 111 h 137"/>
                <a:gd name="T86" fmla="*/ 217 w 274"/>
                <a:gd name="T87" fmla="*/ 106 h 137"/>
                <a:gd name="T88" fmla="*/ 232 w 274"/>
                <a:gd name="T89" fmla="*/ 96 h 137"/>
                <a:gd name="T90" fmla="*/ 231 w 274"/>
                <a:gd name="T91" fmla="*/ 97 h 137"/>
                <a:gd name="T92" fmla="*/ 238 w 274"/>
                <a:gd name="T93" fmla="*/ 95 h 137"/>
                <a:gd name="T94" fmla="*/ 234 w 274"/>
                <a:gd name="T95" fmla="*/ 85 h 137"/>
                <a:gd name="T96" fmla="*/ 242 w 274"/>
                <a:gd name="T97" fmla="*/ 73 h 137"/>
                <a:gd name="T98" fmla="*/ 238 w 274"/>
                <a:gd name="T99" fmla="*/ 77 h 137"/>
                <a:gd name="T100" fmla="*/ 252 w 274"/>
                <a:gd name="T101" fmla="*/ 71 h 137"/>
                <a:gd name="T102" fmla="*/ 266 w 274"/>
                <a:gd name="T103" fmla="*/ 40 h 137"/>
                <a:gd name="T104" fmla="*/ 258 w 274"/>
                <a:gd name="T105" fmla="*/ 48 h 137"/>
                <a:gd name="T106" fmla="*/ 268 w 274"/>
                <a:gd name="T107" fmla="*/ 35 h 137"/>
                <a:gd name="T108" fmla="*/ 259 w 274"/>
                <a:gd name="T109" fmla="*/ 22 h 137"/>
                <a:gd name="T110" fmla="*/ 262 w 274"/>
                <a:gd name="T111" fmla="*/ 27 h 137"/>
                <a:gd name="T112" fmla="*/ 273 w 274"/>
                <a:gd name="T113" fmla="*/ 17 h 137"/>
                <a:gd name="T114" fmla="*/ 273 w 274"/>
                <a:gd name="T115" fmla="*/ 12 h 137"/>
                <a:gd name="T116" fmla="*/ 266 w 274"/>
                <a:gd name="T117" fmla="*/ 7 h 137"/>
                <a:gd name="T118" fmla="*/ 269 w 274"/>
                <a:gd name="T119" fmla="*/ 7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74" h="137">
                  <a:moveTo>
                    <a:pt x="250" y="51"/>
                  </a:moveTo>
                  <a:cubicBezTo>
                    <a:pt x="250" y="51"/>
                    <a:pt x="250" y="51"/>
                    <a:pt x="250" y="51"/>
                  </a:cubicBezTo>
                  <a:cubicBezTo>
                    <a:pt x="250" y="52"/>
                    <a:pt x="250" y="52"/>
                    <a:pt x="250" y="52"/>
                  </a:cubicBezTo>
                  <a:cubicBezTo>
                    <a:pt x="250" y="53"/>
                    <a:pt x="250" y="53"/>
                    <a:pt x="249" y="53"/>
                  </a:cubicBezTo>
                  <a:cubicBezTo>
                    <a:pt x="249" y="53"/>
                    <a:pt x="248" y="53"/>
                    <a:pt x="248" y="53"/>
                  </a:cubicBezTo>
                  <a:cubicBezTo>
                    <a:pt x="248" y="53"/>
                    <a:pt x="248" y="53"/>
                    <a:pt x="248" y="53"/>
                  </a:cubicBezTo>
                  <a:cubicBezTo>
                    <a:pt x="248" y="54"/>
                    <a:pt x="248" y="54"/>
                    <a:pt x="249" y="55"/>
                  </a:cubicBezTo>
                  <a:cubicBezTo>
                    <a:pt x="251" y="56"/>
                    <a:pt x="251" y="56"/>
                    <a:pt x="251" y="56"/>
                  </a:cubicBezTo>
                  <a:cubicBezTo>
                    <a:pt x="252" y="53"/>
                    <a:pt x="252" y="53"/>
                    <a:pt x="252" y="53"/>
                  </a:cubicBezTo>
                  <a:cubicBezTo>
                    <a:pt x="253" y="54"/>
                    <a:pt x="253" y="54"/>
                    <a:pt x="253" y="54"/>
                  </a:cubicBezTo>
                  <a:cubicBezTo>
                    <a:pt x="252" y="56"/>
                    <a:pt x="252" y="56"/>
                    <a:pt x="252" y="56"/>
                  </a:cubicBezTo>
                  <a:cubicBezTo>
                    <a:pt x="258" y="59"/>
                    <a:pt x="258" y="59"/>
                    <a:pt x="258" y="59"/>
                  </a:cubicBezTo>
                  <a:cubicBezTo>
                    <a:pt x="258" y="60"/>
                    <a:pt x="259" y="59"/>
                    <a:pt x="260" y="58"/>
                  </a:cubicBezTo>
                  <a:cubicBezTo>
                    <a:pt x="260" y="58"/>
                    <a:pt x="260" y="58"/>
                    <a:pt x="260" y="58"/>
                  </a:cubicBezTo>
                  <a:cubicBezTo>
                    <a:pt x="258" y="63"/>
                    <a:pt x="258" y="63"/>
                    <a:pt x="258" y="63"/>
                  </a:cubicBezTo>
                  <a:cubicBezTo>
                    <a:pt x="257" y="63"/>
                    <a:pt x="257" y="63"/>
                    <a:pt x="257" y="63"/>
                  </a:cubicBezTo>
                  <a:cubicBezTo>
                    <a:pt x="258" y="62"/>
                    <a:pt x="258" y="62"/>
                    <a:pt x="257" y="61"/>
                  </a:cubicBezTo>
                  <a:cubicBezTo>
                    <a:pt x="251" y="58"/>
                    <a:pt x="251" y="58"/>
                    <a:pt x="251" y="58"/>
                  </a:cubicBezTo>
                  <a:cubicBezTo>
                    <a:pt x="250" y="60"/>
                    <a:pt x="250" y="60"/>
                    <a:pt x="250" y="60"/>
                  </a:cubicBezTo>
                  <a:cubicBezTo>
                    <a:pt x="250" y="59"/>
                    <a:pt x="250" y="59"/>
                    <a:pt x="250" y="59"/>
                  </a:cubicBezTo>
                  <a:cubicBezTo>
                    <a:pt x="250" y="58"/>
                    <a:pt x="250" y="58"/>
                    <a:pt x="250" y="58"/>
                  </a:cubicBezTo>
                  <a:cubicBezTo>
                    <a:pt x="250" y="57"/>
                    <a:pt x="250" y="57"/>
                    <a:pt x="250" y="57"/>
                  </a:cubicBezTo>
                  <a:cubicBezTo>
                    <a:pt x="249" y="57"/>
                    <a:pt x="248" y="56"/>
                    <a:pt x="248" y="55"/>
                  </a:cubicBezTo>
                  <a:cubicBezTo>
                    <a:pt x="247" y="54"/>
                    <a:pt x="247" y="53"/>
                    <a:pt x="248" y="52"/>
                  </a:cubicBezTo>
                  <a:cubicBezTo>
                    <a:pt x="248" y="52"/>
                    <a:pt x="249" y="51"/>
                    <a:pt x="250" y="51"/>
                  </a:cubicBezTo>
                  <a:cubicBezTo>
                    <a:pt x="250" y="51"/>
                    <a:pt x="250" y="51"/>
                    <a:pt x="250" y="51"/>
                  </a:cubicBezTo>
                  <a:close/>
                  <a:moveTo>
                    <a:pt x="14" y="15"/>
                  </a:moveTo>
                  <a:cubicBezTo>
                    <a:pt x="14" y="14"/>
                    <a:pt x="14" y="13"/>
                    <a:pt x="12" y="13"/>
                  </a:cubicBezTo>
                  <a:cubicBezTo>
                    <a:pt x="5" y="13"/>
                    <a:pt x="5" y="13"/>
                    <a:pt x="5" y="13"/>
                  </a:cubicBezTo>
                  <a:cubicBezTo>
                    <a:pt x="4" y="13"/>
                    <a:pt x="2" y="13"/>
                    <a:pt x="1" y="12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7"/>
                    <a:pt x="0" y="5"/>
                    <a:pt x="1" y="5"/>
                  </a:cubicBezTo>
                  <a:cubicBezTo>
                    <a:pt x="2" y="3"/>
                    <a:pt x="3" y="3"/>
                    <a:pt x="5" y="3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3" y="1"/>
                    <a:pt x="13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5"/>
                    <a:pt x="13" y="4"/>
                    <a:pt x="12" y="4"/>
                  </a:cubicBezTo>
                  <a:cubicBezTo>
                    <a:pt x="5" y="5"/>
                    <a:pt x="5" y="5"/>
                    <a:pt x="5" y="5"/>
                  </a:cubicBezTo>
                  <a:cubicBezTo>
                    <a:pt x="4" y="5"/>
                    <a:pt x="3" y="5"/>
                    <a:pt x="2" y="5"/>
                  </a:cubicBezTo>
                  <a:cubicBezTo>
                    <a:pt x="1" y="6"/>
                    <a:pt x="1" y="7"/>
                    <a:pt x="1" y="8"/>
                  </a:cubicBezTo>
                  <a:cubicBezTo>
                    <a:pt x="1" y="11"/>
                    <a:pt x="3" y="12"/>
                    <a:pt x="6" y="12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4" y="11"/>
                    <a:pt x="14" y="11"/>
                    <a:pt x="14" y="9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15"/>
                    <a:pt x="14" y="15"/>
                    <a:pt x="14" y="15"/>
                  </a:cubicBezTo>
                  <a:cubicBezTo>
                    <a:pt x="14" y="15"/>
                    <a:pt x="14" y="15"/>
                    <a:pt x="14" y="15"/>
                  </a:cubicBezTo>
                  <a:close/>
                  <a:moveTo>
                    <a:pt x="3" y="27"/>
                  </a:move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2" y="23"/>
                    <a:pt x="2" y="23"/>
                  </a:cubicBezTo>
                  <a:cubicBezTo>
                    <a:pt x="2" y="23"/>
                    <a:pt x="3" y="24"/>
                    <a:pt x="4" y="2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10" y="23"/>
                    <a:pt x="10" y="23"/>
                    <a:pt x="10" y="22"/>
                  </a:cubicBezTo>
                  <a:cubicBezTo>
                    <a:pt x="11" y="22"/>
                    <a:pt x="11" y="21"/>
                    <a:pt x="10" y="21"/>
                  </a:cubicBezTo>
                  <a:cubicBezTo>
                    <a:pt x="10" y="20"/>
                    <a:pt x="10" y="19"/>
                    <a:pt x="9" y="19"/>
                  </a:cubicBezTo>
                  <a:cubicBezTo>
                    <a:pt x="3" y="20"/>
                    <a:pt x="3" y="20"/>
                    <a:pt x="3" y="20"/>
                  </a:cubicBezTo>
                  <a:cubicBezTo>
                    <a:pt x="2" y="20"/>
                    <a:pt x="2" y="21"/>
                    <a:pt x="2" y="21"/>
                  </a:cubicBezTo>
                  <a:cubicBezTo>
                    <a:pt x="2" y="21"/>
                    <a:pt x="2" y="21"/>
                    <a:pt x="2" y="21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" y="18"/>
                    <a:pt x="2" y="18"/>
                    <a:pt x="3" y="18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9" y="17"/>
                    <a:pt x="9" y="17"/>
                    <a:pt x="9" y="17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10" y="16"/>
                    <a:pt x="10" y="16"/>
                    <a:pt x="10" y="16"/>
                  </a:cubicBezTo>
                  <a:cubicBezTo>
                    <a:pt x="11" y="19"/>
                    <a:pt x="11" y="19"/>
                    <a:pt x="11" y="19"/>
                  </a:cubicBezTo>
                  <a:cubicBezTo>
                    <a:pt x="10" y="19"/>
                    <a:pt x="10" y="19"/>
                    <a:pt x="10" y="19"/>
                  </a:cubicBezTo>
                  <a:cubicBezTo>
                    <a:pt x="11" y="20"/>
                    <a:pt x="12" y="21"/>
                    <a:pt x="12" y="22"/>
                  </a:cubicBezTo>
                  <a:cubicBezTo>
                    <a:pt x="12" y="23"/>
                    <a:pt x="11" y="24"/>
                    <a:pt x="9" y="25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7"/>
                    <a:pt x="3" y="27"/>
                    <a:pt x="3" y="27"/>
                  </a:cubicBezTo>
                  <a:close/>
                  <a:moveTo>
                    <a:pt x="16" y="29"/>
                  </a:moveTo>
                  <a:cubicBezTo>
                    <a:pt x="16" y="29"/>
                    <a:pt x="16" y="29"/>
                    <a:pt x="16" y="29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5" y="27"/>
                    <a:pt x="16" y="27"/>
                    <a:pt x="16" y="27"/>
                  </a:cubicBezTo>
                  <a:cubicBezTo>
                    <a:pt x="16" y="27"/>
                    <a:pt x="16" y="27"/>
                    <a:pt x="17" y="27"/>
                  </a:cubicBezTo>
                  <a:cubicBezTo>
                    <a:pt x="17" y="27"/>
                    <a:pt x="17" y="28"/>
                    <a:pt x="17" y="28"/>
                  </a:cubicBezTo>
                  <a:cubicBezTo>
                    <a:pt x="17" y="29"/>
                    <a:pt x="17" y="29"/>
                    <a:pt x="17" y="29"/>
                  </a:cubicBezTo>
                  <a:cubicBezTo>
                    <a:pt x="17" y="29"/>
                    <a:pt x="17" y="29"/>
                    <a:pt x="16" y="29"/>
                  </a:cubicBezTo>
                  <a:close/>
                  <a:moveTo>
                    <a:pt x="4" y="33"/>
                  </a:moveTo>
                  <a:cubicBezTo>
                    <a:pt x="3" y="29"/>
                    <a:pt x="3" y="29"/>
                    <a:pt x="3" y="29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4" y="30"/>
                    <a:pt x="4" y="30"/>
                    <a:pt x="5" y="30"/>
                  </a:cubicBezTo>
                  <a:cubicBezTo>
                    <a:pt x="10" y="29"/>
                    <a:pt x="10" y="29"/>
                    <a:pt x="10" y="29"/>
                  </a:cubicBezTo>
                  <a:cubicBezTo>
                    <a:pt x="11" y="29"/>
                    <a:pt x="11" y="28"/>
                    <a:pt x="11" y="28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3" y="30"/>
                    <a:pt x="13" y="30"/>
                    <a:pt x="13" y="30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5" y="32"/>
                    <a:pt x="4" y="33"/>
                    <a:pt x="4" y="33"/>
                  </a:cubicBezTo>
                  <a:cubicBezTo>
                    <a:pt x="4" y="33"/>
                    <a:pt x="4" y="33"/>
                    <a:pt x="4" y="33"/>
                  </a:cubicBezTo>
                  <a:close/>
                  <a:moveTo>
                    <a:pt x="16" y="42"/>
                  </a:moveTo>
                  <a:cubicBezTo>
                    <a:pt x="16" y="41"/>
                    <a:pt x="15" y="41"/>
                    <a:pt x="14" y="41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6" y="40"/>
                    <a:pt x="6" y="40"/>
                    <a:pt x="6" y="40"/>
                  </a:cubicBezTo>
                  <a:cubicBezTo>
                    <a:pt x="13" y="35"/>
                    <a:pt x="13" y="35"/>
                    <a:pt x="13" y="35"/>
                  </a:cubicBezTo>
                  <a:cubicBezTo>
                    <a:pt x="14" y="34"/>
                    <a:pt x="14" y="33"/>
                    <a:pt x="14" y="33"/>
                  </a:cubicBezTo>
                  <a:cubicBezTo>
                    <a:pt x="14" y="33"/>
                    <a:pt x="14" y="33"/>
                    <a:pt x="14" y="33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15" y="37"/>
                    <a:pt x="14" y="36"/>
                    <a:pt x="14" y="36"/>
                  </a:cubicBezTo>
                  <a:cubicBezTo>
                    <a:pt x="14" y="36"/>
                    <a:pt x="14" y="36"/>
                    <a:pt x="13" y="37"/>
                  </a:cubicBezTo>
                  <a:cubicBezTo>
                    <a:pt x="9" y="40"/>
                    <a:pt x="9" y="40"/>
                    <a:pt x="9" y="40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4" y="40"/>
                    <a:pt x="15" y="40"/>
                    <a:pt x="15" y="40"/>
                  </a:cubicBezTo>
                  <a:cubicBezTo>
                    <a:pt x="16" y="40"/>
                    <a:pt x="16" y="40"/>
                    <a:pt x="16" y="39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6" y="42"/>
                    <a:pt x="16" y="42"/>
                    <a:pt x="16" y="42"/>
                  </a:cubicBezTo>
                  <a:close/>
                  <a:moveTo>
                    <a:pt x="14" y="53"/>
                  </a:moveTo>
                  <a:cubicBezTo>
                    <a:pt x="13" y="53"/>
                    <a:pt x="12" y="53"/>
                    <a:pt x="11" y="52"/>
                  </a:cubicBezTo>
                  <a:cubicBezTo>
                    <a:pt x="10" y="51"/>
                    <a:pt x="10" y="51"/>
                    <a:pt x="9" y="50"/>
                  </a:cubicBezTo>
                  <a:cubicBezTo>
                    <a:pt x="9" y="49"/>
                    <a:pt x="9" y="48"/>
                    <a:pt x="9" y="47"/>
                  </a:cubicBezTo>
                  <a:cubicBezTo>
                    <a:pt x="10" y="46"/>
                    <a:pt x="11" y="45"/>
                    <a:pt x="12" y="45"/>
                  </a:cubicBezTo>
                  <a:cubicBezTo>
                    <a:pt x="13" y="44"/>
                    <a:pt x="14" y="44"/>
                    <a:pt x="16" y="45"/>
                  </a:cubicBezTo>
                  <a:cubicBezTo>
                    <a:pt x="17" y="45"/>
                    <a:pt x="18" y="46"/>
                    <a:pt x="18" y="47"/>
                  </a:cubicBezTo>
                  <a:cubicBezTo>
                    <a:pt x="18" y="48"/>
                    <a:pt x="18" y="49"/>
                    <a:pt x="18" y="50"/>
                  </a:cubicBezTo>
                  <a:cubicBezTo>
                    <a:pt x="18" y="51"/>
                    <a:pt x="17" y="51"/>
                    <a:pt x="16" y="52"/>
                  </a:cubicBezTo>
                  <a:cubicBezTo>
                    <a:pt x="14" y="46"/>
                    <a:pt x="14" y="46"/>
                    <a:pt x="14" y="46"/>
                  </a:cubicBezTo>
                  <a:cubicBezTo>
                    <a:pt x="12" y="46"/>
                    <a:pt x="12" y="47"/>
                    <a:pt x="11" y="48"/>
                  </a:cubicBezTo>
                  <a:cubicBezTo>
                    <a:pt x="10" y="49"/>
                    <a:pt x="10" y="49"/>
                    <a:pt x="10" y="51"/>
                  </a:cubicBezTo>
                  <a:cubicBezTo>
                    <a:pt x="11" y="51"/>
                    <a:pt x="11" y="52"/>
                    <a:pt x="12" y="52"/>
                  </a:cubicBezTo>
                  <a:cubicBezTo>
                    <a:pt x="13" y="52"/>
                    <a:pt x="14" y="52"/>
                    <a:pt x="14" y="53"/>
                  </a:cubicBezTo>
                  <a:cubicBezTo>
                    <a:pt x="14" y="53"/>
                    <a:pt x="14" y="53"/>
                    <a:pt x="14" y="53"/>
                  </a:cubicBezTo>
                  <a:close/>
                  <a:moveTo>
                    <a:pt x="16" y="49"/>
                  </a:moveTo>
                  <a:cubicBezTo>
                    <a:pt x="18" y="49"/>
                    <a:pt x="18" y="48"/>
                    <a:pt x="18" y="47"/>
                  </a:cubicBezTo>
                  <a:cubicBezTo>
                    <a:pt x="17" y="45"/>
                    <a:pt x="16" y="45"/>
                    <a:pt x="14" y="45"/>
                  </a:cubicBezTo>
                  <a:cubicBezTo>
                    <a:pt x="16" y="49"/>
                    <a:pt x="16" y="49"/>
                    <a:pt x="16" y="49"/>
                  </a:cubicBezTo>
                  <a:close/>
                  <a:moveTo>
                    <a:pt x="22" y="58"/>
                  </a:moveTo>
                  <a:cubicBezTo>
                    <a:pt x="22" y="58"/>
                    <a:pt x="21" y="58"/>
                    <a:pt x="21" y="57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1" y="55"/>
                    <a:pt x="21" y="55"/>
                    <a:pt x="20" y="55"/>
                  </a:cubicBezTo>
                  <a:cubicBezTo>
                    <a:pt x="20" y="55"/>
                    <a:pt x="20" y="55"/>
                    <a:pt x="19" y="55"/>
                  </a:cubicBezTo>
                  <a:cubicBezTo>
                    <a:pt x="15" y="57"/>
                    <a:pt x="15" y="57"/>
                    <a:pt x="15" y="57"/>
                  </a:cubicBezTo>
                  <a:cubicBezTo>
                    <a:pt x="14" y="58"/>
                    <a:pt x="14" y="59"/>
                    <a:pt x="14" y="59"/>
                  </a:cubicBezTo>
                  <a:cubicBezTo>
                    <a:pt x="14" y="59"/>
                    <a:pt x="14" y="59"/>
                    <a:pt x="14" y="59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2" y="55"/>
                    <a:pt x="12" y="55"/>
                    <a:pt x="12" y="55"/>
                  </a:cubicBezTo>
                  <a:cubicBezTo>
                    <a:pt x="13" y="56"/>
                    <a:pt x="14" y="56"/>
                    <a:pt x="14" y="56"/>
                  </a:cubicBezTo>
                  <a:cubicBezTo>
                    <a:pt x="19" y="54"/>
                    <a:pt x="19" y="54"/>
                    <a:pt x="19" y="54"/>
                  </a:cubicBezTo>
                  <a:cubicBezTo>
                    <a:pt x="20" y="53"/>
                    <a:pt x="20" y="53"/>
                    <a:pt x="20" y="53"/>
                  </a:cubicBezTo>
                  <a:cubicBezTo>
                    <a:pt x="20" y="53"/>
                    <a:pt x="20" y="52"/>
                    <a:pt x="20" y="52"/>
                  </a:cubicBezTo>
                  <a:cubicBezTo>
                    <a:pt x="20" y="52"/>
                    <a:pt x="20" y="52"/>
                    <a:pt x="20" y="52"/>
                  </a:cubicBezTo>
                  <a:cubicBezTo>
                    <a:pt x="22" y="54"/>
                    <a:pt x="22" y="54"/>
                    <a:pt x="22" y="54"/>
                  </a:cubicBezTo>
                  <a:cubicBezTo>
                    <a:pt x="21" y="55"/>
                    <a:pt x="21" y="55"/>
                    <a:pt x="21" y="55"/>
                  </a:cubicBezTo>
                  <a:cubicBezTo>
                    <a:pt x="22" y="55"/>
                    <a:pt x="23" y="56"/>
                    <a:pt x="24" y="57"/>
                  </a:cubicBezTo>
                  <a:cubicBezTo>
                    <a:pt x="24" y="57"/>
                    <a:pt x="24" y="57"/>
                    <a:pt x="24" y="57"/>
                  </a:cubicBezTo>
                  <a:cubicBezTo>
                    <a:pt x="23" y="58"/>
                    <a:pt x="22" y="58"/>
                    <a:pt x="22" y="58"/>
                  </a:cubicBezTo>
                  <a:close/>
                  <a:moveTo>
                    <a:pt x="21" y="67"/>
                  </a:moveTo>
                  <a:cubicBezTo>
                    <a:pt x="20" y="68"/>
                    <a:pt x="19" y="68"/>
                    <a:pt x="18" y="67"/>
                  </a:cubicBezTo>
                  <a:cubicBezTo>
                    <a:pt x="18" y="67"/>
                    <a:pt x="17" y="67"/>
                    <a:pt x="17" y="66"/>
                  </a:cubicBezTo>
                  <a:cubicBezTo>
                    <a:pt x="17" y="65"/>
                    <a:pt x="16" y="65"/>
                    <a:pt x="16" y="65"/>
                  </a:cubicBezTo>
                  <a:cubicBezTo>
                    <a:pt x="16" y="64"/>
                    <a:pt x="16" y="64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8" y="61"/>
                    <a:pt x="18" y="61"/>
                    <a:pt x="18" y="61"/>
                  </a:cubicBezTo>
                  <a:cubicBezTo>
                    <a:pt x="17" y="63"/>
                    <a:pt x="16" y="64"/>
                    <a:pt x="17" y="65"/>
                  </a:cubicBezTo>
                  <a:cubicBezTo>
                    <a:pt x="18" y="65"/>
                    <a:pt x="18" y="66"/>
                    <a:pt x="18" y="66"/>
                  </a:cubicBezTo>
                  <a:cubicBezTo>
                    <a:pt x="18" y="66"/>
                    <a:pt x="19" y="66"/>
                    <a:pt x="19" y="66"/>
                  </a:cubicBezTo>
                  <a:cubicBezTo>
                    <a:pt x="20" y="65"/>
                    <a:pt x="20" y="65"/>
                    <a:pt x="20" y="63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20" y="61"/>
                    <a:pt x="20" y="60"/>
                    <a:pt x="21" y="59"/>
                  </a:cubicBezTo>
                  <a:cubicBezTo>
                    <a:pt x="22" y="59"/>
                    <a:pt x="22" y="59"/>
                    <a:pt x="23" y="59"/>
                  </a:cubicBezTo>
                  <a:cubicBezTo>
                    <a:pt x="24" y="59"/>
                    <a:pt x="24" y="60"/>
                    <a:pt x="25" y="61"/>
                  </a:cubicBezTo>
                  <a:cubicBezTo>
                    <a:pt x="25" y="61"/>
                    <a:pt x="25" y="61"/>
                    <a:pt x="25" y="62"/>
                  </a:cubicBezTo>
                  <a:cubicBezTo>
                    <a:pt x="25" y="62"/>
                    <a:pt x="25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6" y="63"/>
                    <a:pt x="26" y="63"/>
                    <a:pt x="26" y="63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4" y="64"/>
                    <a:pt x="24" y="64"/>
                    <a:pt x="24" y="64"/>
                  </a:cubicBezTo>
                  <a:cubicBezTo>
                    <a:pt x="25" y="63"/>
                    <a:pt x="25" y="61"/>
                    <a:pt x="25" y="61"/>
                  </a:cubicBezTo>
                  <a:cubicBezTo>
                    <a:pt x="25" y="60"/>
                    <a:pt x="24" y="60"/>
                    <a:pt x="24" y="60"/>
                  </a:cubicBezTo>
                  <a:cubicBezTo>
                    <a:pt x="24" y="60"/>
                    <a:pt x="23" y="60"/>
                    <a:pt x="23" y="60"/>
                  </a:cubicBezTo>
                  <a:cubicBezTo>
                    <a:pt x="22" y="60"/>
                    <a:pt x="22" y="61"/>
                    <a:pt x="22" y="62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2" y="66"/>
                    <a:pt x="22" y="67"/>
                    <a:pt x="21" y="67"/>
                  </a:cubicBezTo>
                  <a:close/>
                  <a:moveTo>
                    <a:pt x="33" y="67"/>
                  </a:moveTo>
                  <a:cubicBezTo>
                    <a:pt x="32" y="67"/>
                    <a:pt x="32" y="67"/>
                    <a:pt x="32" y="67"/>
                  </a:cubicBezTo>
                  <a:cubicBezTo>
                    <a:pt x="32" y="67"/>
                    <a:pt x="32" y="66"/>
                    <a:pt x="31" y="66"/>
                  </a:cubicBezTo>
                  <a:cubicBezTo>
                    <a:pt x="31" y="66"/>
                    <a:pt x="31" y="66"/>
                    <a:pt x="31" y="65"/>
                  </a:cubicBezTo>
                  <a:cubicBezTo>
                    <a:pt x="31" y="65"/>
                    <a:pt x="32" y="65"/>
                    <a:pt x="32" y="65"/>
                  </a:cubicBezTo>
                  <a:cubicBezTo>
                    <a:pt x="32" y="65"/>
                    <a:pt x="32" y="64"/>
                    <a:pt x="32" y="65"/>
                  </a:cubicBezTo>
                  <a:cubicBezTo>
                    <a:pt x="33" y="65"/>
                    <a:pt x="33" y="65"/>
                    <a:pt x="33" y="65"/>
                  </a:cubicBezTo>
                  <a:cubicBezTo>
                    <a:pt x="33" y="65"/>
                    <a:pt x="34" y="65"/>
                    <a:pt x="33" y="66"/>
                  </a:cubicBezTo>
                  <a:cubicBezTo>
                    <a:pt x="33" y="66"/>
                    <a:pt x="33" y="66"/>
                    <a:pt x="33" y="67"/>
                  </a:cubicBezTo>
                  <a:close/>
                  <a:moveTo>
                    <a:pt x="22" y="75"/>
                  </a:moveTo>
                  <a:cubicBezTo>
                    <a:pt x="20" y="71"/>
                    <a:pt x="20" y="71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21" y="71"/>
                    <a:pt x="22" y="72"/>
                    <a:pt x="22" y="71"/>
                  </a:cubicBezTo>
                  <a:cubicBezTo>
                    <a:pt x="27" y="69"/>
                    <a:pt x="27" y="69"/>
                    <a:pt x="27" y="69"/>
                  </a:cubicBezTo>
                  <a:cubicBezTo>
                    <a:pt x="28" y="68"/>
                    <a:pt x="28" y="68"/>
                    <a:pt x="28" y="67"/>
                  </a:cubicBezTo>
                  <a:cubicBezTo>
                    <a:pt x="27" y="67"/>
                    <a:pt x="27" y="67"/>
                    <a:pt x="27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30" y="69"/>
                    <a:pt x="30" y="69"/>
                    <a:pt x="30" y="69"/>
                  </a:cubicBezTo>
                  <a:cubicBezTo>
                    <a:pt x="24" y="73"/>
                    <a:pt x="24" y="73"/>
                    <a:pt x="24" y="73"/>
                  </a:cubicBezTo>
                  <a:cubicBezTo>
                    <a:pt x="22" y="73"/>
                    <a:pt x="22" y="73"/>
                    <a:pt x="22" y="75"/>
                  </a:cubicBezTo>
                  <a:cubicBezTo>
                    <a:pt x="22" y="75"/>
                    <a:pt x="22" y="75"/>
                    <a:pt x="22" y="75"/>
                  </a:cubicBezTo>
                  <a:close/>
                  <a:moveTo>
                    <a:pt x="28" y="80"/>
                  </a:moveTo>
                  <a:cubicBezTo>
                    <a:pt x="27" y="80"/>
                    <a:pt x="26" y="80"/>
                    <a:pt x="26" y="79"/>
                  </a:cubicBezTo>
                  <a:cubicBezTo>
                    <a:pt x="26" y="79"/>
                    <a:pt x="25" y="79"/>
                    <a:pt x="25" y="79"/>
                  </a:cubicBezTo>
                  <a:cubicBezTo>
                    <a:pt x="24" y="78"/>
                    <a:pt x="24" y="77"/>
                    <a:pt x="26" y="76"/>
                  </a:cubicBezTo>
                  <a:cubicBezTo>
                    <a:pt x="31" y="73"/>
                    <a:pt x="31" y="73"/>
                    <a:pt x="31" y="73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0" y="71"/>
                    <a:pt x="30" y="71"/>
                    <a:pt x="30" y="71"/>
                  </a:cubicBezTo>
                  <a:cubicBezTo>
                    <a:pt x="31" y="72"/>
                    <a:pt x="32" y="72"/>
                    <a:pt x="34" y="72"/>
                  </a:cubicBezTo>
                  <a:cubicBezTo>
                    <a:pt x="34" y="72"/>
                    <a:pt x="34" y="72"/>
                    <a:pt x="34" y="72"/>
                  </a:cubicBezTo>
                  <a:cubicBezTo>
                    <a:pt x="32" y="73"/>
                    <a:pt x="32" y="73"/>
                    <a:pt x="32" y="73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32" y="74"/>
                    <a:pt x="32" y="74"/>
                    <a:pt x="32" y="74"/>
                  </a:cubicBezTo>
                  <a:cubicBezTo>
                    <a:pt x="27" y="77"/>
                    <a:pt x="27" y="77"/>
                    <a:pt x="27" y="77"/>
                  </a:cubicBezTo>
                  <a:cubicBezTo>
                    <a:pt x="26" y="78"/>
                    <a:pt x="26" y="79"/>
                    <a:pt x="26" y="79"/>
                  </a:cubicBezTo>
                  <a:cubicBezTo>
                    <a:pt x="27" y="79"/>
                    <a:pt x="27" y="79"/>
                    <a:pt x="28" y="80"/>
                  </a:cubicBezTo>
                  <a:cubicBezTo>
                    <a:pt x="28" y="80"/>
                    <a:pt x="28" y="80"/>
                    <a:pt x="28" y="80"/>
                  </a:cubicBezTo>
                  <a:close/>
                  <a:moveTo>
                    <a:pt x="40" y="84"/>
                  </a:moveTo>
                  <a:cubicBezTo>
                    <a:pt x="40" y="84"/>
                    <a:pt x="40" y="83"/>
                    <a:pt x="40" y="83"/>
                  </a:cubicBezTo>
                  <a:cubicBezTo>
                    <a:pt x="39" y="83"/>
                    <a:pt x="39" y="83"/>
                    <a:pt x="39" y="83"/>
                  </a:cubicBezTo>
                  <a:cubicBezTo>
                    <a:pt x="30" y="86"/>
                    <a:pt x="30" y="86"/>
                    <a:pt x="30" y="86"/>
                  </a:cubicBezTo>
                  <a:cubicBezTo>
                    <a:pt x="28" y="87"/>
                    <a:pt x="26" y="87"/>
                    <a:pt x="25" y="86"/>
                  </a:cubicBezTo>
                  <a:cubicBezTo>
                    <a:pt x="24" y="85"/>
                    <a:pt x="25" y="84"/>
                    <a:pt x="25" y="84"/>
                  </a:cubicBezTo>
                  <a:cubicBezTo>
                    <a:pt x="25" y="84"/>
                    <a:pt x="26" y="84"/>
                    <a:pt x="26" y="84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4"/>
                    <a:pt x="27" y="85"/>
                    <a:pt x="27" y="85"/>
                  </a:cubicBezTo>
                  <a:cubicBezTo>
                    <a:pt x="27" y="85"/>
                    <a:pt x="27" y="85"/>
                    <a:pt x="27" y="85"/>
                  </a:cubicBezTo>
                  <a:cubicBezTo>
                    <a:pt x="28" y="86"/>
                    <a:pt x="29" y="86"/>
                    <a:pt x="31" y="85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5" y="77"/>
                    <a:pt x="35" y="77"/>
                    <a:pt x="35" y="77"/>
                  </a:cubicBezTo>
                  <a:cubicBezTo>
                    <a:pt x="35" y="77"/>
                    <a:pt x="35" y="77"/>
                    <a:pt x="34" y="76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8" y="79"/>
                    <a:pt x="38" y="79"/>
                    <a:pt x="38" y="79"/>
                  </a:cubicBezTo>
                  <a:cubicBezTo>
                    <a:pt x="37" y="79"/>
                    <a:pt x="37" y="79"/>
                    <a:pt x="37" y="79"/>
                  </a:cubicBezTo>
                  <a:cubicBezTo>
                    <a:pt x="37" y="79"/>
                    <a:pt x="36" y="79"/>
                    <a:pt x="36" y="79"/>
                  </a:cubicBezTo>
                  <a:cubicBezTo>
                    <a:pt x="36" y="79"/>
                    <a:pt x="36" y="79"/>
                    <a:pt x="36" y="79"/>
                  </a:cubicBezTo>
                  <a:cubicBezTo>
                    <a:pt x="33" y="84"/>
                    <a:pt x="33" y="84"/>
                    <a:pt x="33" y="84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8" y="83"/>
                    <a:pt x="39" y="82"/>
                    <a:pt x="39" y="82"/>
                  </a:cubicBezTo>
                  <a:cubicBezTo>
                    <a:pt x="39" y="82"/>
                    <a:pt x="39" y="82"/>
                    <a:pt x="39" y="82"/>
                  </a:cubicBezTo>
                  <a:cubicBezTo>
                    <a:pt x="39" y="81"/>
                    <a:pt x="39" y="81"/>
                    <a:pt x="38" y="81"/>
                  </a:cubicBezTo>
                  <a:cubicBezTo>
                    <a:pt x="39" y="81"/>
                    <a:pt x="39" y="81"/>
                    <a:pt x="39" y="81"/>
                  </a:cubicBezTo>
                  <a:cubicBezTo>
                    <a:pt x="40" y="84"/>
                    <a:pt x="40" y="84"/>
                    <a:pt x="40" y="84"/>
                  </a:cubicBezTo>
                  <a:cubicBezTo>
                    <a:pt x="40" y="84"/>
                    <a:pt x="40" y="84"/>
                    <a:pt x="40" y="84"/>
                  </a:cubicBezTo>
                  <a:close/>
                  <a:moveTo>
                    <a:pt x="47" y="97"/>
                  </a:moveTo>
                  <a:cubicBezTo>
                    <a:pt x="46" y="97"/>
                    <a:pt x="45" y="98"/>
                    <a:pt x="44" y="98"/>
                  </a:cubicBezTo>
                  <a:cubicBezTo>
                    <a:pt x="42" y="98"/>
                    <a:pt x="41" y="98"/>
                    <a:pt x="40" y="97"/>
                  </a:cubicBezTo>
                  <a:cubicBezTo>
                    <a:pt x="40" y="96"/>
                    <a:pt x="39" y="95"/>
                    <a:pt x="39" y="94"/>
                  </a:cubicBezTo>
                  <a:cubicBezTo>
                    <a:pt x="39" y="93"/>
                    <a:pt x="40" y="91"/>
                    <a:pt x="41" y="91"/>
                  </a:cubicBezTo>
                  <a:cubicBezTo>
                    <a:pt x="42" y="90"/>
                    <a:pt x="43" y="89"/>
                    <a:pt x="44" y="89"/>
                  </a:cubicBezTo>
                  <a:cubicBezTo>
                    <a:pt x="45" y="89"/>
                    <a:pt x="46" y="89"/>
                    <a:pt x="47" y="90"/>
                  </a:cubicBezTo>
                  <a:cubicBezTo>
                    <a:pt x="48" y="91"/>
                    <a:pt x="49" y="92"/>
                    <a:pt x="49" y="93"/>
                  </a:cubicBezTo>
                  <a:cubicBezTo>
                    <a:pt x="49" y="95"/>
                    <a:pt x="48" y="95"/>
                    <a:pt x="47" y="97"/>
                  </a:cubicBezTo>
                  <a:close/>
                  <a:moveTo>
                    <a:pt x="45" y="96"/>
                  </a:moveTo>
                  <a:cubicBezTo>
                    <a:pt x="46" y="95"/>
                    <a:pt x="47" y="94"/>
                    <a:pt x="47" y="93"/>
                  </a:cubicBezTo>
                  <a:cubicBezTo>
                    <a:pt x="48" y="92"/>
                    <a:pt x="47" y="91"/>
                    <a:pt x="47" y="90"/>
                  </a:cubicBezTo>
                  <a:cubicBezTo>
                    <a:pt x="46" y="90"/>
                    <a:pt x="46" y="89"/>
                    <a:pt x="45" y="90"/>
                  </a:cubicBezTo>
                  <a:cubicBezTo>
                    <a:pt x="44" y="90"/>
                    <a:pt x="44" y="91"/>
                    <a:pt x="43" y="91"/>
                  </a:cubicBezTo>
                  <a:cubicBezTo>
                    <a:pt x="42" y="92"/>
                    <a:pt x="41" y="93"/>
                    <a:pt x="41" y="94"/>
                  </a:cubicBezTo>
                  <a:cubicBezTo>
                    <a:pt x="40" y="95"/>
                    <a:pt x="40" y="96"/>
                    <a:pt x="41" y="97"/>
                  </a:cubicBezTo>
                  <a:cubicBezTo>
                    <a:pt x="42" y="97"/>
                    <a:pt x="42" y="97"/>
                    <a:pt x="43" y="97"/>
                  </a:cubicBezTo>
                  <a:cubicBezTo>
                    <a:pt x="44" y="97"/>
                    <a:pt x="44" y="97"/>
                    <a:pt x="45" y="96"/>
                  </a:cubicBezTo>
                  <a:close/>
                  <a:moveTo>
                    <a:pt x="60" y="97"/>
                  </a:moveTo>
                  <a:cubicBezTo>
                    <a:pt x="59" y="97"/>
                    <a:pt x="59" y="97"/>
                    <a:pt x="59" y="97"/>
                  </a:cubicBezTo>
                  <a:cubicBezTo>
                    <a:pt x="59" y="97"/>
                    <a:pt x="59" y="97"/>
                    <a:pt x="59" y="97"/>
                  </a:cubicBezTo>
                  <a:cubicBezTo>
                    <a:pt x="58" y="97"/>
                    <a:pt x="58" y="97"/>
                    <a:pt x="58" y="96"/>
                  </a:cubicBezTo>
                  <a:cubicBezTo>
                    <a:pt x="58" y="96"/>
                    <a:pt x="58" y="95"/>
                    <a:pt x="58" y="95"/>
                  </a:cubicBezTo>
                  <a:cubicBezTo>
                    <a:pt x="58" y="95"/>
                    <a:pt x="58" y="95"/>
                    <a:pt x="58" y="95"/>
                  </a:cubicBezTo>
                  <a:cubicBezTo>
                    <a:pt x="58" y="94"/>
                    <a:pt x="57" y="94"/>
                    <a:pt x="56" y="95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6" y="99"/>
                    <a:pt x="56" y="99"/>
                    <a:pt x="56" y="99"/>
                  </a:cubicBezTo>
                  <a:cubicBezTo>
                    <a:pt x="54" y="97"/>
                    <a:pt x="54" y="97"/>
                    <a:pt x="54" y="97"/>
                  </a:cubicBezTo>
                  <a:cubicBezTo>
                    <a:pt x="50" y="103"/>
                    <a:pt x="50" y="103"/>
                    <a:pt x="50" y="103"/>
                  </a:cubicBezTo>
                  <a:cubicBezTo>
                    <a:pt x="49" y="103"/>
                    <a:pt x="49" y="104"/>
                    <a:pt x="50" y="105"/>
                  </a:cubicBezTo>
                  <a:cubicBezTo>
                    <a:pt x="50" y="105"/>
                    <a:pt x="50" y="105"/>
                    <a:pt x="50" y="105"/>
                  </a:cubicBezTo>
                  <a:cubicBezTo>
                    <a:pt x="46" y="102"/>
                    <a:pt x="46" y="102"/>
                    <a:pt x="46" y="102"/>
                  </a:cubicBezTo>
                  <a:cubicBezTo>
                    <a:pt x="46" y="101"/>
                    <a:pt x="46" y="101"/>
                    <a:pt x="46" y="101"/>
                  </a:cubicBezTo>
                  <a:cubicBezTo>
                    <a:pt x="47" y="102"/>
                    <a:pt x="48" y="102"/>
                    <a:pt x="48" y="101"/>
                  </a:cubicBezTo>
                  <a:cubicBezTo>
                    <a:pt x="52" y="96"/>
                    <a:pt x="52" y="96"/>
                    <a:pt x="52" y="96"/>
                  </a:cubicBezTo>
                  <a:cubicBezTo>
                    <a:pt x="51" y="95"/>
                    <a:pt x="51" y="95"/>
                    <a:pt x="51" y="95"/>
                  </a:cubicBezTo>
                  <a:cubicBezTo>
                    <a:pt x="52" y="95"/>
                    <a:pt x="52" y="95"/>
                    <a:pt x="52" y="95"/>
                  </a:cubicBezTo>
                  <a:cubicBezTo>
                    <a:pt x="53" y="96"/>
                    <a:pt x="53" y="96"/>
                    <a:pt x="53" y="96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5"/>
                    <a:pt x="55" y="94"/>
                    <a:pt x="56" y="94"/>
                  </a:cubicBezTo>
                  <a:cubicBezTo>
                    <a:pt x="57" y="94"/>
                    <a:pt x="58" y="94"/>
                    <a:pt x="59" y="95"/>
                  </a:cubicBezTo>
                  <a:cubicBezTo>
                    <a:pt x="59" y="95"/>
                    <a:pt x="60" y="95"/>
                    <a:pt x="60" y="96"/>
                  </a:cubicBezTo>
                  <a:cubicBezTo>
                    <a:pt x="60" y="96"/>
                    <a:pt x="60" y="96"/>
                    <a:pt x="60" y="97"/>
                  </a:cubicBezTo>
                  <a:close/>
                  <a:moveTo>
                    <a:pt x="65" y="111"/>
                  </a:moveTo>
                  <a:cubicBezTo>
                    <a:pt x="64" y="113"/>
                    <a:pt x="63" y="113"/>
                    <a:pt x="62" y="113"/>
                  </a:cubicBezTo>
                  <a:cubicBezTo>
                    <a:pt x="61" y="113"/>
                    <a:pt x="60" y="113"/>
                    <a:pt x="59" y="112"/>
                  </a:cubicBezTo>
                  <a:cubicBezTo>
                    <a:pt x="58" y="112"/>
                    <a:pt x="58" y="111"/>
                    <a:pt x="58" y="111"/>
                  </a:cubicBezTo>
                  <a:cubicBezTo>
                    <a:pt x="57" y="111"/>
                    <a:pt x="57" y="110"/>
                    <a:pt x="57" y="110"/>
                  </a:cubicBezTo>
                  <a:cubicBezTo>
                    <a:pt x="56" y="109"/>
                    <a:pt x="56" y="110"/>
                    <a:pt x="56" y="110"/>
                  </a:cubicBezTo>
                  <a:cubicBezTo>
                    <a:pt x="56" y="109"/>
                    <a:pt x="56" y="109"/>
                    <a:pt x="56" y="109"/>
                  </a:cubicBezTo>
                  <a:cubicBezTo>
                    <a:pt x="58" y="105"/>
                    <a:pt x="58" y="105"/>
                    <a:pt x="58" y="105"/>
                  </a:cubicBezTo>
                  <a:cubicBezTo>
                    <a:pt x="58" y="106"/>
                    <a:pt x="58" y="106"/>
                    <a:pt x="58" y="106"/>
                  </a:cubicBezTo>
                  <a:cubicBezTo>
                    <a:pt x="57" y="108"/>
                    <a:pt x="58" y="110"/>
                    <a:pt x="59" y="111"/>
                  </a:cubicBezTo>
                  <a:cubicBezTo>
                    <a:pt x="60" y="112"/>
                    <a:pt x="60" y="112"/>
                    <a:pt x="61" y="112"/>
                  </a:cubicBezTo>
                  <a:cubicBezTo>
                    <a:pt x="62" y="112"/>
                    <a:pt x="62" y="111"/>
                    <a:pt x="62" y="111"/>
                  </a:cubicBezTo>
                  <a:cubicBezTo>
                    <a:pt x="63" y="110"/>
                    <a:pt x="63" y="109"/>
                    <a:pt x="62" y="107"/>
                  </a:cubicBezTo>
                  <a:cubicBezTo>
                    <a:pt x="62" y="105"/>
                    <a:pt x="62" y="105"/>
                    <a:pt x="62" y="105"/>
                  </a:cubicBezTo>
                  <a:cubicBezTo>
                    <a:pt x="61" y="104"/>
                    <a:pt x="61" y="102"/>
                    <a:pt x="62" y="101"/>
                  </a:cubicBezTo>
                  <a:cubicBezTo>
                    <a:pt x="62" y="100"/>
                    <a:pt x="63" y="100"/>
                    <a:pt x="64" y="99"/>
                  </a:cubicBezTo>
                  <a:cubicBezTo>
                    <a:pt x="65" y="99"/>
                    <a:pt x="66" y="99"/>
                    <a:pt x="67" y="100"/>
                  </a:cubicBezTo>
                  <a:cubicBezTo>
                    <a:pt x="67" y="101"/>
                    <a:pt x="68" y="101"/>
                    <a:pt x="68" y="101"/>
                  </a:cubicBezTo>
                  <a:cubicBezTo>
                    <a:pt x="68" y="102"/>
                    <a:pt x="68" y="102"/>
                    <a:pt x="69" y="102"/>
                  </a:cubicBezTo>
                  <a:cubicBezTo>
                    <a:pt x="69" y="102"/>
                    <a:pt x="69" y="102"/>
                    <a:pt x="70" y="102"/>
                  </a:cubicBezTo>
                  <a:cubicBezTo>
                    <a:pt x="70" y="103"/>
                    <a:pt x="70" y="103"/>
                    <a:pt x="70" y="103"/>
                  </a:cubicBezTo>
                  <a:cubicBezTo>
                    <a:pt x="68" y="107"/>
                    <a:pt x="68" y="107"/>
                    <a:pt x="68" y="107"/>
                  </a:cubicBezTo>
                  <a:cubicBezTo>
                    <a:pt x="67" y="106"/>
                    <a:pt x="67" y="106"/>
                    <a:pt x="67" y="106"/>
                  </a:cubicBezTo>
                  <a:cubicBezTo>
                    <a:pt x="68" y="104"/>
                    <a:pt x="68" y="102"/>
                    <a:pt x="66" y="101"/>
                  </a:cubicBezTo>
                  <a:cubicBezTo>
                    <a:pt x="66" y="101"/>
                    <a:pt x="65" y="101"/>
                    <a:pt x="64" y="101"/>
                  </a:cubicBezTo>
                  <a:cubicBezTo>
                    <a:pt x="64" y="101"/>
                    <a:pt x="64" y="101"/>
                    <a:pt x="63" y="101"/>
                  </a:cubicBezTo>
                  <a:cubicBezTo>
                    <a:pt x="63" y="102"/>
                    <a:pt x="63" y="102"/>
                    <a:pt x="63" y="103"/>
                  </a:cubicBezTo>
                  <a:cubicBezTo>
                    <a:pt x="63" y="103"/>
                    <a:pt x="63" y="104"/>
                    <a:pt x="64" y="105"/>
                  </a:cubicBezTo>
                  <a:cubicBezTo>
                    <a:pt x="64" y="107"/>
                    <a:pt x="64" y="107"/>
                    <a:pt x="64" y="107"/>
                  </a:cubicBezTo>
                  <a:cubicBezTo>
                    <a:pt x="66" y="109"/>
                    <a:pt x="66" y="111"/>
                    <a:pt x="65" y="111"/>
                  </a:cubicBezTo>
                  <a:close/>
                  <a:moveTo>
                    <a:pt x="74" y="117"/>
                  </a:moveTo>
                  <a:cubicBezTo>
                    <a:pt x="73" y="118"/>
                    <a:pt x="72" y="119"/>
                    <a:pt x="71" y="119"/>
                  </a:cubicBezTo>
                  <a:cubicBezTo>
                    <a:pt x="70" y="119"/>
                    <a:pt x="69" y="119"/>
                    <a:pt x="68" y="118"/>
                  </a:cubicBezTo>
                  <a:cubicBezTo>
                    <a:pt x="68" y="118"/>
                    <a:pt x="67" y="117"/>
                    <a:pt x="67" y="116"/>
                  </a:cubicBezTo>
                  <a:cubicBezTo>
                    <a:pt x="66" y="115"/>
                    <a:pt x="67" y="113"/>
                    <a:pt x="68" y="112"/>
                  </a:cubicBezTo>
                  <a:cubicBezTo>
                    <a:pt x="68" y="111"/>
                    <a:pt x="69" y="110"/>
                    <a:pt x="70" y="110"/>
                  </a:cubicBezTo>
                  <a:cubicBezTo>
                    <a:pt x="72" y="109"/>
                    <a:pt x="73" y="109"/>
                    <a:pt x="74" y="110"/>
                  </a:cubicBezTo>
                  <a:cubicBezTo>
                    <a:pt x="75" y="111"/>
                    <a:pt x="75" y="111"/>
                    <a:pt x="76" y="112"/>
                  </a:cubicBezTo>
                  <a:cubicBezTo>
                    <a:pt x="76" y="113"/>
                    <a:pt x="76" y="113"/>
                    <a:pt x="76" y="113"/>
                  </a:cubicBezTo>
                  <a:cubicBezTo>
                    <a:pt x="76" y="114"/>
                    <a:pt x="75" y="114"/>
                    <a:pt x="75" y="114"/>
                  </a:cubicBezTo>
                  <a:cubicBezTo>
                    <a:pt x="75" y="114"/>
                    <a:pt x="75" y="114"/>
                    <a:pt x="74" y="114"/>
                  </a:cubicBezTo>
                  <a:cubicBezTo>
                    <a:pt x="74" y="114"/>
                    <a:pt x="74" y="113"/>
                    <a:pt x="74" y="113"/>
                  </a:cubicBezTo>
                  <a:cubicBezTo>
                    <a:pt x="74" y="113"/>
                    <a:pt x="74" y="113"/>
                    <a:pt x="74" y="113"/>
                  </a:cubicBezTo>
                  <a:cubicBezTo>
                    <a:pt x="74" y="112"/>
                    <a:pt x="74" y="112"/>
                    <a:pt x="74" y="111"/>
                  </a:cubicBezTo>
                  <a:cubicBezTo>
                    <a:pt x="74" y="111"/>
                    <a:pt x="74" y="111"/>
                    <a:pt x="73" y="111"/>
                  </a:cubicBezTo>
                  <a:cubicBezTo>
                    <a:pt x="72" y="110"/>
                    <a:pt x="72" y="110"/>
                    <a:pt x="70" y="111"/>
                  </a:cubicBezTo>
                  <a:cubicBezTo>
                    <a:pt x="70" y="111"/>
                    <a:pt x="69" y="111"/>
                    <a:pt x="69" y="112"/>
                  </a:cubicBezTo>
                  <a:cubicBezTo>
                    <a:pt x="68" y="113"/>
                    <a:pt x="68" y="114"/>
                    <a:pt x="68" y="115"/>
                  </a:cubicBezTo>
                  <a:cubicBezTo>
                    <a:pt x="68" y="116"/>
                    <a:pt x="68" y="117"/>
                    <a:pt x="69" y="117"/>
                  </a:cubicBezTo>
                  <a:cubicBezTo>
                    <a:pt x="71" y="118"/>
                    <a:pt x="72" y="118"/>
                    <a:pt x="74" y="117"/>
                  </a:cubicBezTo>
                  <a:cubicBezTo>
                    <a:pt x="74" y="117"/>
                    <a:pt x="74" y="117"/>
                    <a:pt x="74" y="117"/>
                  </a:cubicBezTo>
                  <a:close/>
                  <a:moveTo>
                    <a:pt x="83" y="111"/>
                  </a:moveTo>
                  <a:cubicBezTo>
                    <a:pt x="83" y="111"/>
                    <a:pt x="82" y="111"/>
                    <a:pt x="82" y="111"/>
                  </a:cubicBezTo>
                  <a:cubicBezTo>
                    <a:pt x="82" y="111"/>
                    <a:pt x="82" y="111"/>
                    <a:pt x="81" y="111"/>
                  </a:cubicBezTo>
                  <a:cubicBezTo>
                    <a:pt x="81" y="111"/>
                    <a:pt x="81" y="111"/>
                    <a:pt x="81" y="111"/>
                  </a:cubicBezTo>
                  <a:cubicBezTo>
                    <a:pt x="81" y="110"/>
                    <a:pt x="81" y="110"/>
                    <a:pt x="81" y="110"/>
                  </a:cubicBezTo>
                  <a:cubicBezTo>
                    <a:pt x="81" y="109"/>
                    <a:pt x="81" y="109"/>
                    <a:pt x="82" y="109"/>
                  </a:cubicBezTo>
                  <a:cubicBezTo>
                    <a:pt x="82" y="109"/>
                    <a:pt x="82" y="109"/>
                    <a:pt x="82" y="109"/>
                  </a:cubicBezTo>
                  <a:cubicBezTo>
                    <a:pt x="83" y="109"/>
                    <a:pt x="83" y="110"/>
                    <a:pt x="83" y="110"/>
                  </a:cubicBezTo>
                  <a:cubicBezTo>
                    <a:pt x="83" y="111"/>
                    <a:pt x="83" y="111"/>
                    <a:pt x="83" y="111"/>
                  </a:cubicBezTo>
                  <a:close/>
                  <a:moveTo>
                    <a:pt x="78" y="123"/>
                  </a:moveTo>
                  <a:cubicBezTo>
                    <a:pt x="74" y="121"/>
                    <a:pt x="74" y="121"/>
                    <a:pt x="74" y="121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5" y="121"/>
                    <a:pt x="76" y="121"/>
                    <a:pt x="76" y="120"/>
                  </a:cubicBezTo>
                  <a:cubicBezTo>
                    <a:pt x="78" y="115"/>
                    <a:pt x="78" y="115"/>
                    <a:pt x="78" y="115"/>
                  </a:cubicBezTo>
                  <a:cubicBezTo>
                    <a:pt x="79" y="115"/>
                    <a:pt x="79" y="114"/>
                    <a:pt x="78" y="114"/>
                  </a:cubicBezTo>
                  <a:cubicBezTo>
                    <a:pt x="78" y="114"/>
                    <a:pt x="78" y="114"/>
                    <a:pt x="78" y="114"/>
                  </a:cubicBezTo>
                  <a:cubicBezTo>
                    <a:pt x="78" y="113"/>
                    <a:pt x="78" y="113"/>
                    <a:pt x="78" y="113"/>
                  </a:cubicBezTo>
                  <a:cubicBezTo>
                    <a:pt x="81" y="114"/>
                    <a:pt x="81" y="114"/>
                    <a:pt x="81" y="114"/>
                  </a:cubicBezTo>
                  <a:cubicBezTo>
                    <a:pt x="78" y="121"/>
                    <a:pt x="78" y="121"/>
                    <a:pt x="78" y="121"/>
                  </a:cubicBezTo>
                  <a:cubicBezTo>
                    <a:pt x="77" y="122"/>
                    <a:pt x="78" y="123"/>
                    <a:pt x="78" y="123"/>
                  </a:cubicBezTo>
                  <a:cubicBezTo>
                    <a:pt x="78" y="123"/>
                    <a:pt x="78" y="123"/>
                    <a:pt x="78" y="123"/>
                  </a:cubicBezTo>
                  <a:close/>
                  <a:moveTo>
                    <a:pt x="89" y="124"/>
                  </a:moveTo>
                  <a:cubicBezTo>
                    <a:pt x="88" y="125"/>
                    <a:pt x="87" y="125"/>
                    <a:pt x="86" y="126"/>
                  </a:cubicBezTo>
                  <a:cubicBezTo>
                    <a:pt x="85" y="126"/>
                    <a:pt x="84" y="126"/>
                    <a:pt x="84" y="126"/>
                  </a:cubicBezTo>
                  <a:cubicBezTo>
                    <a:pt x="82" y="125"/>
                    <a:pt x="82" y="125"/>
                    <a:pt x="82" y="124"/>
                  </a:cubicBezTo>
                  <a:cubicBezTo>
                    <a:pt x="81" y="123"/>
                    <a:pt x="81" y="121"/>
                    <a:pt x="82" y="120"/>
                  </a:cubicBezTo>
                  <a:cubicBezTo>
                    <a:pt x="82" y="119"/>
                    <a:pt x="83" y="118"/>
                    <a:pt x="84" y="117"/>
                  </a:cubicBezTo>
                  <a:cubicBezTo>
                    <a:pt x="85" y="117"/>
                    <a:pt x="86" y="117"/>
                    <a:pt x="87" y="117"/>
                  </a:cubicBezTo>
                  <a:cubicBezTo>
                    <a:pt x="88" y="118"/>
                    <a:pt x="89" y="119"/>
                    <a:pt x="89" y="119"/>
                  </a:cubicBezTo>
                  <a:cubicBezTo>
                    <a:pt x="90" y="120"/>
                    <a:pt x="90" y="121"/>
                    <a:pt x="89" y="122"/>
                  </a:cubicBezTo>
                  <a:cubicBezTo>
                    <a:pt x="83" y="119"/>
                    <a:pt x="83" y="119"/>
                    <a:pt x="83" y="119"/>
                  </a:cubicBezTo>
                  <a:cubicBezTo>
                    <a:pt x="83" y="121"/>
                    <a:pt x="83" y="122"/>
                    <a:pt x="83" y="123"/>
                  </a:cubicBezTo>
                  <a:cubicBezTo>
                    <a:pt x="83" y="124"/>
                    <a:pt x="84" y="124"/>
                    <a:pt x="84" y="125"/>
                  </a:cubicBezTo>
                  <a:cubicBezTo>
                    <a:pt x="85" y="125"/>
                    <a:pt x="86" y="125"/>
                    <a:pt x="86" y="125"/>
                  </a:cubicBezTo>
                  <a:cubicBezTo>
                    <a:pt x="88" y="125"/>
                    <a:pt x="88" y="124"/>
                    <a:pt x="89" y="124"/>
                  </a:cubicBezTo>
                  <a:cubicBezTo>
                    <a:pt x="89" y="124"/>
                    <a:pt x="89" y="124"/>
                    <a:pt x="89" y="124"/>
                  </a:cubicBezTo>
                  <a:close/>
                  <a:moveTo>
                    <a:pt x="88" y="120"/>
                  </a:moveTo>
                  <a:cubicBezTo>
                    <a:pt x="88" y="119"/>
                    <a:pt x="88" y="118"/>
                    <a:pt x="87" y="117"/>
                  </a:cubicBezTo>
                  <a:cubicBezTo>
                    <a:pt x="86" y="117"/>
                    <a:pt x="84" y="117"/>
                    <a:pt x="84" y="119"/>
                  </a:cubicBezTo>
                  <a:cubicBezTo>
                    <a:pt x="88" y="120"/>
                    <a:pt x="88" y="120"/>
                    <a:pt x="88" y="120"/>
                  </a:cubicBezTo>
                  <a:close/>
                  <a:moveTo>
                    <a:pt x="98" y="131"/>
                  </a:moveTo>
                  <a:cubicBezTo>
                    <a:pt x="94" y="129"/>
                    <a:pt x="94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5" y="129"/>
                    <a:pt x="96" y="129"/>
                    <a:pt x="96" y="128"/>
                  </a:cubicBezTo>
                  <a:cubicBezTo>
                    <a:pt x="98" y="123"/>
                    <a:pt x="98" y="123"/>
                    <a:pt x="98" y="123"/>
                  </a:cubicBezTo>
                  <a:cubicBezTo>
                    <a:pt x="98" y="123"/>
                    <a:pt x="98" y="123"/>
                    <a:pt x="98" y="122"/>
                  </a:cubicBezTo>
                  <a:cubicBezTo>
                    <a:pt x="98" y="122"/>
                    <a:pt x="97" y="122"/>
                    <a:pt x="97" y="121"/>
                  </a:cubicBezTo>
                  <a:cubicBezTo>
                    <a:pt x="96" y="121"/>
                    <a:pt x="95" y="121"/>
                    <a:pt x="94" y="122"/>
                  </a:cubicBezTo>
                  <a:cubicBezTo>
                    <a:pt x="93" y="127"/>
                    <a:pt x="93" y="127"/>
                    <a:pt x="93" y="127"/>
                  </a:cubicBezTo>
                  <a:cubicBezTo>
                    <a:pt x="92" y="128"/>
                    <a:pt x="93" y="129"/>
                    <a:pt x="94" y="129"/>
                  </a:cubicBezTo>
                  <a:cubicBezTo>
                    <a:pt x="94" y="129"/>
                    <a:pt x="94" y="129"/>
                    <a:pt x="94" y="129"/>
                  </a:cubicBezTo>
                  <a:cubicBezTo>
                    <a:pt x="90" y="128"/>
                    <a:pt x="90" y="128"/>
                    <a:pt x="90" y="128"/>
                  </a:cubicBezTo>
                  <a:cubicBezTo>
                    <a:pt x="90" y="127"/>
                    <a:pt x="90" y="127"/>
                    <a:pt x="90" y="127"/>
                  </a:cubicBezTo>
                  <a:cubicBezTo>
                    <a:pt x="90" y="128"/>
                    <a:pt x="91" y="127"/>
                    <a:pt x="91" y="127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1"/>
                    <a:pt x="93" y="121"/>
                  </a:cubicBezTo>
                  <a:cubicBezTo>
                    <a:pt x="93" y="121"/>
                    <a:pt x="93" y="120"/>
                    <a:pt x="92" y="120"/>
                  </a:cubicBezTo>
                  <a:cubicBezTo>
                    <a:pt x="92" y="120"/>
                    <a:pt x="92" y="120"/>
                    <a:pt x="92" y="120"/>
                  </a:cubicBezTo>
                  <a:cubicBezTo>
                    <a:pt x="96" y="120"/>
                    <a:pt x="96" y="120"/>
                    <a:pt x="96" y="120"/>
                  </a:cubicBezTo>
                  <a:cubicBezTo>
                    <a:pt x="95" y="121"/>
                    <a:pt x="95" y="121"/>
                    <a:pt x="95" y="121"/>
                  </a:cubicBezTo>
                  <a:cubicBezTo>
                    <a:pt x="96" y="121"/>
                    <a:pt x="98" y="121"/>
                    <a:pt x="99" y="121"/>
                  </a:cubicBezTo>
                  <a:cubicBezTo>
                    <a:pt x="100" y="121"/>
                    <a:pt x="101" y="123"/>
                    <a:pt x="100" y="125"/>
                  </a:cubicBezTo>
                  <a:cubicBezTo>
                    <a:pt x="98" y="129"/>
                    <a:pt x="98" y="129"/>
                    <a:pt x="98" y="129"/>
                  </a:cubicBezTo>
                  <a:cubicBezTo>
                    <a:pt x="98" y="130"/>
                    <a:pt x="98" y="131"/>
                    <a:pt x="98" y="131"/>
                  </a:cubicBezTo>
                  <a:cubicBezTo>
                    <a:pt x="98" y="131"/>
                    <a:pt x="98" y="131"/>
                    <a:pt x="98" y="131"/>
                  </a:cubicBezTo>
                  <a:close/>
                  <a:moveTo>
                    <a:pt x="109" y="130"/>
                  </a:moveTo>
                  <a:cubicBezTo>
                    <a:pt x="108" y="131"/>
                    <a:pt x="107" y="132"/>
                    <a:pt x="107" y="132"/>
                  </a:cubicBezTo>
                  <a:cubicBezTo>
                    <a:pt x="106" y="133"/>
                    <a:pt x="105" y="133"/>
                    <a:pt x="104" y="133"/>
                  </a:cubicBezTo>
                  <a:cubicBezTo>
                    <a:pt x="103" y="132"/>
                    <a:pt x="102" y="132"/>
                    <a:pt x="102" y="131"/>
                  </a:cubicBezTo>
                  <a:cubicBezTo>
                    <a:pt x="101" y="129"/>
                    <a:pt x="101" y="128"/>
                    <a:pt x="101" y="127"/>
                  </a:cubicBezTo>
                  <a:cubicBezTo>
                    <a:pt x="102" y="126"/>
                    <a:pt x="102" y="125"/>
                    <a:pt x="103" y="124"/>
                  </a:cubicBezTo>
                  <a:cubicBezTo>
                    <a:pt x="104" y="123"/>
                    <a:pt x="106" y="123"/>
                    <a:pt x="107" y="123"/>
                  </a:cubicBezTo>
                  <a:cubicBezTo>
                    <a:pt x="108" y="123"/>
                    <a:pt x="108" y="123"/>
                    <a:pt x="109" y="124"/>
                  </a:cubicBezTo>
                  <a:cubicBezTo>
                    <a:pt x="109" y="125"/>
                    <a:pt x="110" y="125"/>
                    <a:pt x="109" y="126"/>
                  </a:cubicBezTo>
                  <a:cubicBezTo>
                    <a:pt x="109" y="126"/>
                    <a:pt x="109" y="126"/>
                    <a:pt x="109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6"/>
                    <a:pt x="108" y="126"/>
                    <a:pt x="108" y="126"/>
                  </a:cubicBezTo>
                  <a:cubicBezTo>
                    <a:pt x="108" y="125"/>
                    <a:pt x="108" y="125"/>
                    <a:pt x="108" y="125"/>
                  </a:cubicBezTo>
                  <a:cubicBezTo>
                    <a:pt x="108" y="125"/>
                    <a:pt x="108" y="124"/>
                    <a:pt x="108" y="124"/>
                  </a:cubicBezTo>
                  <a:cubicBezTo>
                    <a:pt x="107" y="123"/>
                    <a:pt x="107" y="123"/>
                    <a:pt x="107" y="123"/>
                  </a:cubicBezTo>
                  <a:cubicBezTo>
                    <a:pt x="106" y="123"/>
                    <a:pt x="105" y="123"/>
                    <a:pt x="104" y="124"/>
                  </a:cubicBezTo>
                  <a:cubicBezTo>
                    <a:pt x="104" y="124"/>
                    <a:pt x="104" y="125"/>
                    <a:pt x="103" y="126"/>
                  </a:cubicBezTo>
                  <a:cubicBezTo>
                    <a:pt x="103" y="127"/>
                    <a:pt x="103" y="128"/>
                    <a:pt x="104" y="129"/>
                  </a:cubicBezTo>
                  <a:cubicBezTo>
                    <a:pt x="104" y="129"/>
                    <a:pt x="105" y="130"/>
                    <a:pt x="106" y="130"/>
                  </a:cubicBezTo>
                  <a:cubicBezTo>
                    <a:pt x="106" y="131"/>
                    <a:pt x="107" y="131"/>
                    <a:pt x="109" y="130"/>
                  </a:cubicBezTo>
                  <a:cubicBezTo>
                    <a:pt x="109" y="130"/>
                    <a:pt x="109" y="130"/>
                    <a:pt x="109" y="130"/>
                  </a:cubicBezTo>
                  <a:close/>
                  <a:moveTo>
                    <a:pt x="119" y="132"/>
                  </a:moveTo>
                  <a:cubicBezTo>
                    <a:pt x="118" y="133"/>
                    <a:pt x="118" y="133"/>
                    <a:pt x="117" y="134"/>
                  </a:cubicBezTo>
                  <a:cubicBezTo>
                    <a:pt x="116" y="134"/>
                    <a:pt x="115" y="135"/>
                    <a:pt x="114" y="134"/>
                  </a:cubicBezTo>
                  <a:cubicBezTo>
                    <a:pt x="113" y="134"/>
                    <a:pt x="112" y="133"/>
                    <a:pt x="112" y="133"/>
                  </a:cubicBezTo>
                  <a:cubicBezTo>
                    <a:pt x="111" y="131"/>
                    <a:pt x="111" y="130"/>
                    <a:pt x="111" y="129"/>
                  </a:cubicBezTo>
                  <a:cubicBezTo>
                    <a:pt x="112" y="128"/>
                    <a:pt x="112" y="127"/>
                    <a:pt x="113" y="126"/>
                  </a:cubicBezTo>
                  <a:cubicBezTo>
                    <a:pt x="114" y="125"/>
                    <a:pt x="115" y="125"/>
                    <a:pt x="116" y="125"/>
                  </a:cubicBezTo>
                  <a:cubicBezTo>
                    <a:pt x="118" y="125"/>
                    <a:pt x="118" y="126"/>
                    <a:pt x="119" y="127"/>
                  </a:cubicBezTo>
                  <a:cubicBezTo>
                    <a:pt x="119" y="127"/>
                    <a:pt x="120" y="128"/>
                    <a:pt x="119" y="129"/>
                  </a:cubicBezTo>
                  <a:cubicBezTo>
                    <a:pt x="113" y="128"/>
                    <a:pt x="113" y="128"/>
                    <a:pt x="113" y="128"/>
                  </a:cubicBezTo>
                  <a:cubicBezTo>
                    <a:pt x="112" y="129"/>
                    <a:pt x="113" y="131"/>
                    <a:pt x="113" y="131"/>
                  </a:cubicBezTo>
                  <a:cubicBezTo>
                    <a:pt x="114" y="132"/>
                    <a:pt x="114" y="133"/>
                    <a:pt x="115" y="133"/>
                  </a:cubicBezTo>
                  <a:cubicBezTo>
                    <a:pt x="116" y="133"/>
                    <a:pt x="116" y="133"/>
                    <a:pt x="117" y="133"/>
                  </a:cubicBezTo>
                  <a:cubicBezTo>
                    <a:pt x="118" y="133"/>
                    <a:pt x="118" y="132"/>
                    <a:pt x="119" y="132"/>
                  </a:cubicBezTo>
                  <a:cubicBezTo>
                    <a:pt x="119" y="132"/>
                    <a:pt x="119" y="132"/>
                    <a:pt x="119" y="132"/>
                  </a:cubicBezTo>
                  <a:close/>
                  <a:moveTo>
                    <a:pt x="117" y="129"/>
                  </a:moveTo>
                  <a:cubicBezTo>
                    <a:pt x="117" y="127"/>
                    <a:pt x="116" y="126"/>
                    <a:pt x="115" y="126"/>
                  </a:cubicBezTo>
                  <a:cubicBezTo>
                    <a:pt x="114" y="125"/>
                    <a:pt x="113" y="126"/>
                    <a:pt x="112" y="128"/>
                  </a:cubicBezTo>
                  <a:cubicBezTo>
                    <a:pt x="117" y="129"/>
                    <a:pt x="117" y="129"/>
                    <a:pt x="117" y="129"/>
                  </a:cubicBezTo>
                  <a:close/>
                  <a:moveTo>
                    <a:pt x="133" y="135"/>
                  </a:moveTo>
                  <a:cubicBezTo>
                    <a:pt x="132" y="136"/>
                    <a:pt x="132" y="136"/>
                    <a:pt x="132" y="136"/>
                  </a:cubicBezTo>
                  <a:cubicBezTo>
                    <a:pt x="132" y="137"/>
                    <a:pt x="131" y="137"/>
                    <a:pt x="131" y="137"/>
                  </a:cubicBezTo>
                  <a:cubicBezTo>
                    <a:pt x="130" y="137"/>
                    <a:pt x="130" y="136"/>
                    <a:pt x="130" y="135"/>
                  </a:cubicBezTo>
                  <a:cubicBezTo>
                    <a:pt x="130" y="135"/>
                    <a:pt x="129" y="136"/>
                    <a:pt x="128" y="136"/>
                  </a:cubicBezTo>
                  <a:cubicBezTo>
                    <a:pt x="128" y="136"/>
                    <a:pt x="127" y="136"/>
                    <a:pt x="127" y="136"/>
                  </a:cubicBezTo>
                  <a:cubicBezTo>
                    <a:pt x="126" y="136"/>
                    <a:pt x="126" y="136"/>
                    <a:pt x="125" y="135"/>
                  </a:cubicBezTo>
                  <a:cubicBezTo>
                    <a:pt x="125" y="135"/>
                    <a:pt x="125" y="135"/>
                    <a:pt x="125" y="134"/>
                  </a:cubicBezTo>
                  <a:cubicBezTo>
                    <a:pt x="125" y="133"/>
                    <a:pt x="126" y="132"/>
                    <a:pt x="127" y="131"/>
                  </a:cubicBezTo>
                  <a:cubicBezTo>
                    <a:pt x="128" y="131"/>
                    <a:pt x="129" y="130"/>
                    <a:pt x="130" y="130"/>
                  </a:cubicBezTo>
                  <a:cubicBezTo>
                    <a:pt x="130" y="129"/>
                    <a:pt x="130" y="129"/>
                    <a:pt x="130" y="129"/>
                  </a:cubicBezTo>
                  <a:cubicBezTo>
                    <a:pt x="130" y="128"/>
                    <a:pt x="130" y="127"/>
                    <a:pt x="129" y="127"/>
                  </a:cubicBezTo>
                  <a:cubicBezTo>
                    <a:pt x="128" y="127"/>
                    <a:pt x="128" y="127"/>
                    <a:pt x="128" y="128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9"/>
                    <a:pt x="128" y="129"/>
                    <a:pt x="127" y="129"/>
                  </a:cubicBezTo>
                  <a:cubicBezTo>
                    <a:pt x="127" y="130"/>
                    <a:pt x="127" y="130"/>
                    <a:pt x="126" y="130"/>
                  </a:cubicBezTo>
                  <a:cubicBezTo>
                    <a:pt x="126" y="130"/>
                    <a:pt x="126" y="130"/>
                    <a:pt x="126" y="129"/>
                  </a:cubicBezTo>
                  <a:cubicBezTo>
                    <a:pt x="125" y="129"/>
                    <a:pt x="125" y="129"/>
                    <a:pt x="126" y="129"/>
                  </a:cubicBezTo>
                  <a:cubicBezTo>
                    <a:pt x="126" y="128"/>
                    <a:pt x="126" y="128"/>
                    <a:pt x="127" y="127"/>
                  </a:cubicBezTo>
                  <a:cubicBezTo>
                    <a:pt x="128" y="127"/>
                    <a:pt x="128" y="127"/>
                    <a:pt x="129" y="127"/>
                  </a:cubicBezTo>
                  <a:cubicBezTo>
                    <a:pt x="130" y="127"/>
                    <a:pt x="131" y="127"/>
                    <a:pt x="132" y="128"/>
                  </a:cubicBezTo>
                  <a:cubicBezTo>
                    <a:pt x="132" y="128"/>
                    <a:pt x="132" y="129"/>
                    <a:pt x="132" y="130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2" y="135"/>
                  </a:cubicBezTo>
                  <a:cubicBezTo>
                    <a:pt x="132" y="135"/>
                    <a:pt x="132" y="135"/>
                    <a:pt x="133" y="135"/>
                  </a:cubicBezTo>
                  <a:cubicBezTo>
                    <a:pt x="133" y="135"/>
                    <a:pt x="133" y="135"/>
                    <a:pt x="133" y="135"/>
                  </a:cubicBezTo>
                  <a:close/>
                  <a:moveTo>
                    <a:pt x="130" y="134"/>
                  </a:moveTo>
                  <a:cubicBezTo>
                    <a:pt x="130" y="131"/>
                    <a:pt x="130" y="131"/>
                    <a:pt x="130" y="131"/>
                  </a:cubicBezTo>
                  <a:cubicBezTo>
                    <a:pt x="129" y="131"/>
                    <a:pt x="128" y="131"/>
                    <a:pt x="128" y="131"/>
                  </a:cubicBezTo>
                  <a:cubicBezTo>
                    <a:pt x="127" y="132"/>
                    <a:pt x="126" y="132"/>
                    <a:pt x="126" y="133"/>
                  </a:cubicBezTo>
                  <a:cubicBezTo>
                    <a:pt x="126" y="134"/>
                    <a:pt x="127" y="135"/>
                    <a:pt x="128" y="135"/>
                  </a:cubicBezTo>
                  <a:cubicBezTo>
                    <a:pt x="128" y="135"/>
                    <a:pt x="129" y="135"/>
                    <a:pt x="130" y="134"/>
                  </a:cubicBezTo>
                  <a:close/>
                  <a:moveTo>
                    <a:pt x="144" y="136"/>
                  </a:move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0" y="136"/>
                    <a:pt x="140" y="136"/>
                  </a:cubicBezTo>
                  <a:cubicBezTo>
                    <a:pt x="140" y="136"/>
                    <a:pt x="141" y="135"/>
                    <a:pt x="141" y="135"/>
                  </a:cubicBezTo>
                  <a:cubicBezTo>
                    <a:pt x="141" y="129"/>
                    <a:pt x="141" y="129"/>
                    <a:pt x="141" y="129"/>
                  </a:cubicBezTo>
                  <a:cubicBezTo>
                    <a:pt x="141" y="129"/>
                    <a:pt x="141" y="129"/>
                    <a:pt x="140" y="128"/>
                  </a:cubicBezTo>
                  <a:cubicBezTo>
                    <a:pt x="140" y="128"/>
                    <a:pt x="140" y="128"/>
                    <a:pt x="139" y="128"/>
                  </a:cubicBezTo>
                  <a:cubicBezTo>
                    <a:pt x="138" y="128"/>
                    <a:pt x="138" y="128"/>
                    <a:pt x="137" y="129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5"/>
                    <a:pt x="137" y="136"/>
                    <a:pt x="138" y="136"/>
                  </a:cubicBezTo>
                  <a:cubicBezTo>
                    <a:pt x="138" y="136"/>
                    <a:pt x="138" y="136"/>
                    <a:pt x="138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34" y="136"/>
                    <a:pt x="135" y="135"/>
                    <a:pt x="135" y="135"/>
                  </a:cubicBezTo>
                  <a:cubicBezTo>
                    <a:pt x="135" y="129"/>
                    <a:pt x="135" y="129"/>
                    <a:pt x="135" y="129"/>
                  </a:cubicBezTo>
                  <a:cubicBezTo>
                    <a:pt x="135" y="129"/>
                    <a:pt x="135" y="128"/>
                    <a:pt x="134" y="128"/>
                  </a:cubicBezTo>
                  <a:cubicBezTo>
                    <a:pt x="134" y="128"/>
                    <a:pt x="134" y="128"/>
                    <a:pt x="133" y="128"/>
                  </a:cubicBezTo>
                  <a:cubicBezTo>
                    <a:pt x="133" y="128"/>
                    <a:pt x="133" y="128"/>
                    <a:pt x="133" y="128"/>
                  </a:cubicBezTo>
                  <a:cubicBezTo>
                    <a:pt x="136" y="127"/>
                    <a:pt x="136" y="127"/>
                    <a:pt x="136" y="127"/>
                  </a:cubicBezTo>
                  <a:cubicBezTo>
                    <a:pt x="136" y="128"/>
                    <a:pt x="136" y="128"/>
                    <a:pt x="136" y="128"/>
                  </a:cubicBezTo>
                  <a:cubicBezTo>
                    <a:pt x="137" y="127"/>
                    <a:pt x="138" y="127"/>
                    <a:pt x="140" y="127"/>
                  </a:cubicBezTo>
                  <a:cubicBezTo>
                    <a:pt x="141" y="127"/>
                    <a:pt x="142" y="127"/>
                    <a:pt x="142" y="130"/>
                  </a:cubicBezTo>
                  <a:cubicBezTo>
                    <a:pt x="142" y="135"/>
                    <a:pt x="142" y="135"/>
                    <a:pt x="142" y="135"/>
                  </a:cubicBezTo>
                  <a:cubicBezTo>
                    <a:pt x="143" y="135"/>
                    <a:pt x="143" y="136"/>
                    <a:pt x="144" y="136"/>
                  </a:cubicBezTo>
                  <a:cubicBezTo>
                    <a:pt x="144" y="136"/>
                    <a:pt x="144" y="136"/>
                    <a:pt x="144" y="136"/>
                  </a:cubicBezTo>
                  <a:close/>
                  <a:moveTo>
                    <a:pt x="155" y="134"/>
                  </a:moveTo>
                  <a:cubicBezTo>
                    <a:pt x="154" y="135"/>
                    <a:pt x="153" y="135"/>
                    <a:pt x="152" y="136"/>
                  </a:cubicBezTo>
                  <a:cubicBezTo>
                    <a:pt x="152" y="134"/>
                    <a:pt x="152" y="134"/>
                    <a:pt x="152" y="134"/>
                  </a:cubicBezTo>
                  <a:cubicBezTo>
                    <a:pt x="151" y="135"/>
                    <a:pt x="150" y="136"/>
                    <a:pt x="149" y="136"/>
                  </a:cubicBezTo>
                  <a:cubicBezTo>
                    <a:pt x="148" y="136"/>
                    <a:pt x="148" y="136"/>
                    <a:pt x="147" y="135"/>
                  </a:cubicBezTo>
                  <a:cubicBezTo>
                    <a:pt x="146" y="134"/>
                    <a:pt x="145" y="133"/>
                    <a:pt x="145" y="131"/>
                  </a:cubicBezTo>
                  <a:cubicBezTo>
                    <a:pt x="145" y="130"/>
                    <a:pt x="146" y="129"/>
                    <a:pt x="146" y="128"/>
                  </a:cubicBezTo>
                  <a:cubicBezTo>
                    <a:pt x="146" y="127"/>
                    <a:pt x="148" y="126"/>
                    <a:pt x="149" y="126"/>
                  </a:cubicBezTo>
                  <a:cubicBezTo>
                    <a:pt x="150" y="126"/>
                    <a:pt x="150" y="126"/>
                    <a:pt x="151" y="127"/>
                  </a:cubicBezTo>
                  <a:cubicBezTo>
                    <a:pt x="150" y="124"/>
                    <a:pt x="150" y="124"/>
                    <a:pt x="150" y="124"/>
                  </a:cubicBezTo>
                  <a:cubicBezTo>
                    <a:pt x="150" y="123"/>
                    <a:pt x="150" y="123"/>
                    <a:pt x="150" y="123"/>
                  </a:cubicBezTo>
                  <a:cubicBezTo>
                    <a:pt x="150" y="123"/>
                    <a:pt x="150" y="123"/>
                    <a:pt x="149" y="123"/>
                  </a:cubicBezTo>
                  <a:cubicBezTo>
                    <a:pt x="149" y="123"/>
                    <a:pt x="149" y="123"/>
                    <a:pt x="149" y="123"/>
                  </a:cubicBezTo>
                  <a:cubicBezTo>
                    <a:pt x="150" y="123"/>
                    <a:pt x="150" y="122"/>
                    <a:pt x="152" y="121"/>
                  </a:cubicBezTo>
                  <a:cubicBezTo>
                    <a:pt x="153" y="133"/>
                    <a:pt x="153" y="133"/>
                    <a:pt x="153" y="133"/>
                  </a:cubicBezTo>
                  <a:cubicBezTo>
                    <a:pt x="153" y="134"/>
                    <a:pt x="153" y="134"/>
                    <a:pt x="153" y="134"/>
                  </a:cubicBezTo>
                  <a:cubicBezTo>
                    <a:pt x="154" y="134"/>
                    <a:pt x="155" y="134"/>
                    <a:pt x="155" y="134"/>
                  </a:cubicBezTo>
                  <a:cubicBezTo>
                    <a:pt x="155" y="134"/>
                    <a:pt x="155" y="134"/>
                    <a:pt x="155" y="134"/>
                  </a:cubicBezTo>
                  <a:close/>
                  <a:moveTo>
                    <a:pt x="152" y="133"/>
                  </a:moveTo>
                  <a:cubicBezTo>
                    <a:pt x="152" y="129"/>
                    <a:pt x="152" y="129"/>
                    <a:pt x="152" y="129"/>
                  </a:cubicBezTo>
                  <a:cubicBezTo>
                    <a:pt x="152" y="128"/>
                    <a:pt x="151" y="128"/>
                    <a:pt x="151" y="127"/>
                  </a:cubicBezTo>
                  <a:cubicBezTo>
                    <a:pt x="150" y="127"/>
                    <a:pt x="150" y="127"/>
                    <a:pt x="149" y="127"/>
                  </a:cubicBezTo>
                  <a:cubicBezTo>
                    <a:pt x="148" y="127"/>
                    <a:pt x="148" y="127"/>
                    <a:pt x="147" y="128"/>
                  </a:cubicBezTo>
                  <a:cubicBezTo>
                    <a:pt x="147" y="129"/>
                    <a:pt x="147" y="130"/>
                    <a:pt x="147" y="131"/>
                  </a:cubicBezTo>
                  <a:cubicBezTo>
                    <a:pt x="147" y="132"/>
                    <a:pt x="147" y="133"/>
                    <a:pt x="148" y="134"/>
                  </a:cubicBezTo>
                  <a:cubicBezTo>
                    <a:pt x="148" y="135"/>
                    <a:pt x="149" y="135"/>
                    <a:pt x="150" y="135"/>
                  </a:cubicBezTo>
                  <a:cubicBezTo>
                    <a:pt x="150" y="135"/>
                    <a:pt x="150" y="135"/>
                    <a:pt x="151" y="135"/>
                  </a:cubicBezTo>
                  <a:cubicBezTo>
                    <a:pt x="152" y="134"/>
                    <a:pt x="152" y="134"/>
                    <a:pt x="152" y="133"/>
                  </a:cubicBezTo>
                  <a:close/>
                  <a:moveTo>
                    <a:pt x="170" y="122"/>
                  </a:moveTo>
                  <a:cubicBezTo>
                    <a:pt x="170" y="122"/>
                    <a:pt x="170" y="122"/>
                    <a:pt x="170" y="122"/>
                  </a:cubicBezTo>
                  <a:cubicBezTo>
                    <a:pt x="169" y="121"/>
                    <a:pt x="169" y="120"/>
                    <a:pt x="169" y="120"/>
                  </a:cubicBezTo>
                  <a:cubicBezTo>
                    <a:pt x="168" y="120"/>
                    <a:pt x="168" y="120"/>
                    <a:pt x="167" y="120"/>
                  </a:cubicBezTo>
                  <a:cubicBezTo>
                    <a:pt x="165" y="120"/>
                    <a:pt x="165" y="120"/>
                    <a:pt x="165" y="120"/>
                  </a:cubicBezTo>
                  <a:cubicBezTo>
                    <a:pt x="167" y="131"/>
                    <a:pt x="167" y="131"/>
                    <a:pt x="167" y="131"/>
                  </a:cubicBezTo>
                  <a:cubicBezTo>
                    <a:pt x="168" y="132"/>
                    <a:pt x="168" y="132"/>
                    <a:pt x="170" y="132"/>
                  </a:cubicBezTo>
                  <a:cubicBezTo>
                    <a:pt x="170" y="132"/>
                    <a:pt x="170" y="132"/>
                    <a:pt x="170" y="132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4" y="133"/>
                    <a:pt x="164" y="133"/>
                    <a:pt x="164" y="133"/>
                  </a:cubicBezTo>
                  <a:cubicBezTo>
                    <a:pt x="165" y="133"/>
                    <a:pt x="166" y="132"/>
                    <a:pt x="165" y="131"/>
                  </a:cubicBezTo>
                  <a:cubicBezTo>
                    <a:pt x="163" y="121"/>
                    <a:pt x="163" y="121"/>
                    <a:pt x="163" y="121"/>
                  </a:cubicBezTo>
                  <a:cubicBezTo>
                    <a:pt x="161" y="121"/>
                    <a:pt x="161" y="121"/>
                    <a:pt x="161" y="121"/>
                  </a:cubicBezTo>
                  <a:cubicBezTo>
                    <a:pt x="160" y="121"/>
                    <a:pt x="160" y="122"/>
                    <a:pt x="159" y="122"/>
                  </a:cubicBezTo>
                  <a:cubicBezTo>
                    <a:pt x="159" y="123"/>
                    <a:pt x="159" y="123"/>
                    <a:pt x="159" y="124"/>
                  </a:cubicBezTo>
                  <a:cubicBezTo>
                    <a:pt x="159" y="124"/>
                    <a:pt x="159" y="124"/>
                    <a:pt x="159" y="124"/>
                  </a:cubicBezTo>
                  <a:cubicBezTo>
                    <a:pt x="158" y="121"/>
                    <a:pt x="158" y="121"/>
                    <a:pt x="158" y="121"/>
                  </a:cubicBezTo>
                  <a:cubicBezTo>
                    <a:pt x="169" y="118"/>
                    <a:pt x="169" y="118"/>
                    <a:pt x="169" y="118"/>
                  </a:cubicBezTo>
                  <a:cubicBezTo>
                    <a:pt x="170" y="122"/>
                    <a:pt x="170" y="122"/>
                    <a:pt x="170" y="122"/>
                  </a:cubicBezTo>
                  <a:close/>
                  <a:moveTo>
                    <a:pt x="181" y="125"/>
                  </a:moveTo>
                  <a:cubicBezTo>
                    <a:pt x="181" y="126"/>
                    <a:pt x="181" y="127"/>
                    <a:pt x="180" y="128"/>
                  </a:cubicBezTo>
                  <a:cubicBezTo>
                    <a:pt x="180" y="129"/>
                    <a:pt x="179" y="130"/>
                    <a:pt x="178" y="130"/>
                  </a:cubicBezTo>
                  <a:cubicBezTo>
                    <a:pt x="177" y="131"/>
                    <a:pt x="176" y="131"/>
                    <a:pt x="176" y="130"/>
                  </a:cubicBezTo>
                  <a:cubicBezTo>
                    <a:pt x="174" y="129"/>
                    <a:pt x="174" y="128"/>
                    <a:pt x="173" y="127"/>
                  </a:cubicBezTo>
                  <a:cubicBezTo>
                    <a:pt x="173" y="126"/>
                    <a:pt x="173" y="125"/>
                    <a:pt x="173" y="123"/>
                  </a:cubicBezTo>
                  <a:cubicBezTo>
                    <a:pt x="174" y="122"/>
                    <a:pt x="174" y="121"/>
                    <a:pt x="176" y="121"/>
                  </a:cubicBezTo>
                  <a:cubicBezTo>
                    <a:pt x="177" y="121"/>
                    <a:pt x="178" y="121"/>
                    <a:pt x="178" y="121"/>
                  </a:cubicBezTo>
                  <a:cubicBezTo>
                    <a:pt x="179" y="121"/>
                    <a:pt x="180" y="122"/>
                    <a:pt x="180" y="123"/>
                  </a:cubicBezTo>
                  <a:cubicBezTo>
                    <a:pt x="174" y="125"/>
                    <a:pt x="174" y="125"/>
                    <a:pt x="174" y="125"/>
                  </a:cubicBezTo>
                  <a:cubicBezTo>
                    <a:pt x="175" y="126"/>
                    <a:pt x="176" y="127"/>
                    <a:pt x="176" y="128"/>
                  </a:cubicBezTo>
                  <a:cubicBezTo>
                    <a:pt x="177" y="129"/>
                    <a:pt x="178" y="129"/>
                    <a:pt x="179" y="128"/>
                  </a:cubicBezTo>
                  <a:cubicBezTo>
                    <a:pt x="180" y="128"/>
                    <a:pt x="180" y="127"/>
                    <a:pt x="181" y="127"/>
                  </a:cubicBezTo>
                  <a:cubicBezTo>
                    <a:pt x="180" y="127"/>
                    <a:pt x="181" y="126"/>
                    <a:pt x="181" y="125"/>
                  </a:cubicBezTo>
                  <a:cubicBezTo>
                    <a:pt x="181" y="125"/>
                    <a:pt x="181" y="125"/>
                    <a:pt x="181" y="125"/>
                  </a:cubicBezTo>
                  <a:close/>
                  <a:moveTo>
                    <a:pt x="178" y="123"/>
                  </a:moveTo>
                  <a:cubicBezTo>
                    <a:pt x="177" y="122"/>
                    <a:pt x="176" y="121"/>
                    <a:pt x="175" y="122"/>
                  </a:cubicBezTo>
                  <a:cubicBezTo>
                    <a:pt x="174" y="122"/>
                    <a:pt x="173" y="123"/>
                    <a:pt x="173" y="125"/>
                  </a:cubicBezTo>
                  <a:cubicBezTo>
                    <a:pt x="178" y="123"/>
                    <a:pt x="178" y="123"/>
                    <a:pt x="178" y="123"/>
                  </a:cubicBezTo>
                  <a:close/>
                  <a:moveTo>
                    <a:pt x="190" y="122"/>
                  </a:moveTo>
                  <a:cubicBezTo>
                    <a:pt x="190" y="123"/>
                    <a:pt x="190" y="124"/>
                    <a:pt x="190" y="125"/>
                  </a:cubicBezTo>
                  <a:cubicBezTo>
                    <a:pt x="189" y="126"/>
                    <a:pt x="188" y="127"/>
                    <a:pt x="188" y="127"/>
                  </a:cubicBezTo>
                  <a:cubicBezTo>
                    <a:pt x="186" y="127"/>
                    <a:pt x="186" y="127"/>
                    <a:pt x="184" y="127"/>
                  </a:cubicBezTo>
                  <a:cubicBezTo>
                    <a:pt x="183" y="127"/>
                    <a:pt x="182" y="125"/>
                    <a:pt x="182" y="124"/>
                  </a:cubicBezTo>
                  <a:cubicBezTo>
                    <a:pt x="182" y="123"/>
                    <a:pt x="182" y="122"/>
                    <a:pt x="182" y="121"/>
                  </a:cubicBezTo>
                  <a:cubicBezTo>
                    <a:pt x="182" y="119"/>
                    <a:pt x="183" y="119"/>
                    <a:pt x="185" y="118"/>
                  </a:cubicBezTo>
                  <a:cubicBezTo>
                    <a:pt x="186" y="118"/>
                    <a:pt x="186" y="118"/>
                    <a:pt x="187" y="118"/>
                  </a:cubicBezTo>
                  <a:cubicBezTo>
                    <a:pt x="188" y="118"/>
                    <a:pt x="188" y="118"/>
                    <a:pt x="188" y="119"/>
                  </a:cubicBezTo>
                  <a:cubicBezTo>
                    <a:pt x="188" y="119"/>
                    <a:pt x="188" y="119"/>
                    <a:pt x="188" y="119"/>
                  </a:cubicBezTo>
                  <a:cubicBezTo>
                    <a:pt x="188" y="120"/>
                    <a:pt x="188" y="120"/>
                    <a:pt x="188" y="120"/>
                  </a:cubicBezTo>
                  <a:cubicBezTo>
                    <a:pt x="188" y="120"/>
                    <a:pt x="188" y="120"/>
                    <a:pt x="187" y="120"/>
                  </a:cubicBezTo>
                  <a:cubicBezTo>
                    <a:pt x="187" y="120"/>
                    <a:pt x="187" y="119"/>
                    <a:pt x="187" y="119"/>
                  </a:cubicBezTo>
                  <a:cubicBezTo>
                    <a:pt x="187" y="119"/>
                    <a:pt x="186" y="119"/>
                    <a:pt x="186" y="119"/>
                  </a:cubicBezTo>
                  <a:cubicBezTo>
                    <a:pt x="186" y="119"/>
                    <a:pt x="185" y="119"/>
                    <a:pt x="185" y="119"/>
                  </a:cubicBezTo>
                  <a:cubicBezTo>
                    <a:pt x="184" y="119"/>
                    <a:pt x="183" y="120"/>
                    <a:pt x="183" y="121"/>
                  </a:cubicBezTo>
                  <a:cubicBezTo>
                    <a:pt x="183" y="121"/>
                    <a:pt x="183" y="122"/>
                    <a:pt x="184" y="123"/>
                  </a:cubicBezTo>
                  <a:cubicBezTo>
                    <a:pt x="184" y="124"/>
                    <a:pt x="185" y="125"/>
                    <a:pt x="186" y="125"/>
                  </a:cubicBezTo>
                  <a:cubicBezTo>
                    <a:pt x="186" y="126"/>
                    <a:pt x="187" y="126"/>
                    <a:pt x="188" y="126"/>
                  </a:cubicBezTo>
                  <a:cubicBezTo>
                    <a:pt x="189" y="125"/>
                    <a:pt x="190" y="124"/>
                    <a:pt x="190" y="122"/>
                  </a:cubicBezTo>
                  <a:cubicBezTo>
                    <a:pt x="190" y="122"/>
                    <a:pt x="190" y="122"/>
                    <a:pt x="190" y="122"/>
                  </a:cubicBezTo>
                  <a:close/>
                  <a:moveTo>
                    <a:pt x="202" y="120"/>
                  </a:moveTo>
                  <a:cubicBezTo>
                    <a:pt x="198" y="122"/>
                    <a:pt x="198" y="122"/>
                    <a:pt x="198" y="122"/>
                  </a:cubicBezTo>
                  <a:cubicBezTo>
                    <a:pt x="198" y="121"/>
                    <a:pt x="198" y="121"/>
                    <a:pt x="198" y="121"/>
                  </a:cubicBezTo>
                  <a:cubicBezTo>
                    <a:pt x="199" y="121"/>
                    <a:pt x="199" y="121"/>
                    <a:pt x="198" y="120"/>
                  </a:cubicBezTo>
                  <a:cubicBezTo>
                    <a:pt x="196" y="115"/>
                    <a:pt x="196" y="115"/>
                    <a:pt x="196" y="115"/>
                  </a:cubicBezTo>
                  <a:cubicBezTo>
                    <a:pt x="195" y="114"/>
                    <a:pt x="195" y="114"/>
                    <a:pt x="194" y="115"/>
                  </a:cubicBezTo>
                  <a:cubicBezTo>
                    <a:pt x="193" y="115"/>
                    <a:pt x="192" y="116"/>
                    <a:pt x="192" y="117"/>
                  </a:cubicBezTo>
                  <a:cubicBezTo>
                    <a:pt x="194" y="121"/>
                    <a:pt x="194" y="121"/>
                    <a:pt x="194" y="121"/>
                  </a:cubicBezTo>
                  <a:cubicBezTo>
                    <a:pt x="195" y="122"/>
                    <a:pt x="196" y="122"/>
                    <a:pt x="196" y="122"/>
                  </a:cubicBezTo>
                  <a:cubicBezTo>
                    <a:pt x="196" y="122"/>
                    <a:pt x="196" y="122"/>
                    <a:pt x="196" y="122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2" y="124"/>
                    <a:pt x="192" y="124"/>
                    <a:pt x="192" y="124"/>
                  </a:cubicBezTo>
                  <a:cubicBezTo>
                    <a:pt x="193" y="123"/>
                    <a:pt x="193" y="123"/>
                    <a:pt x="192" y="122"/>
                  </a:cubicBezTo>
                  <a:cubicBezTo>
                    <a:pt x="188" y="113"/>
                    <a:pt x="188" y="113"/>
                    <a:pt x="188" y="113"/>
                  </a:cubicBezTo>
                  <a:cubicBezTo>
                    <a:pt x="187" y="113"/>
                    <a:pt x="187" y="113"/>
                    <a:pt x="187" y="113"/>
                  </a:cubicBezTo>
                  <a:cubicBezTo>
                    <a:pt x="187" y="113"/>
                    <a:pt x="186" y="113"/>
                    <a:pt x="186" y="113"/>
                  </a:cubicBezTo>
                  <a:cubicBezTo>
                    <a:pt x="186" y="113"/>
                    <a:pt x="186" y="113"/>
                    <a:pt x="186" y="113"/>
                  </a:cubicBezTo>
                  <a:cubicBezTo>
                    <a:pt x="186" y="112"/>
                    <a:pt x="187" y="111"/>
                    <a:pt x="188" y="110"/>
                  </a:cubicBezTo>
                  <a:cubicBezTo>
                    <a:pt x="191" y="116"/>
                    <a:pt x="191" y="116"/>
                    <a:pt x="191" y="116"/>
                  </a:cubicBezTo>
                  <a:cubicBezTo>
                    <a:pt x="192" y="114"/>
                    <a:pt x="192" y="113"/>
                    <a:pt x="193" y="113"/>
                  </a:cubicBezTo>
                  <a:cubicBezTo>
                    <a:pt x="195" y="112"/>
                    <a:pt x="196" y="113"/>
                    <a:pt x="197" y="115"/>
                  </a:cubicBezTo>
                  <a:cubicBezTo>
                    <a:pt x="199" y="119"/>
                    <a:pt x="199" y="119"/>
                    <a:pt x="199" y="119"/>
                  </a:cubicBezTo>
                  <a:cubicBezTo>
                    <a:pt x="200" y="120"/>
                    <a:pt x="201" y="120"/>
                    <a:pt x="202" y="120"/>
                  </a:cubicBezTo>
                  <a:cubicBezTo>
                    <a:pt x="202" y="120"/>
                    <a:pt x="202" y="120"/>
                    <a:pt x="202" y="120"/>
                  </a:cubicBezTo>
                  <a:close/>
                  <a:moveTo>
                    <a:pt x="212" y="114"/>
                  </a:moveTo>
                  <a:cubicBezTo>
                    <a:pt x="208" y="116"/>
                    <a:pt x="208" y="116"/>
                    <a:pt x="208" y="116"/>
                  </a:cubicBezTo>
                  <a:cubicBezTo>
                    <a:pt x="208" y="116"/>
                    <a:pt x="208" y="116"/>
                    <a:pt x="208" y="116"/>
                  </a:cubicBezTo>
                  <a:cubicBezTo>
                    <a:pt x="209" y="115"/>
                    <a:pt x="209" y="115"/>
                    <a:pt x="209" y="114"/>
                  </a:cubicBezTo>
                  <a:cubicBezTo>
                    <a:pt x="206" y="110"/>
                    <a:pt x="206" y="110"/>
                    <a:pt x="206" y="110"/>
                  </a:cubicBezTo>
                  <a:cubicBezTo>
                    <a:pt x="206" y="109"/>
                    <a:pt x="206" y="109"/>
                    <a:pt x="206" y="109"/>
                  </a:cubicBezTo>
                  <a:cubicBezTo>
                    <a:pt x="205" y="109"/>
                    <a:pt x="205" y="109"/>
                    <a:pt x="204" y="109"/>
                  </a:cubicBezTo>
                  <a:cubicBezTo>
                    <a:pt x="203" y="110"/>
                    <a:pt x="202" y="111"/>
                    <a:pt x="202" y="111"/>
                  </a:cubicBezTo>
                  <a:cubicBezTo>
                    <a:pt x="205" y="116"/>
                    <a:pt x="205" y="116"/>
                    <a:pt x="205" y="116"/>
                  </a:cubicBezTo>
                  <a:cubicBezTo>
                    <a:pt x="206" y="117"/>
                    <a:pt x="206" y="117"/>
                    <a:pt x="207" y="117"/>
                  </a:cubicBezTo>
                  <a:cubicBezTo>
                    <a:pt x="207" y="117"/>
                    <a:pt x="207" y="117"/>
                    <a:pt x="207" y="117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3" y="119"/>
                    <a:pt x="203" y="119"/>
                    <a:pt x="203" y="119"/>
                  </a:cubicBezTo>
                  <a:cubicBezTo>
                    <a:pt x="204" y="119"/>
                    <a:pt x="204" y="118"/>
                    <a:pt x="204" y="117"/>
                  </a:cubicBezTo>
                  <a:cubicBezTo>
                    <a:pt x="201" y="113"/>
                    <a:pt x="201" y="113"/>
                    <a:pt x="201" y="113"/>
                  </a:cubicBezTo>
                  <a:cubicBezTo>
                    <a:pt x="200" y="112"/>
                    <a:pt x="200" y="112"/>
                    <a:pt x="200" y="112"/>
                  </a:cubicBezTo>
                  <a:cubicBezTo>
                    <a:pt x="200" y="112"/>
                    <a:pt x="200" y="112"/>
                    <a:pt x="199" y="113"/>
                  </a:cubicBezTo>
                  <a:cubicBezTo>
                    <a:pt x="199" y="112"/>
                    <a:pt x="199" y="112"/>
                    <a:pt x="199" y="112"/>
                  </a:cubicBezTo>
                  <a:cubicBezTo>
                    <a:pt x="201" y="110"/>
                    <a:pt x="201" y="110"/>
                    <a:pt x="201" y="110"/>
                  </a:cubicBezTo>
                  <a:cubicBezTo>
                    <a:pt x="202" y="111"/>
                    <a:pt x="202" y="111"/>
                    <a:pt x="202" y="111"/>
                  </a:cubicBezTo>
                  <a:cubicBezTo>
                    <a:pt x="202" y="110"/>
                    <a:pt x="203" y="109"/>
                    <a:pt x="204" y="108"/>
                  </a:cubicBezTo>
                  <a:cubicBezTo>
                    <a:pt x="205" y="107"/>
                    <a:pt x="206" y="108"/>
                    <a:pt x="208" y="110"/>
                  </a:cubicBezTo>
                  <a:cubicBezTo>
                    <a:pt x="210" y="114"/>
                    <a:pt x="210" y="114"/>
                    <a:pt x="210" y="114"/>
                  </a:cubicBezTo>
                  <a:cubicBezTo>
                    <a:pt x="210" y="114"/>
                    <a:pt x="211" y="115"/>
                    <a:pt x="212" y="114"/>
                  </a:cubicBezTo>
                  <a:cubicBezTo>
                    <a:pt x="212" y="114"/>
                    <a:pt x="212" y="114"/>
                    <a:pt x="212" y="114"/>
                  </a:cubicBezTo>
                  <a:close/>
                  <a:moveTo>
                    <a:pt x="218" y="104"/>
                  </a:moveTo>
                  <a:cubicBezTo>
                    <a:pt x="219" y="105"/>
                    <a:pt x="219" y="107"/>
                    <a:pt x="219" y="108"/>
                  </a:cubicBezTo>
                  <a:cubicBezTo>
                    <a:pt x="219" y="109"/>
                    <a:pt x="218" y="110"/>
                    <a:pt x="217" y="111"/>
                  </a:cubicBezTo>
                  <a:cubicBezTo>
                    <a:pt x="216" y="112"/>
                    <a:pt x="215" y="112"/>
                    <a:pt x="214" y="112"/>
                  </a:cubicBezTo>
                  <a:cubicBezTo>
                    <a:pt x="212" y="111"/>
                    <a:pt x="211" y="111"/>
                    <a:pt x="210" y="110"/>
                  </a:cubicBezTo>
                  <a:cubicBezTo>
                    <a:pt x="210" y="109"/>
                    <a:pt x="209" y="107"/>
                    <a:pt x="209" y="106"/>
                  </a:cubicBezTo>
                  <a:cubicBezTo>
                    <a:pt x="209" y="105"/>
                    <a:pt x="210" y="104"/>
                    <a:pt x="211" y="103"/>
                  </a:cubicBezTo>
                  <a:cubicBezTo>
                    <a:pt x="212" y="102"/>
                    <a:pt x="214" y="102"/>
                    <a:pt x="215" y="102"/>
                  </a:cubicBezTo>
                  <a:cubicBezTo>
                    <a:pt x="216" y="102"/>
                    <a:pt x="217" y="103"/>
                    <a:pt x="218" y="104"/>
                  </a:cubicBezTo>
                  <a:close/>
                  <a:moveTo>
                    <a:pt x="217" y="106"/>
                  </a:moveTo>
                  <a:cubicBezTo>
                    <a:pt x="216" y="105"/>
                    <a:pt x="215" y="104"/>
                    <a:pt x="214" y="103"/>
                  </a:cubicBezTo>
                  <a:cubicBezTo>
                    <a:pt x="213" y="103"/>
                    <a:pt x="212" y="103"/>
                    <a:pt x="212" y="103"/>
                  </a:cubicBezTo>
                  <a:cubicBezTo>
                    <a:pt x="211" y="104"/>
                    <a:pt x="211" y="105"/>
                    <a:pt x="211" y="105"/>
                  </a:cubicBezTo>
                  <a:cubicBezTo>
                    <a:pt x="211" y="106"/>
                    <a:pt x="211" y="107"/>
                    <a:pt x="212" y="108"/>
                  </a:cubicBezTo>
                  <a:cubicBezTo>
                    <a:pt x="212" y="109"/>
                    <a:pt x="213" y="110"/>
                    <a:pt x="214" y="110"/>
                  </a:cubicBezTo>
                  <a:cubicBezTo>
                    <a:pt x="215" y="111"/>
                    <a:pt x="216" y="111"/>
                    <a:pt x="217" y="110"/>
                  </a:cubicBezTo>
                  <a:cubicBezTo>
                    <a:pt x="218" y="110"/>
                    <a:pt x="218" y="109"/>
                    <a:pt x="218" y="108"/>
                  </a:cubicBezTo>
                  <a:cubicBezTo>
                    <a:pt x="218" y="107"/>
                    <a:pt x="217" y="107"/>
                    <a:pt x="217" y="106"/>
                  </a:cubicBezTo>
                  <a:close/>
                  <a:moveTo>
                    <a:pt x="226" y="103"/>
                  </a:moveTo>
                  <a:cubicBezTo>
                    <a:pt x="222" y="107"/>
                    <a:pt x="222" y="107"/>
                    <a:pt x="222" y="107"/>
                  </a:cubicBezTo>
                  <a:cubicBezTo>
                    <a:pt x="222" y="106"/>
                    <a:pt x="222" y="106"/>
                    <a:pt x="222" y="106"/>
                  </a:cubicBezTo>
                  <a:cubicBezTo>
                    <a:pt x="223" y="105"/>
                    <a:pt x="223" y="105"/>
                    <a:pt x="223" y="104"/>
                  </a:cubicBezTo>
                  <a:cubicBezTo>
                    <a:pt x="216" y="97"/>
                    <a:pt x="216" y="97"/>
                    <a:pt x="216" y="97"/>
                  </a:cubicBezTo>
                  <a:cubicBezTo>
                    <a:pt x="216" y="96"/>
                    <a:pt x="216" y="96"/>
                    <a:pt x="215" y="96"/>
                  </a:cubicBezTo>
                  <a:cubicBezTo>
                    <a:pt x="215" y="96"/>
                    <a:pt x="215" y="96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7"/>
                    <a:pt x="214" y="97"/>
                    <a:pt x="214" y="97"/>
                  </a:cubicBezTo>
                  <a:cubicBezTo>
                    <a:pt x="214" y="96"/>
                    <a:pt x="215" y="95"/>
                    <a:pt x="216" y="94"/>
                  </a:cubicBezTo>
                  <a:cubicBezTo>
                    <a:pt x="224" y="103"/>
                    <a:pt x="224" y="103"/>
                    <a:pt x="224" y="103"/>
                  </a:cubicBezTo>
                  <a:cubicBezTo>
                    <a:pt x="224" y="104"/>
                    <a:pt x="225" y="104"/>
                    <a:pt x="226" y="103"/>
                  </a:cubicBezTo>
                  <a:cubicBezTo>
                    <a:pt x="226" y="103"/>
                    <a:pt x="226" y="103"/>
                    <a:pt x="226" y="103"/>
                  </a:cubicBezTo>
                  <a:close/>
                  <a:moveTo>
                    <a:pt x="231" y="93"/>
                  </a:moveTo>
                  <a:cubicBezTo>
                    <a:pt x="232" y="94"/>
                    <a:pt x="232" y="95"/>
                    <a:pt x="232" y="96"/>
                  </a:cubicBezTo>
                  <a:cubicBezTo>
                    <a:pt x="232" y="97"/>
                    <a:pt x="232" y="99"/>
                    <a:pt x="230" y="99"/>
                  </a:cubicBezTo>
                  <a:cubicBezTo>
                    <a:pt x="230" y="100"/>
                    <a:pt x="228" y="101"/>
                    <a:pt x="227" y="101"/>
                  </a:cubicBezTo>
                  <a:cubicBezTo>
                    <a:pt x="226" y="101"/>
                    <a:pt x="225" y="100"/>
                    <a:pt x="224" y="99"/>
                  </a:cubicBezTo>
                  <a:cubicBezTo>
                    <a:pt x="223" y="98"/>
                    <a:pt x="222" y="97"/>
                    <a:pt x="222" y="96"/>
                  </a:cubicBezTo>
                  <a:cubicBezTo>
                    <a:pt x="222" y="95"/>
                    <a:pt x="223" y="93"/>
                    <a:pt x="224" y="93"/>
                  </a:cubicBezTo>
                  <a:cubicBezTo>
                    <a:pt x="225" y="92"/>
                    <a:pt x="226" y="91"/>
                    <a:pt x="227" y="91"/>
                  </a:cubicBezTo>
                  <a:cubicBezTo>
                    <a:pt x="229" y="91"/>
                    <a:pt x="230" y="91"/>
                    <a:pt x="231" y="93"/>
                  </a:cubicBezTo>
                  <a:close/>
                  <a:moveTo>
                    <a:pt x="230" y="95"/>
                  </a:moveTo>
                  <a:cubicBezTo>
                    <a:pt x="229" y="94"/>
                    <a:pt x="228" y="93"/>
                    <a:pt x="227" y="93"/>
                  </a:cubicBezTo>
                  <a:cubicBezTo>
                    <a:pt x="226" y="92"/>
                    <a:pt x="225" y="92"/>
                    <a:pt x="224" y="93"/>
                  </a:cubicBezTo>
                  <a:cubicBezTo>
                    <a:pt x="224" y="93"/>
                    <a:pt x="224" y="94"/>
                    <a:pt x="224" y="95"/>
                  </a:cubicBezTo>
                  <a:cubicBezTo>
                    <a:pt x="224" y="96"/>
                    <a:pt x="224" y="96"/>
                    <a:pt x="225" y="97"/>
                  </a:cubicBezTo>
                  <a:cubicBezTo>
                    <a:pt x="226" y="98"/>
                    <a:pt x="227" y="99"/>
                    <a:pt x="228" y="99"/>
                  </a:cubicBezTo>
                  <a:cubicBezTo>
                    <a:pt x="229" y="99"/>
                    <a:pt x="230" y="99"/>
                    <a:pt x="231" y="99"/>
                  </a:cubicBezTo>
                  <a:cubicBezTo>
                    <a:pt x="232" y="98"/>
                    <a:pt x="232" y="97"/>
                    <a:pt x="231" y="97"/>
                  </a:cubicBezTo>
                  <a:cubicBezTo>
                    <a:pt x="231" y="96"/>
                    <a:pt x="231" y="95"/>
                    <a:pt x="230" y="95"/>
                  </a:cubicBezTo>
                  <a:close/>
                  <a:moveTo>
                    <a:pt x="236" y="82"/>
                  </a:moveTo>
                  <a:cubicBezTo>
                    <a:pt x="234" y="83"/>
                    <a:pt x="234" y="83"/>
                    <a:pt x="234" y="83"/>
                  </a:cubicBezTo>
                  <a:cubicBezTo>
                    <a:pt x="235" y="83"/>
                    <a:pt x="236" y="84"/>
                    <a:pt x="236" y="84"/>
                  </a:cubicBezTo>
                  <a:cubicBezTo>
                    <a:pt x="237" y="85"/>
                    <a:pt x="237" y="85"/>
                    <a:pt x="237" y="87"/>
                  </a:cubicBezTo>
                  <a:cubicBezTo>
                    <a:pt x="237" y="87"/>
                    <a:pt x="237" y="88"/>
                    <a:pt x="236" y="89"/>
                  </a:cubicBezTo>
                  <a:cubicBezTo>
                    <a:pt x="236" y="89"/>
                    <a:pt x="236" y="89"/>
                    <a:pt x="236" y="90"/>
                  </a:cubicBezTo>
                  <a:cubicBezTo>
                    <a:pt x="236" y="91"/>
                    <a:pt x="236" y="91"/>
                    <a:pt x="236" y="91"/>
                  </a:cubicBezTo>
                  <a:cubicBezTo>
                    <a:pt x="236" y="92"/>
                    <a:pt x="237" y="91"/>
                    <a:pt x="238" y="90"/>
                  </a:cubicBezTo>
                  <a:cubicBezTo>
                    <a:pt x="239" y="89"/>
                    <a:pt x="240" y="88"/>
                    <a:pt x="240" y="87"/>
                  </a:cubicBezTo>
                  <a:cubicBezTo>
                    <a:pt x="241" y="87"/>
                    <a:pt x="242" y="87"/>
                    <a:pt x="242" y="88"/>
                  </a:cubicBezTo>
                  <a:cubicBezTo>
                    <a:pt x="243" y="88"/>
                    <a:pt x="243" y="89"/>
                    <a:pt x="243" y="91"/>
                  </a:cubicBezTo>
                  <a:cubicBezTo>
                    <a:pt x="243" y="92"/>
                    <a:pt x="242" y="93"/>
                    <a:pt x="242" y="94"/>
                  </a:cubicBezTo>
                  <a:cubicBezTo>
                    <a:pt x="241" y="95"/>
                    <a:pt x="240" y="95"/>
                    <a:pt x="239" y="96"/>
                  </a:cubicBezTo>
                  <a:cubicBezTo>
                    <a:pt x="238" y="96"/>
                    <a:pt x="238" y="96"/>
                    <a:pt x="238" y="95"/>
                  </a:cubicBezTo>
                  <a:cubicBezTo>
                    <a:pt x="237" y="95"/>
                    <a:pt x="237" y="95"/>
                    <a:pt x="237" y="94"/>
                  </a:cubicBezTo>
                  <a:cubicBezTo>
                    <a:pt x="237" y="94"/>
                    <a:pt x="237" y="93"/>
                    <a:pt x="237" y="93"/>
                  </a:cubicBezTo>
                  <a:cubicBezTo>
                    <a:pt x="237" y="93"/>
                    <a:pt x="237" y="93"/>
                    <a:pt x="236" y="93"/>
                  </a:cubicBezTo>
                  <a:cubicBezTo>
                    <a:pt x="236" y="93"/>
                    <a:pt x="236" y="93"/>
                    <a:pt x="236" y="93"/>
                  </a:cubicBezTo>
                  <a:cubicBezTo>
                    <a:pt x="235" y="93"/>
                    <a:pt x="235" y="92"/>
                    <a:pt x="235" y="92"/>
                  </a:cubicBezTo>
                  <a:cubicBezTo>
                    <a:pt x="235" y="91"/>
                    <a:pt x="235" y="91"/>
                    <a:pt x="235" y="90"/>
                  </a:cubicBezTo>
                  <a:cubicBezTo>
                    <a:pt x="234" y="91"/>
                    <a:pt x="233" y="91"/>
                    <a:pt x="232" y="90"/>
                  </a:cubicBezTo>
                  <a:cubicBezTo>
                    <a:pt x="231" y="89"/>
                    <a:pt x="230" y="89"/>
                    <a:pt x="230" y="87"/>
                  </a:cubicBezTo>
                  <a:cubicBezTo>
                    <a:pt x="230" y="87"/>
                    <a:pt x="231" y="85"/>
                    <a:pt x="232" y="85"/>
                  </a:cubicBezTo>
                  <a:cubicBezTo>
                    <a:pt x="232" y="84"/>
                    <a:pt x="232" y="84"/>
                    <a:pt x="233" y="83"/>
                  </a:cubicBezTo>
                  <a:cubicBezTo>
                    <a:pt x="234" y="83"/>
                    <a:pt x="234" y="83"/>
                    <a:pt x="234" y="83"/>
                  </a:cubicBezTo>
                  <a:cubicBezTo>
                    <a:pt x="235" y="81"/>
                    <a:pt x="235" y="81"/>
                    <a:pt x="235" y="81"/>
                  </a:cubicBezTo>
                  <a:cubicBezTo>
                    <a:pt x="236" y="82"/>
                    <a:pt x="236" y="82"/>
                    <a:pt x="236" y="82"/>
                  </a:cubicBezTo>
                  <a:close/>
                  <a:moveTo>
                    <a:pt x="236" y="86"/>
                  </a:moveTo>
                  <a:cubicBezTo>
                    <a:pt x="235" y="86"/>
                    <a:pt x="234" y="85"/>
                    <a:pt x="234" y="85"/>
                  </a:cubicBezTo>
                  <a:cubicBezTo>
                    <a:pt x="233" y="85"/>
                    <a:pt x="232" y="85"/>
                    <a:pt x="232" y="85"/>
                  </a:cubicBezTo>
                  <a:cubicBezTo>
                    <a:pt x="231" y="86"/>
                    <a:pt x="231" y="86"/>
                    <a:pt x="231" y="87"/>
                  </a:cubicBezTo>
                  <a:cubicBezTo>
                    <a:pt x="231" y="87"/>
                    <a:pt x="232" y="87"/>
                    <a:pt x="232" y="88"/>
                  </a:cubicBezTo>
                  <a:cubicBezTo>
                    <a:pt x="233" y="88"/>
                    <a:pt x="233" y="89"/>
                    <a:pt x="234" y="89"/>
                  </a:cubicBezTo>
                  <a:cubicBezTo>
                    <a:pt x="235" y="89"/>
                    <a:pt x="235" y="89"/>
                    <a:pt x="236" y="89"/>
                  </a:cubicBezTo>
                  <a:cubicBezTo>
                    <a:pt x="237" y="88"/>
                    <a:pt x="236" y="87"/>
                    <a:pt x="236" y="86"/>
                  </a:cubicBezTo>
                  <a:close/>
                  <a:moveTo>
                    <a:pt x="242" y="89"/>
                  </a:moveTo>
                  <a:cubicBezTo>
                    <a:pt x="242" y="89"/>
                    <a:pt x="241" y="89"/>
                    <a:pt x="240" y="89"/>
                  </a:cubicBezTo>
                  <a:cubicBezTo>
                    <a:pt x="240" y="90"/>
                    <a:pt x="240" y="90"/>
                    <a:pt x="239" y="91"/>
                  </a:cubicBezTo>
                  <a:cubicBezTo>
                    <a:pt x="238" y="92"/>
                    <a:pt x="238" y="92"/>
                    <a:pt x="237" y="93"/>
                  </a:cubicBezTo>
                  <a:cubicBezTo>
                    <a:pt x="237" y="93"/>
                    <a:pt x="238" y="94"/>
                    <a:pt x="238" y="95"/>
                  </a:cubicBezTo>
                  <a:cubicBezTo>
                    <a:pt x="239" y="95"/>
                    <a:pt x="240" y="95"/>
                    <a:pt x="241" y="93"/>
                  </a:cubicBezTo>
                  <a:cubicBezTo>
                    <a:pt x="242" y="93"/>
                    <a:pt x="242" y="91"/>
                    <a:pt x="243" y="91"/>
                  </a:cubicBezTo>
                  <a:cubicBezTo>
                    <a:pt x="243" y="90"/>
                    <a:pt x="242" y="89"/>
                    <a:pt x="242" y="89"/>
                  </a:cubicBezTo>
                  <a:close/>
                  <a:moveTo>
                    <a:pt x="242" y="73"/>
                  </a:moveTo>
                  <a:cubicBezTo>
                    <a:pt x="242" y="73"/>
                    <a:pt x="242" y="73"/>
                    <a:pt x="242" y="74"/>
                  </a:cubicBezTo>
                  <a:cubicBezTo>
                    <a:pt x="242" y="74"/>
                    <a:pt x="242" y="74"/>
                    <a:pt x="242" y="75"/>
                  </a:cubicBezTo>
                  <a:cubicBezTo>
                    <a:pt x="247" y="83"/>
                    <a:pt x="247" y="83"/>
                    <a:pt x="247" y="83"/>
                  </a:cubicBezTo>
                  <a:cubicBezTo>
                    <a:pt x="248" y="85"/>
                    <a:pt x="248" y="86"/>
                    <a:pt x="247" y="87"/>
                  </a:cubicBezTo>
                  <a:cubicBezTo>
                    <a:pt x="246" y="88"/>
                    <a:pt x="246" y="88"/>
                    <a:pt x="245" y="87"/>
                  </a:cubicBezTo>
                  <a:cubicBezTo>
                    <a:pt x="245" y="87"/>
                    <a:pt x="245" y="87"/>
                    <a:pt x="245" y="87"/>
                  </a:cubicBezTo>
                  <a:cubicBezTo>
                    <a:pt x="245" y="86"/>
                    <a:pt x="245" y="86"/>
                    <a:pt x="245" y="86"/>
                  </a:cubicBezTo>
                  <a:cubicBezTo>
                    <a:pt x="245" y="86"/>
                    <a:pt x="246" y="85"/>
                    <a:pt x="246" y="85"/>
                  </a:cubicBezTo>
                  <a:cubicBezTo>
                    <a:pt x="246" y="85"/>
                    <a:pt x="246" y="85"/>
                    <a:pt x="246" y="85"/>
                  </a:cubicBezTo>
                  <a:cubicBezTo>
                    <a:pt x="247" y="85"/>
                    <a:pt x="246" y="83"/>
                    <a:pt x="245" y="81"/>
                  </a:cubicBezTo>
                  <a:cubicBezTo>
                    <a:pt x="238" y="80"/>
                    <a:pt x="238" y="80"/>
                    <a:pt x="238" y="80"/>
                  </a:cubicBezTo>
                  <a:cubicBezTo>
                    <a:pt x="237" y="80"/>
                    <a:pt x="237" y="80"/>
                    <a:pt x="236" y="80"/>
                  </a:cubicBezTo>
                  <a:cubicBezTo>
                    <a:pt x="236" y="80"/>
                    <a:pt x="236" y="80"/>
                    <a:pt x="236" y="80"/>
                  </a:cubicBezTo>
                  <a:cubicBezTo>
                    <a:pt x="235" y="80"/>
                    <a:pt x="235" y="80"/>
                    <a:pt x="235" y="80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7"/>
                    <a:pt x="238" y="77"/>
                    <a:pt x="238" y="77"/>
                  </a:cubicBezTo>
                  <a:cubicBezTo>
                    <a:pt x="238" y="78"/>
                    <a:pt x="238" y="78"/>
                    <a:pt x="238" y="78"/>
                  </a:cubicBezTo>
                  <a:cubicBezTo>
                    <a:pt x="238" y="78"/>
                    <a:pt x="238" y="79"/>
                    <a:pt x="239" y="79"/>
                  </a:cubicBezTo>
                  <a:cubicBezTo>
                    <a:pt x="244" y="80"/>
                    <a:pt x="244" y="80"/>
                    <a:pt x="244" y="80"/>
                  </a:cubicBezTo>
                  <a:cubicBezTo>
                    <a:pt x="242" y="75"/>
                    <a:pt x="242" y="75"/>
                    <a:pt x="242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1" y="75"/>
                    <a:pt x="241" y="75"/>
                    <a:pt x="241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2" y="73"/>
                    <a:pt x="242" y="73"/>
                    <a:pt x="242" y="73"/>
                  </a:cubicBezTo>
                  <a:cubicBezTo>
                    <a:pt x="242" y="73"/>
                    <a:pt x="242" y="73"/>
                    <a:pt x="242" y="73"/>
                  </a:cubicBezTo>
                  <a:close/>
                  <a:moveTo>
                    <a:pt x="253" y="63"/>
                  </a:moveTo>
                  <a:cubicBezTo>
                    <a:pt x="254" y="64"/>
                    <a:pt x="255" y="65"/>
                    <a:pt x="255" y="66"/>
                  </a:cubicBezTo>
                  <a:cubicBezTo>
                    <a:pt x="256" y="67"/>
                    <a:pt x="256" y="68"/>
                    <a:pt x="255" y="69"/>
                  </a:cubicBezTo>
                  <a:cubicBezTo>
                    <a:pt x="254" y="71"/>
                    <a:pt x="253" y="71"/>
                    <a:pt x="252" y="71"/>
                  </a:cubicBezTo>
                  <a:cubicBezTo>
                    <a:pt x="251" y="72"/>
                    <a:pt x="250" y="71"/>
                    <a:pt x="248" y="71"/>
                  </a:cubicBezTo>
                  <a:cubicBezTo>
                    <a:pt x="247" y="70"/>
                    <a:pt x="246" y="69"/>
                    <a:pt x="246" y="68"/>
                  </a:cubicBezTo>
                  <a:cubicBezTo>
                    <a:pt x="246" y="67"/>
                    <a:pt x="246" y="66"/>
                    <a:pt x="246" y="65"/>
                  </a:cubicBezTo>
                  <a:cubicBezTo>
                    <a:pt x="247" y="63"/>
                    <a:pt x="248" y="63"/>
                    <a:pt x="249" y="62"/>
                  </a:cubicBezTo>
                  <a:cubicBezTo>
                    <a:pt x="250" y="62"/>
                    <a:pt x="252" y="62"/>
                    <a:pt x="253" y="63"/>
                  </a:cubicBezTo>
                  <a:close/>
                  <a:moveTo>
                    <a:pt x="252" y="65"/>
                  </a:moveTo>
                  <a:cubicBezTo>
                    <a:pt x="251" y="64"/>
                    <a:pt x="250" y="64"/>
                    <a:pt x="249" y="64"/>
                  </a:cubicBezTo>
                  <a:cubicBezTo>
                    <a:pt x="248" y="64"/>
                    <a:pt x="247" y="64"/>
                    <a:pt x="247" y="65"/>
                  </a:cubicBezTo>
                  <a:cubicBezTo>
                    <a:pt x="246" y="66"/>
                    <a:pt x="246" y="66"/>
                    <a:pt x="247" y="67"/>
                  </a:cubicBezTo>
                  <a:cubicBezTo>
                    <a:pt x="247" y="68"/>
                    <a:pt x="248" y="68"/>
                    <a:pt x="249" y="69"/>
                  </a:cubicBezTo>
                  <a:cubicBezTo>
                    <a:pt x="250" y="69"/>
                    <a:pt x="251" y="69"/>
                    <a:pt x="252" y="70"/>
                  </a:cubicBezTo>
                  <a:cubicBezTo>
                    <a:pt x="253" y="70"/>
                    <a:pt x="254" y="69"/>
                    <a:pt x="254" y="69"/>
                  </a:cubicBezTo>
                  <a:cubicBezTo>
                    <a:pt x="255" y="68"/>
                    <a:pt x="255" y="67"/>
                    <a:pt x="254" y="66"/>
                  </a:cubicBezTo>
                  <a:cubicBezTo>
                    <a:pt x="254" y="66"/>
                    <a:pt x="253" y="65"/>
                    <a:pt x="252" y="65"/>
                  </a:cubicBezTo>
                  <a:close/>
                  <a:moveTo>
                    <a:pt x="266" y="40"/>
                  </a:moveTo>
                  <a:cubicBezTo>
                    <a:pt x="267" y="42"/>
                    <a:pt x="267" y="44"/>
                    <a:pt x="266" y="46"/>
                  </a:cubicBezTo>
                  <a:cubicBezTo>
                    <a:pt x="265" y="48"/>
                    <a:pt x="264" y="49"/>
                    <a:pt x="262" y="50"/>
                  </a:cubicBezTo>
                  <a:cubicBezTo>
                    <a:pt x="261" y="51"/>
                    <a:pt x="259" y="51"/>
                    <a:pt x="257" y="50"/>
                  </a:cubicBezTo>
                  <a:cubicBezTo>
                    <a:pt x="255" y="49"/>
                    <a:pt x="254" y="48"/>
                    <a:pt x="253" y="47"/>
                  </a:cubicBezTo>
                  <a:cubicBezTo>
                    <a:pt x="252" y="45"/>
                    <a:pt x="252" y="43"/>
                    <a:pt x="253" y="41"/>
                  </a:cubicBezTo>
                  <a:cubicBezTo>
                    <a:pt x="254" y="41"/>
                    <a:pt x="254" y="40"/>
                    <a:pt x="254" y="39"/>
                  </a:cubicBezTo>
                  <a:cubicBezTo>
                    <a:pt x="255" y="39"/>
                    <a:pt x="255" y="38"/>
                    <a:pt x="255" y="38"/>
                  </a:cubicBezTo>
                  <a:cubicBezTo>
                    <a:pt x="255" y="38"/>
                    <a:pt x="255" y="37"/>
                    <a:pt x="255" y="37"/>
                  </a:cubicBezTo>
                  <a:cubicBezTo>
                    <a:pt x="255" y="37"/>
                    <a:pt x="255" y="37"/>
                    <a:pt x="255" y="37"/>
                  </a:cubicBezTo>
                  <a:cubicBezTo>
                    <a:pt x="259" y="38"/>
                    <a:pt x="259" y="38"/>
                    <a:pt x="259" y="38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9"/>
                    <a:pt x="257" y="39"/>
                    <a:pt x="256" y="39"/>
                  </a:cubicBezTo>
                  <a:cubicBezTo>
                    <a:pt x="255" y="39"/>
                    <a:pt x="254" y="40"/>
                    <a:pt x="254" y="41"/>
                  </a:cubicBezTo>
                  <a:cubicBezTo>
                    <a:pt x="254" y="43"/>
                    <a:pt x="254" y="44"/>
                    <a:pt x="254" y="45"/>
                  </a:cubicBezTo>
                  <a:cubicBezTo>
                    <a:pt x="255" y="47"/>
                    <a:pt x="256" y="47"/>
                    <a:pt x="258" y="48"/>
                  </a:cubicBezTo>
                  <a:cubicBezTo>
                    <a:pt x="260" y="49"/>
                    <a:pt x="261" y="49"/>
                    <a:pt x="263" y="49"/>
                  </a:cubicBezTo>
                  <a:cubicBezTo>
                    <a:pt x="264" y="48"/>
                    <a:pt x="265" y="47"/>
                    <a:pt x="266" y="46"/>
                  </a:cubicBezTo>
                  <a:cubicBezTo>
                    <a:pt x="266" y="45"/>
                    <a:pt x="266" y="43"/>
                    <a:pt x="266" y="42"/>
                  </a:cubicBezTo>
                  <a:cubicBezTo>
                    <a:pt x="266" y="42"/>
                    <a:pt x="266" y="41"/>
                    <a:pt x="266" y="40"/>
                  </a:cubicBezTo>
                  <a:cubicBezTo>
                    <a:pt x="266" y="40"/>
                    <a:pt x="266" y="40"/>
                    <a:pt x="266" y="40"/>
                  </a:cubicBezTo>
                  <a:close/>
                  <a:moveTo>
                    <a:pt x="270" y="30"/>
                  </a:moveTo>
                  <a:cubicBezTo>
                    <a:pt x="269" y="34"/>
                    <a:pt x="269" y="34"/>
                    <a:pt x="269" y="34"/>
                  </a:cubicBezTo>
                  <a:cubicBezTo>
                    <a:pt x="269" y="34"/>
                    <a:pt x="269" y="34"/>
                    <a:pt x="269" y="34"/>
                  </a:cubicBezTo>
                  <a:cubicBezTo>
                    <a:pt x="269" y="33"/>
                    <a:pt x="269" y="33"/>
                    <a:pt x="268" y="32"/>
                  </a:cubicBezTo>
                  <a:cubicBezTo>
                    <a:pt x="263" y="31"/>
                    <a:pt x="263" y="31"/>
                    <a:pt x="263" y="31"/>
                  </a:cubicBezTo>
                  <a:cubicBezTo>
                    <a:pt x="262" y="31"/>
                    <a:pt x="261" y="31"/>
                    <a:pt x="261" y="32"/>
                  </a:cubicBezTo>
                  <a:cubicBezTo>
                    <a:pt x="260" y="33"/>
                    <a:pt x="261" y="33"/>
                    <a:pt x="261" y="34"/>
                  </a:cubicBezTo>
                  <a:cubicBezTo>
                    <a:pt x="266" y="36"/>
                    <a:pt x="266" y="36"/>
                    <a:pt x="266" y="36"/>
                  </a:cubicBezTo>
                  <a:cubicBezTo>
                    <a:pt x="267" y="36"/>
                    <a:pt x="268" y="36"/>
                    <a:pt x="268" y="35"/>
                  </a:cubicBezTo>
                  <a:cubicBezTo>
                    <a:pt x="268" y="35"/>
                    <a:pt x="268" y="35"/>
                    <a:pt x="268" y="35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9"/>
                    <a:pt x="267" y="39"/>
                    <a:pt x="267" y="39"/>
                  </a:cubicBezTo>
                  <a:cubicBezTo>
                    <a:pt x="267" y="38"/>
                    <a:pt x="267" y="38"/>
                    <a:pt x="266" y="37"/>
                  </a:cubicBezTo>
                  <a:cubicBezTo>
                    <a:pt x="256" y="35"/>
                    <a:pt x="256" y="35"/>
                    <a:pt x="256" y="35"/>
                  </a:cubicBezTo>
                  <a:cubicBezTo>
                    <a:pt x="256" y="35"/>
                    <a:pt x="255" y="35"/>
                    <a:pt x="255" y="35"/>
                  </a:cubicBezTo>
                  <a:cubicBezTo>
                    <a:pt x="255" y="35"/>
                    <a:pt x="255" y="35"/>
                    <a:pt x="255" y="35"/>
                  </a:cubicBezTo>
                  <a:cubicBezTo>
                    <a:pt x="254" y="35"/>
                    <a:pt x="254" y="35"/>
                    <a:pt x="254" y="35"/>
                  </a:cubicBezTo>
                  <a:cubicBezTo>
                    <a:pt x="254" y="35"/>
                    <a:pt x="254" y="34"/>
                    <a:pt x="254" y="32"/>
                  </a:cubicBezTo>
                  <a:cubicBezTo>
                    <a:pt x="260" y="34"/>
                    <a:pt x="260" y="34"/>
                    <a:pt x="260" y="34"/>
                  </a:cubicBezTo>
                  <a:cubicBezTo>
                    <a:pt x="260" y="33"/>
                    <a:pt x="259" y="31"/>
                    <a:pt x="260" y="31"/>
                  </a:cubicBezTo>
                  <a:cubicBezTo>
                    <a:pt x="260" y="29"/>
                    <a:pt x="261" y="28"/>
                    <a:pt x="263" y="29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0" y="31"/>
                    <a:pt x="270" y="31"/>
                    <a:pt x="270" y="30"/>
                  </a:cubicBezTo>
                  <a:cubicBezTo>
                    <a:pt x="270" y="30"/>
                    <a:pt x="270" y="30"/>
                    <a:pt x="270" y="30"/>
                  </a:cubicBezTo>
                  <a:close/>
                  <a:moveTo>
                    <a:pt x="259" y="22"/>
                  </a:moveTo>
                  <a:cubicBezTo>
                    <a:pt x="259" y="22"/>
                    <a:pt x="259" y="22"/>
                    <a:pt x="260" y="23"/>
                  </a:cubicBezTo>
                  <a:cubicBezTo>
                    <a:pt x="260" y="23"/>
                    <a:pt x="260" y="23"/>
                    <a:pt x="260" y="23"/>
                  </a:cubicBezTo>
                  <a:cubicBezTo>
                    <a:pt x="259" y="24"/>
                    <a:pt x="260" y="24"/>
                    <a:pt x="259" y="24"/>
                  </a:cubicBezTo>
                  <a:cubicBezTo>
                    <a:pt x="259" y="24"/>
                    <a:pt x="259" y="25"/>
                    <a:pt x="258" y="24"/>
                  </a:cubicBezTo>
                  <a:cubicBezTo>
                    <a:pt x="258" y="24"/>
                    <a:pt x="258" y="24"/>
                    <a:pt x="258" y="24"/>
                  </a:cubicBezTo>
                  <a:cubicBezTo>
                    <a:pt x="258" y="23"/>
                    <a:pt x="257" y="23"/>
                    <a:pt x="258" y="23"/>
                  </a:cubicBezTo>
                  <a:cubicBezTo>
                    <a:pt x="258" y="23"/>
                    <a:pt x="258" y="23"/>
                    <a:pt x="258" y="22"/>
                  </a:cubicBezTo>
                  <a:cubicBezTo>
                    <a:pt x="258" y="22"/>
                    <a:pt x="258" y="22"/>
                    <a:pt x="259" y="22"/>
                  </a:cubicBezTo>
                  <a:close/>
                  <a:moveTo>
                    <a:pt x="272" y="23"/>
                  </a:moveTo>
                  <a:cubicBezTo>
                    <a:pt x="271" y="28"/>
                    <a:pt x="271" y="28"/>
                    <a:pt x="271" y="28"/>
                  </a:cubicBezTo>
                  <a:cubicBezTo>
                    <a:pt x="270" y="28"/>
                    <a:pt x="270" y="28"/>
                    <a:pt x="270" y="28"/>
                  </a:cubicBezTo>
                  <a:cubicBezTo>
                    <a:pt x="270" y="27"/>
                    <a:pt x="270" y="26"/>
                    <a:pt x="269" y="26"/>
                  </a:cubicBezTo>
                  <a:cubicBezTo>
                    <a:pt x="264" y="25"/>
                    <a:pt x="264" y="25"/>
                    <a:pt x="264" y="25"/>
                  </a:cubicBezTo>
                  <a:cubicBezTo>
                    <a:pt x="263" y="25"/>
                    <a:pt x="262" y="25"/>
                    <a:pt x="262" y="26"/>
                  </a:cubicBezTo>
                  <a:cubicBezTo>
                    <a:pt x="262" y="26"/>
                    <a:pt x="262" y="26"/>
                    <a:pt x="262" y="27"/>
                  </a:cubicBezTo>
                  <a:cubicBezTo>
                    <a:pt x="262" y="27"/>
                    <a:pt x="262" y="27"/>
                    <a:pt x="262" y="27"/>
                  </a:cubicBezTo>
                  <a:cubicBezTo>
                    <a:pt x="262" y="23"/>
                    <a:pt x="262" y="23"/>
                    <a:pt x="262" y="23"/>
                  </a:cubicBezTo>
                  <a:cubicBezTo>
                    <a:pt x="269" y="24"/>
                    <a:pt x="269" y="24"/>
                    <a:pt x="269" y="24"/>
                  </a:cubicBezTo>
                  <a:cubicBezTo>
                    <a:pt x="271" y="25"/>
                    <a:pt x="271" y="24"/>
                    <a:pt x="272" y="23"/>
                  </a:cubicBezTo>
                  <a:cubicBezTo>
                    <a:pt x="272" y="23"/>
                    <a:pt x="272" y="23"/>
                    <a:pt x="272" y="23"/>
                  </a:cubicBezTo>
                  <a:close/>
                  <a:moveTo>
                    <a:pt x="273" y="12"/>
                  </a:moveTo>
                  <a:cubicBezTo>
                    <a:pt x="273" y="16"/>
                    <a:pt x="273" y="16"/>
                    <a:pt x="273" y="16"/>
                  </a:cubicBezTo>
                  <a:cubicBezTo>
                    <a:pt x="272" y="16"/>
                    <a:pt x="272" y="16"/>
                    <a:pt x="272" y="16"/>
                  </a:cubicBezTo>
                  <a:cubicBezTo>
                    <a:pt x="272" y="15"/>
                    <a:pt x="272" y="15"/>
                    <a:pt x="271" y="15"/>
                  </a:cubicBezTo>
                  <a:cubicBezTo>
                    <a:pt x="266" y="14"/>
                    <a:pt x="266" y="14"/>
                    <a:pt x="266" y="14"/>
                  </a:cubicBezTo>
                  <a:cubicBezTo>
                    <a:pt x="266" y="14"/>
                    <a:pt x="266" y="14"/>
                    <a:pt x="265" y="14"/>
                  </a:cubicBezTo>
                  <a:cubicBezTo>
                    <a:pt x="265" y="15"/>
                    <a:pt x="265" y="15"/>
                    <a:pt x="265" y="15"/>
                  </a:cubicBezTo>
                  <a:cubicBezTo>
                    <a:pt x="265" y="16"/>
                    <a:pt x="265" y="17"/>
                    <a:pt x="266" y="18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72" y="19"/>
                    <a:pt x="272" y="18"/>
                    <a:pt x="273" y="17"/>
                  </a:cubicBezTo>
                  <a:cubicBezTo>
                    <a:pt x="273" y="17"/>
                    <a:pt x="273" y="17"/>
                    <a:pt x="273" y="17"/>
                  </a:cubicBezTo>
                  <a:cubicBezTo>
                    <a:pt x="273" y="22"/>
                    <a:pt x="273" y="22"/>
                    <a:pt x="273" y="22"/>
                  </a:cubicBezTo>
                  <a:cubicBezTo>
                    <a:pt x="272" y="22"/>
                    <a:pt x="272" y="22"/>
                    <a:pt x="272" y="22"/>
                  </a:cubicBezTo>
                  <a:cubicBezTo>
                    <a:pt x="272" y="21"/>
                    <a:pt x="272" y="21"/>
                    <a:pt x="271" y="20"/>
                  </a:cubicBezTo>
                  <a:cubicBezTo>
                    <a:pt x="265" y="19"/>
                    <a:pt x="265" y="19"/>
                    <a:pt x="265" y="19"/>
                  </a:cubicBezTo>
                  <a:cubicBezTo>
                    <a:pt x="265" y="19"/>
                    <a:pt x="264" y="19"/>
                    <a:pt x="264" y="19"/>
                  </a:cubicBezTo>
                  <a:cubicBezTo>
                    <a:pt x="264" y="19"/>
                    <a:pt x="264" y="20"/>
                    <a:pt x="264" y="21"/>
                  </a:cubicBezTo>
                  <a:cubicBezTo>
                    <a:pt x="264" y="21"/>
                    <a:pt x="264" y="21"/>
                    <a:pt x="264" y="21"/>
                  </a:cubicBezTo>
                  <a:cubicBezTo>
                    <a:pt x="263" y="17"/>
                    <a:pt x="263" y="17"/>
                    <a:pt x="263" y="17"/>
                  </a:cubicBezTo>
                  <a:cubicBezTo>
                    <a:pt x="265" y="18"/>
                    <a:pt x="265" y="18"/>
                    <a:pt x="265" y="18"/>
                  </a:cubicBezTo>
                  <a:cubicBezTo>
                    <a:pt x="264" y="17"/>
                    <a:pt x="263" y="16"/>
                    <a:pt x="264" y="15"/>
                  </a:cubicBezTo>
                  <a:cubicBezTo>
                    <a:pt x="264" y="13"/>
                    <a:pt x="265" y="12"/>
                    <a:pt x="267" y="13"/>
                  </a:cubicBezTo>
                  <a:cubicBezTo>
                    <a:pt x="272" y="13"/>
                    <a:pt x="272" y="13"/>
                    <a:pt x="272" y="13"/>
                  </a:cubicBezTo>
                  <a:cubicBezTo>
                    <a:pt x="272" y="13"/>
                    <a:pt x="273" y="13"/>
                    <a:pt x="273" y="12"/>
                  </a:cubicBezTo>
                  <a:cubicBezTo>
                    <a:pt x="273" y="12"/>
                    <a:pt x="273" y="12"/>
                    <a:pt x="273" y="12"/>
                  </a:cubicBezTo>
                  <a:close/>
                  <a:moveTo>
                    <a:pt x="273" y="1"/>
                  </a:moveTo>
                  <a:cubicBezTo>
                    <a:pt x="273" y="2"/>
                    <a:pt x="273" y="2"/>
                    <a:pt x="274" y="2"/>
                  </a:cubicBezTo>
                  <a:cubicBezTo>
                    <a:pt x="274" y="3"/>
                    <a:pt x="274" y="3"/>
                    <a:pt x="274" y="3"/>
                  </a:cubicBezTo>
                  <a:cubicBezTo>
                    <a:pt x="274" y="4"/>
                    <a:pt x="274" y="4"/>
                    <a:pt x="272" y="5"/>
                  </a:cubicBezTo>
                  <a:cubicBezTo>
                    <a:pt x="273" y="5"/>
                    <a:pt x="273" y="5"/>
                    <a:pt x="274" y="6"/>
                  </a:cubicBezTo>
                  <a:cubicBezTo>
                    <a:pt x="274" y="7"/>
                    <a:pt x="274" y="7"/>
                    <a:pt x="274" y="7"/>
                  </a:cubicBezTo>
                  <a:cubicBezTo>
                    <a:pt x="274" y="8"/>
                    <a:pt x="274" y="9"/>
                    <a:pt x="273" y="9"/>
                  </a:cubicBezTo>
                  <a:cubicBezTo>
                    <a:pt x="273" y="9"/>
                    <a:pt x="272" y="10"/>
                    <a:pt x="272" y="10"/>
                  </a:cubicBezTo>
                  <a:cubicBezTo>
                    <a:pt x="270" y="10"/>
                    <a:pt x="270" y="9"/>
                    <a:pt x="269" y="8"/>
                  </a:cubicBezTo>
                  <a:cubicBezTo>
                    <a:pt x="268" y="7"/>
                    <a:pt x="268" y="6"/>
                    <a:pt x="268" y="5"/>
                  </a:cubicBezTo>
                  <a:cubicBezTo>
                    <a:pt x="267" y="5"/>
                    <a:pt x="267" y="5"/>
                    <a:pt x="267" y="5"/>
                  </a:cubicBezTo>
                  <a:cubicBezTo>
                    <a:pt x="265" y="5"/>
                    <a:pt x="264" y="5"/>
                    <a:pt x="264" y="6"/>
                  </a:cubicBezTo>
                  <a:cubicBezTo>
                    <a:pt x="264" y="7"/>
                    <a:pt x="265" y="7"/>
                    <a:pt x="265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6" y="7"/>
                  </a:cubicBezTo>
                  <a:cubicBezTo>
                    <a:pt x="266" y="7"/>
                    <a:pt x="266" y="7"/>
                    <a:pt x="267" y="8"/>
                  </a:cubicBezTo>
                  <a:cubicBezTo>
                    <a:pt x="267" y="8"/>
                    <a:pt x="267" y="8"/>
                    <a:pt x="267" y="9"/>
                  </a:cubicBezTo>
                  <a:cubicBezTo>
                    <a:pt x="267" y="9"/>
                    <a:pt x="267" y="9"/>
                    <a:pt x="267" y="9"/>
                  </a:cubicBezTo>
                  <a:cubicBezTo>
                    <a:pt x="266" y="10"/>
                    <a:pt x="266" y="10"/>
                    <a:pt x="266" y="10"/>
                  </a:cubicBezTo>
                  <a:cubicBezTo>
                    <a:pt x="266" y="10"/>
                    <a:pt x="265" y="9"/>
                    <a:pt x="265" y="9"/>
                  </a:cubicBezTo>
                  <a:cubicBezTo>
                    <a:pt x="264" y="8"/>
                    <a:pt x="264" y="7"/>
                    <a:pt x="264" y="7"/>
                  </a:cubicBezTo>
                  <a:cubicBezTo>
                    <a:pt x="264" y="5"/>
                    <a:pt x="265" y="5"/>
                    <a:pt x="265" y="4"/>
                  </a:cubicBezTo>
                  <a:cubicBezTo>
                    <a:pt x="266" y="4"/>
                    <a:pt x="266" y="3"/>
                    <a:pt x="268" y="3"/>
                  </a:cubicBezTo>
                  <a:cubicBezTo>
                    <a:pt x="272" y="3"/>
                    <a:pt x="272" y="3"/>
                    <a:pt x="272" y="3"/>
                  </a:cubicBezTo>
                  <a:cubicBezTo>
                    <a:pt x="272" y="3"/>
                    <a:pt x="273" y="3"/>
                    <a:pt x="273" y="3"/>
                  </a:cubicBezTo>
                  <a:cubicBezTo>
                    <a:pt x="273" y="3"/>
                    <a:pt x="273" y="3"/>
                    <a:pt x="272" y="2"/>
                  </a:cubicBezTo>
                  <a:cubicBezTo>
                    <a:pt x="273" y="1"/>
                    <a:pt x="273" y="1"/>
                    <a:pt x="273" y="1"/>
                  </a:cubicBezTo>
                  <a:close/>
                  <a:moveTo>
                    <a:pt x="272" y="5"/>
                  </a:moveTo>
                  <a:cubicBezTo>
                    <a:pt x="268" y="5"/>
                    <a:pt x="268" y="5"/>
                    <a:pt x="268" y="5"/>
                  </a:cubicBezTo>
                  <a:cubicBezTo>
                    <a:pt x="269" y="6"/>
                    <a:pt x="269" y="7"/>
                    <a:pt x="269" y="7"/>
                  </a:cubicBezTo>
                  <a:cubicBezTo>
                    <a:pt x="270" y="8"/>
                    <a:pt x="270" y="8"/>
                    <a:pt x="271" y="8"/>
                  </a:cubicBezTo>
                  <a:cubicBezTo>
                    <a:pt x="272" y="8"/>
                    <a:pt x="272" y="8"/>
                    <a:pt x="272" y="7"/>
                  </a:cubicBezTo>
                  <a:cubicBezTo>
                    <a:pt x="273" y="6"/>
                    <a:pt x="272" y="5"/>
                    <a:pt x="272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" name="Freeform 41"/>
            <p:cNvSpPr/>
            <p:nvPr userDrawn="1"/>
          </p:nvSpPr>
          <p:spPr bwMode="auto">
            <a:xfrm>
              <a:off x="8913875" y="4712004"/>
              <a:ext cx="161925" cy="150813"/>
            </a:xfrm>
            <a:custGeom>
              <a:avLst/>
              <a:gdLst>
                <a:gd name="T0" fmla="*/ 86 w 108"/>
                <a:gd name="T1" fmla="*/ 99 h 100"/>
                <a:gd name="T2" fmla="*/ 46 w 108"/>
                <a:gd name="T3" fmla="*/ 0 h 100"/>
                <a:gd name="T4" fmla="*/ 56 w 108"/>
                <a:gd name="T5" fmla="*/ 58 h 100"/>
                <a:gd name="T6" fmla="*/ 0 w 108"/>
                <a:gd name="T7" fmla="*/ 100 h 100"/>
                <a:gd name="T8" fmla="*/ 57 w 108"/>
                <a:gd name="T9" fmla="*/ 59 h 100"/>
                <a:gd name="T10" fmla="*/ 65 w 108"/>
                <a:gd name="T11" fmla="*/ 18 h 100"/>
                <a:gd name="T12" fmla="*/ 41 w 108"/>
                <a:gd name="T13" fmla="*/ 97 h 100"/>
                <a:gd name="T14" fmla="*/ 64 w 108"/>
                <a:gd name="T15" fmla="*/ 14 h 100"/>
                <a:gd name="T16" fmla="*/ 65 w 108"/>
                <a:gd name="T17" fmla="*/ 98 h 100"/>
                <a:gd name="T18" fmla="*/ 62 w 108"/>
                <a:gd name="T19" fmla="*/ 9 h 100"/>
                <a:gd name="T20" fmla="*/ 86 w 108"/>
                <a:gd name="T21" fmla="*/ 99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8" h="100">
                  <a:moveTo>
                    <a:pt x="86" y="99"/>
                  </a:moveTo>
                  <a:cubicBezTo>
                    <a:pt x="108" y="48"/>
                    <a:pt x="88" y="16"/>
                    <a:pt x="46" y="0"/>
                  </a:cubicBezTo>
                  <a:cubicBezTo>
                    <a:pt x="71" y="10"/>
                    <a:pt x="66" y="42"/>
                    <a:pt x="56" y="58"/>
                  </a:cubicBezTo>
                  <a:cubicBezTo>
                    <a:pt x="45" y="74"/>
                    <a:pt x="28" y="87"/>
                    <a:pt x="0" y="100"/>
                  </a:cubicBezTo>
                  <a:cubicBezTo>
                    <a:pt x="30" y="88"/>
                    <a:pt x="48" y="73"/>
                    <a:pt x="57" y="59"/>
                  </a:cubicBezTo>
                  <a:cubicBezTo>
                    <a:pt x="65" y="44"/>
                    <a:pt x="67" y="32"/>
                    <a:pt x="65" y="18"/>
                  </a:cubicBezTo>
                  <a:cubicBezTo>
                    <a:pt x="78" y="47"/>
                    <a:pt x="67" y="72"/>
                    <a:pt x="41" y="97"/>
                  </a:cubicBezTo>
                  <a:cubicBezTo>
                    <a:pt x="71" y="71"/>
                    <a:pt x="81" y="43"/>
                    <a:pt x="64" y="14"/>
                  </a:cubicBezTo>
                  <a:cubicBezTo>
                    <a:pt x="89" y="42"/>
                    <a:pt x="82" y="72"/>
                    <a:pt x="65" y="98"/>
                  </a:cubicBezTo>
                  <a:cubicBezTo>
                    <a:pt x="86" y="68"/>
                    <a:pt x="90" y="36"/>
                    <a:pt x="62" y="9"/>
                  </a:cubicBezTo>
                  <a:cubicBezTo>
                    <a:pt x="96" y="30"/>
                    <a:pt x="101" y="59"/>
                    <a:pt x="86" y="9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7" name="Freeform 42"/>
            <p:cNvSpPr/>
            <p:nvPr userDrawn="1"/>
          </p:nvSpPr>
          <p:spPr bwMode="auto">
            <a:xfrm>
              <a:off x="8942450" y="4694541"/>
              <a:ext cx="49213" cy="20638"/>
            </a:xfrm>
            <a:custGeom>
              <a:avLst/>
              <a:gdLst>
                <a:gd name="T0" fmla="*/ 19 w 33"/>
                <a:gd name="T1" fmla="*/ 14 h 14"/>
                <a:gd name="T2" fmla="*/ 0 w 33"/>
                <a:gd name="T3" fmla="*/ 0 h 14"/>
                <a:gd name="T4" fmla="*/ 33 w 33"/>
                <a:gd name="T5" fmla="*/ 5 h 14"/>
                <a:gd name="T6" fmla="*/ 18 w 33"/>
                <a:gd name="T7" fmla="*/ 6 h 14"/>
                <a:gd name="T8" fmla="*/ 19 w 33"/>
                <a:gd name="T9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3" h="14">
                  <a:moveTo>
                    <a:pt x="19" y="14"/>
                  </a:moveTo>
                  <a:cubicBezTo>
                    <a:pt x="13" y="8"/>
                    <a:pt x="8" y="4"/>
                    <a:pt x="0" y="0"/>
                  </a:cubicBezTo>
                  <a:cubicBezTo>
                    <a:pt x="11" y="0"/>
                    <a:pt x="25" y="3"/>
                    <a:pt x="33" y="5"/>
                  </a:cubicBezTo>
                  <a:cubicBezTo>
                    <a:pt x="24" y="4"/>
                    <a:pt x="20" y="5"/>
                    <a:pt x="18" y="6"/>
                  </a:cubicBezTo>
                  <a:cubicBezTo>
                    <a:pt x="16" y="8"/>
                    <a:pt x="17" y="10"/>
                    <a:pt x="1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8" name="Freeform 43"/>
            <p:cNvSpPr/>
            <p:nvPr userDrawn="1"/>
          </p:nvSpPr>
          <p:spPr bwMode="auto">
            <a:xfrm>
              <a:off x="8867838" y="4856466"/>
              <a:ext cx="195263" cy="30163"/>
            </a:xfrm>
            <a:custGeom>
              <a:avLst/>
              <a:gdLst>
                <a:gd name="T0" fmla="*/ 70 w 131"/>
                <a:gd name="T1" fmla="*/ 20 h 20"/>
                <a:gd name="T2" fmla="*/ 77 w 131"/>
                <a:gd name="T3" fmla="*/ 12 h 20"/>
                <a:gd name="T4" fmla="*/ 100 w 131"/>
                <a:gd name="T5" fmla="*/ 12 h 20"/>
                <a:gd name="T6" fmla="*/ 131 w 131"/>
                <a:gd name="T7" fmla="*/ 14 h 20"/>
                <a:gd name="T8" fmla="*/ 124 w 131"/>
                <a:gd name="T9" fmla="*/ 8 h 20"/>
                <a:gd name="T10" fmla="*/ 101 w 131"/>
                <a:gd name="T11" fmla="*/ 5 h 20"/>
                <a:gd name="T12" fmla="*/ 77 w 131"/>
                <a:gd name="T13" fmla="*/ 0 h 20"/>
                <a:gd name="T14" fmla="*/ 65 w 131"/>
                <a:gd name="T15" fmla="*/ 12 h 20"/>
                <a:gd name="T16" fmla="*/ 53 w 131"/>
                <a:gd name="T17" fmla="*/ 0 h 20"/>
                <a:gd name="T18" fmla="*/ 30 w 131"/>
                <a:gd name="T19" fmla="*/ 5 h 20"/>
                <a:gd name="T20" fmla="*/ 7 w 131"/>
                <a:gd name="T21" fmla="*/ 8 h 20"/>
                <a:gd name="T22" fmla="*/ 0 w 131"/>
                <a:gd name="T23" fmla="*/ 14 h 20"/>
                <a:gd name="T24" fmla="*/ 31 w 131"/>
                <a:gd name="T25" fmla="*/ 12 h 20"/>
                <a:gd name="T26" fmla="*/ 54 w 131"/>
                <a:gd name="T27" fmla="*/ 12 h 20"/>
                <a:gd name="T28" fmla="*/ 61 w 131"/>
                <a:gd name="T29" fmla="*/ 20 h 20"/>
                <a:gd name="T30" fmla="*/ 70 w 131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1" h="20">
                  <a:moveTo>
                    <a:pt x="70" y="20"/>
                  </a:moveTo>
                  <a:cubicBezTo>
                    <a:pt x="70" y="16"/>
                    <a:pt x="71" y="14"/>
                    <a:pt x="77" y="12"/>
                  </a:cubicBezTo>
                  <a:cubicBezTo>
                    <a:pt x="83" y="10"/>
                    <a:pt x="89" y="11"/>
                    <a:pt x="100" y="12"/>
                  </a:cubicBezTo>
                  <a:cubicBezTo>
                    <a:pt x="111" y="14"/>
                    <a:pt x="120" y="15"/>
                    <a:pt x="131" y="14"/>
                  </a:cubicBezTo>
                  <a:cubicBezTo>
                    <a:pt x="127" y="12"/>
                    <a:pt x="126" y="10"/>
                    <a:pt x="124" y="8"/>
                  </a:cubicBezTo>
                  <a:cubicBezTo>
                    <a:pt x="115" y="8"/>
                    <a:pt x="109" y="7"/>
                    <a:pt x="101" y="5"/>
                  </a:cubicBezTo>
                  <a:cubicBezTo>
                    <a:pt x="93" y="2"/>
                    <a:pt x="83" y="0"/>
                    <a:pt x="77" y="0"/>
                  </a:cubicBezTo>
                  <a:cubicBezTo>
                    <a:pt x="71" y="1"/>
                    <a:pt x="67" y="4"/>
                    <a:pt x="65" y="12"/>
                  </a:cubicBezTo>
                  <a:cubicBezTo>
                    <a:pt x="63" y="4"/>
                    <a:pt x="59" y="1"/>
                    <a:pt x="53" y="0"/>
                  </a:cubicBezTo>
                  <a:cubicBezTo>
                    <a:pt x="47" y="0"/>
                    <a:pt x="38" y="2"/>
                    <a:pt x="30" y="5"/>
                  </a:cubicBezTo>
                  <a:cubicBezTo>
                    <a:pt x="22" y="7"/>
                    <a:pt x="16" y="8"/>
                    <a:pt x="7" y="8"/>
                  </a:cubicBezTo>
                  <a:cubicBezTo>
                    <a:pt x="5" y="10"/>
                    <a:pt x="4" y="12"/>
                    <a:pt x="0" y="14"/>
                  </a:cubicBezTo>
                  <a:cubicBezTo>
                    <a:pt x="11" y="15"/>
                    <a:pt x="20" y="14"/>
                    <a:pt x="31" y="12"/>
                  </a:cubicBezTo>
                  <a:cubicBezTo>
                    <a:pt x="41" y="11"/>
                    <a:pt x="48" y="10"/>
                    <a:pt x="54" y="12"/>
                  </a:cubicBezTo>
                  <a:cubicBezTo>
                    <a:pt x="60" y="14"/>
                    <a:pt x="61" y="16"/>
                    <a:pt x="61" y="20"/>
                  </a:cubicBezTo>
                  <a:cubicBezTo>
                    <a:pt x="70" y="20"/>
                    <a:pt x="70" y="20"/>
                    <a:pt x="70" y="2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9" name="Freeform 44"/>
            <p:cNvSpPr>
              <a:spLocks noEditPoints="1"/>
            </p:cNvSpPr>
            <p:nvPr userDrawn="1"/>
          </p:nvSpPr>
          <p:spPr bwMode="auto">
            <a:xfrm>
              <a:off x="8840850" y="4681841"/>
              <a:ext cx="252413" cy="257175"/>
            </a:xfrm>
            <a:custGeom>
              <a:avLst/>
              <a:gdLst>
                <a:gd name="T0" fmla="*/ 85 w 170"/>
                <a:gd name="T1" fmla="*/ 0 h 171"/>
                <a:gd name="T2" fmla="*/ 0 w 170"/>
                <a:gd name="T3" fmla="*/ 86 h 171"/>
                <a:gd name="T4" fmla="*/ 85 w 170"/>
                <a:gd name="T5" fmla="*/ 171 h 171"/>
                <a:gd name="T6" fmla="*/ 170 w 170"/>
                <a:gd name="T7" fmla="*/ 86 h 171"/>
                <a:gd name="T8" fmla="*/ 85 w 170"/>
                <a:gd name="T9" fmla="*/ 0 h 171"/>
                <a:gd name="T10" fmla="*/ 85 w 170"/>
                <a:gd name="T11" fmla="*/ 168 h 171"/>
                <a:gd name="T12" fmla="*/ 2 w 170"/>
                <a:gd name="T13" fmla="*/ 85 h 171"/>
                <a:gd name="T14" fmla="*/ 85 w 170"/>
                <a:gd name="T15" fmla="*/ 3 h 171"/>
                <a:gd name="T16" fmla="*/ 167 w 170"/>
                <a:gd name="T17" fmla="*/ 85 h 171"/>
                <a:gd name="T18" fmla="*/ 85 w 170"/>
                <a:gd name="T19" fmla="*/ 168 h 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70" h="171">
                  <a:moveTo>
                    <a:pt x="85" y="0"/>
                  </a:moveTo>
                  <a:cubicBezTo>
                    <a:pt x="38" y="0"/>
                    <a:pt x="0" y="38"/>
                    <a:pt x="0" y="86"/>
                  </a:cubicBezTo>
                  <a:cubicBezTo>
                    <a:pt x="0" y="132"/>
                    <a:pt x="38" y="171"/>
                    <a:pt x="85" y="171"/>
                  </a:cubicBezTo>
                  <a:cubicBezTo>
                    <a:pt x="132" y="171"/>
                    <a:pt x="170" y="133"/>
                    <a:pt x="170" y="86"/>
                  </a:cubicBezTo>
                  <a:cubicBezTo>
                    <a:pt x="170" y="38"/>
                    <a:pt x="132" y="0"/>
                    <a:pt x="85" y="0"/>
                  </a:cubicBezTo>
                  <a:close/>
                  <a:moveTo>
                    <a:pt x="85" y="168"/>
                  </a:moveTo>
                  <a:cubicBezTo>
                    <a:pt x="39" y="168"/>
                    <a:pt x="2" y="131"/>
                    <a:pt x="2" y="85"/>
                  </a:cubicBezTo>
                  <a:cubicBezTo>
                    <a:pt x="2" y="40"/>
                    <a:pt x="39" y="3"/>
                    <a:pt x="85" y="3"/>
                  </a:cubicBezTo>
                  <a:cubicBezTo>
                    <a:pt x="130" y="3"/>
                    <a:pt x="167" y="40"/>
                    <a:pt x="167" y="85"/>
                  </a:cubicBezTo>
                  <a:cubicBezTo>
                    <a:pt x="167" y="131"/>
                    <a:pt x="130" y="168"/>
                    <a:pt x="85" y="1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0" name="Freeform 45"/>
            <p:cNvSpPr>
              <a:spLocks noEditPoints="1"/>
            </p:cNvSpPr>
            <p:nvPr userDrawn="1"/>
          </p:nvSpPr>
          <p:spPr bwMode="auto">
            <a:xfrm>
              <a:off x="9091675" y="4667554"/>
              <a:ext cx="39688" cy="36513"/>
            </a:xfrm>
            <a:custGeom>
              <a:avLst/>
              <a:gdLst>
                <a:gd name="T0" fmla="*/ 13 w 26"/>
                <a:gd name="T1" fmla="*/ 16 h 25"/>
                <a:gd name="T2" fmla="*/ 11 w 26"/>
                <a:gd name="T3" fmla="*/ 25 h 25"/>
                <a:gd name="T4" fmla="*/ 7 w 26"/>
                <a:gd name="T5" fmla="*/ 24 h 25"/>
                <a:gd name="T6" fmla="*/ 9 w 26"/>
                <a:gd name="T7" fmla="*/ 19 h 25"/>
                <a:gd name="T8" fmla="*/ 10 w 26"/>
                <a:gd name="T9" fmla="*/ 14 h 25"/>
                <a:gd name="T10" fmla="*/ 10 w 26"/>
                <a:gd name="T11" fmla="*/ 14 h 25"/>
                <a:gd name="T12" fmla="*/ 13 w 26"/>
                <a:gd name="T13" fmla="*/ 16 h 25"/>
                <a:gd name="T14" fmla="*/ 25 w 26"/>
                <a:gd name="T15" fmla="*/ 0 h 25"/>
                <a:gd name="T16" fmla="*/ 26 w 26"/>
                <a:gd name="T17" fmla="*/ 2 h 25"/>
                <a:gd name="T18" fmla="*/ 21 w 26"/>
                <a:gd name="T19" fmla="*/ 7 h 25"/>
                <a:gd name="T20" fmla="*/ 18 w 26"/>
                <a:gd name="T21" fmla="*/ 9 h 25"/>
                <a:gd name="T22" fmla="*/ 22 w 26"/>
                <a:gd name="T23" fmla="*/ 11 h 25"/>
                <a:gd name="T24" fmla="*/ 22 w 26"/>
                <a:gd name="T25" fmla="*/ 11 h 25"/>
                <a:gd name="T26" fmla="*/ 23 w 26"/>
                <a:gd name="T27" fmla="*/ 9 h 25"/>
                <a:gd name="T28" fmla="*/ 23 w 26"/>
                <a:gd name="T29" fmla="*/ 9 h 25"/>
                <a:gd name="T30" fmla="*/ 24 w 26"/>
                <a:gd name="T31" fmla="*/ 9 h 25"/>
                <a:gd name="T32" fmla="*/ 25 w 26"/>
                <a:gd name="T33" fmla="*/ 14 h 25"/>
                <a:gd name="T34" fmla="*/ 26 w 26"/>
                <a:gd name="T35" fmla="*/ 15 h 25"/>
                <a:gd name="T36" fmla="*/ 26 w 26"/>
                <a:gd name="T37" fmla="*/ 16 h 25"/>
                <a:gd name="T38" fmla="*/ 25 w 26"/>
                <a:gd name="T39" fmla="*/ 16 h 25"/>
                <a:gd name="T40" fmla="*/ 23 w 26"/>
                <a:gd name="T41" fmla="*/ 16 h 25"/>
                <a:gd name="T42" fmla="*/ 22 w 26"/>
                <a:gd name="T43" fmla="*/ 15 h 25"/>
                <a:gd name="T44" fmla="*/ 13 w 26"/>
                <a:gd name="T45" fmla="*/ 11 h 25"/>
                <a:gd name="T46" fmla="*/ 4 w 26"/>
                <a:gd name="T47" fmla="*/ 13 h 25"/>
                <a:gd name="T48" fmla="*/ 2 w 26"/>
                <a:gd name="T49" fmla="*/ 8 h 25"/>
                <a:gd name="T50" fmla="*/ 2 w 26"/>
                <a:gd name="T51" fmla="*/ 8 h 25"/>
                <a:gd name="T52" fmla="*/ 3 w 26"/>
                <a:gd name="T53" fmla="*/ 8 h 25"/>
                <a:gd name="T54" fmla="*/ 5 w 26"/>
                <a:gd name="T55" fmla="*/ 10 h 25"/>
                <a:gd name="T56" fmla="*/ 11 w 26"/>
                <a:gd name="T57" fmla="*/ 10 h 25"/>
                <a:gd name="T58" fmla="*/ 11 w 26"/>
                <a:gd name="T59" fmla="*/ 9 h 25"/>
                <a:gd name="T60" fmla="*/ 8 w 26"/>
                <a:gd name="T61" fmla="*/ 3 h 25"/>
                <a:gd name="T62" fmla="*/ 9 w 26"/>
                <a:gd name="T63" fmla="*/ 2 h 25"/>
                <a:gd name="T64" fmla="*/ 10 w 26"/>
                <a:gd name="T65" fmla="*/ 2 h 25"/>
                <a:gd name="T66" fmla="*/ 11 w 26"/>
                <a:gd name="T67" fmla="*/ 5 h 25"/>
                <a:gd name="T68" fmla="*/ 12 w 26"/>
                <a:gd name="T69" fmla="*/ 6 h 25"/>
                <a:gd name="T70" fmla="*/ 15 w 26"/>
                <a:gd name="T71" fmla="*/ 8 h 25"/>
                <a:gd name="T72" fmla="*/ 22 w 26"/>
                <a:gd name="T73" fmla="*/ 2 h 25"/>
                <a:gd name="T74" fmla="*/ 24 w 26"/>
                <a:gd name="T75" fmla="*/ 0 h 25"/>
                <a:gd name="T76" fmla="*/ 25 w 26"/>
                <a:gd name="T77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6" h="25">
                  <a:moveTo>
                    <a:pt x="13" y="16"/>
                  </a:moveTo>
                  <a:cubicBezTo>
                    <a:pt x="14" y="18"/>
                    <a:pt x="13" y="24"/>
                    <a:pt x="11" y="25"/>
                  </a:cubicBezTo>
                  <a:cubicBezTo>
                    <a:pt x="10" y="25"/>
                    <a:pt x="7" y="25"/>
                    <a:pt x="7" y="24"/>
                  </a:cubicBezTo>
                  <a:cubicBezTo>
                    <a:pt x="7" y="22"/>
                    <a:pt x="8" y="21"/>
                    <a:pt x="9" y="19"/>
                  </a:cubicBezTo>
                  <a:cubicBezTo>
                    <a:pt x="10" y="18"/>
                    <a:pt x="9" y="16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1" y="15"/>
                    <a:pt x="12" y="15"/>
                    <a:pt x="13" y="16"/>
                  </a:cubicBezTo>
                  <a:close/>
                  <a:moveTo>
                    <a:pt x="25" y="0"/>
                  </a:moveTo>
                  <a:cubicBezTo>
                    <a:pt x="25" y="0"/>
                    <a:pt x="26" y="1"/>
                    <a:pt x="26" y="2"/>
                  </a:cubicBezTo>
                  <a:cubicBezTo>
                    <a:pt x="26" y="3"/>
                    <a:pt x="23" y="6"/>
                    <a:pt x="21" y="7"/>
                  </a:cubicBezTo>
                  <a:cubicBezTo>
                    <a:pt x="20" y="8"/>
                    <a:pt x="19" y="8"/>
                    <a:pt x="18" y="9"/>
                  </a:cubicBezTo>
                  <a:cubicBezTo>
                    <a:pt x="19" y="10"/>
                    <a:pt x="20" y="11"/>
                    <a:pt x="22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3" y="10"/>
                    <a:pt x="23" y="10"/>
                    <a:pt x="23" y="9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23" y="9"/>
                    <a:pt x="23" y="9"/>
                    <a:pt x="24" y="9"/>
                  </a:cubicBezTo>
                  <a:cubicBezTo>
                    <a:pt x="23" y="11"/>
                    <a:pt x="24" y="12"/>
                    <a:pt x="25" y="14"/>
                  </a:cubicBezTo>
                  <a:cubicBezTo>
                    <a:pt x="26" y="14"/>
                    <a:pt x="25" y="15"/>
                    <a:pt x="26" y="15"/>
                  </a:cubicBezTo>
                  <a:cubicBezTo>
                    <a:pt x="26" y="16"/>
                    <a:pt x="26" y="15"/>
                    <a:pt x="26" y="16"/>
                  </a:cubicBezTo>
                  <a:cubicBezTo>
                    <a:pt x="25" y="16"/>
                    <a:pt x="25" y="16"/>
                    <a:pt x="25" y="16"/>
                  </a:cubicBezTo>
                  <a:cubicBezTo>
                    <a:pt x="24" y="16"/>
                    <a:pt x="24" y="16"/>
                    <a:pt x="23" y="16"/>
                  </a:cubicBezTo>
                  <a:cubicBezTo>
                    <a:pt x="23" y="16"/>
                    <a:pt x="22" y="15"/>
                    <a:pt x="22" y="15"/>
                  </a:cubicBezTo>
                  <a:cubicBezTo>
                    <a:pt x="19" y="13"/>
                    <a:pt x="16" y="11"/>
                    <a:pt x="13" y="11"/>
                  </a:cubicBezTo>
                  <a:cubicBezTo>
                    <a:pt x="11" y="12"/>
                    <a:pt x="6" y="14"/>
                    <a:pt x="4" y="13"/>
                  </a:cubicBezTo>
                  <a:cubicBezTo>
                    <a:pt x="2" y="13"/>
                    <a:pt x="0" y="9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3" y="8"/>
                    <a:pt x="3" y="8"/>
                  </a:cubicBezTo>
                  <a:cubicBezTo>
                    <a:pt x="4" y="9"/>
                    <a:pt x="5" y="10"/>
                    <a:pt x="5" y="10"/>
                  </a:cubicBezTo>
                  <a:cubicBezTo>
                    <a:pt x="7" y="10"/>
                    <a:pt x="10" y="10"/>
                    <a:pt x="11" y="10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9" y="6"/>
                    <a:pt x="7" y="6"/>
                    <a:pt x="8" y="3"/>
                  </a:cubicBezTo>
                  <a:cubicBezTo>
                    <a:pt x="8" y="2"/>
                    <a:pt x="9" y="2"/>
                    <a:pt x="9" y="2"/>
                  </a:cubicBezTo>
                  <a:cubicBezTo>
                    <a:pt x="9" y="2"/>
                    <a:pt x="10" y="2"/>
                    <a:pt x="10" y="2"/>
                  </a:cubicBezTo>
                  <a:cubicBezTo>
                    <a:pt x="10" y="3"/>
                    <a:pt x="11" y="4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4" y="8"/>
                    <a:pt x="15" y="8"/>
                  </a:cubicBezTo>
                  <a:cubicBezTo>
                    <a:pt x="16" y="8"/>
                    <a:pt x="21" y="4"/>
                    <a:pt x="22" y="2"/>
                  </a:cubicBezTo>
                  <a:cubicBezTo>
                    <a:pt x="23" y="2"/>
                    <a:pt x="23" y="0"/>
                    <a:pt x="24" y="0"/>
                  </a:cubicBezTo>
                  <a:cubicBezTo>
                    <a:pt x="25" y="0"/>
                    <a:pt x="25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1" name="Freeform 46"/>
            <p:cNvSpPr>
              <a:spLocks noEditPoints="1"/>
            </p:cNvSpPr>
            <p:nvPr userDrawn="1"/>
          </p:nvSpPr>
          <p:spPr bwMode="auto">
            <a:xfrm>
              <a:off x="9120250" y="4715179"/>
              <a:ext cx="53975" cy="44450"/>
            </a:xfrm>
            <a:custGeom>
              <a:avLst/>
              <a:gdLst>
                <a:gd name="T0" fmla="*/ 32 w 36"/>
                <a:gd name="T1" fmla="*/ 11 h 30"/>
                <a:gd name="T2" fmla="*/ 36 w 36"/>
                <a:gd name="T3" fmla="*/ 16 h 30"/>
                <a:gd name="T4" fmla="*/ 30 w 36"/>
                <a:gd name="T5" fmla="*/ 16 h 30"/>
                <a:gd name="T6" fmla="*/ 26 w 36"/>
                <a:gd name="T7" fmla="*/ 13 h 30"/>
                <a:gd name="T8" fmla="*/ 27 w 36"/>
                <a:gd name="T9" fmla="*/ 16 h 30"/>
                <a:gd name="T10" fmla="*/ 23 w 36"/>
                <a:gd name="T11" fmla="*/ 22 h 30"/>
                <a:gd name="T12" fmla="*/ 14 w 36"/>
                <a:gd name="T13" fmla="*/ 21 h 30"/>
                <a:gd name="T14" fmla="*/ 14 w 36"/>
                <a:gd name="T15" fmla="*/ 24 h 30"/>
                <a:gd name="T16" fmla="*/ 14 w 36"/>
                <a:gd name="T17" fmla="*/ 30 h 30"/>
                <a:gd name="T18" fmla="*/ 10 w 36"/>
                <a:gd name="T19" fmla="*/ 24 h 30"/>
                <a:gd name="T20" fmla="*/ 1 w 36"/>
                <a:gd name="T21" fmla="*/ 18 h 30"/>
                <a:gd name="T22" fmla="*/ 3 w 36"/>
                <a:gd name="T23" fmla="*/ 19 h 30"/>
                <a:gd name="T24" fmla="*/ 9 w 36"/>
                <a:gd name="T25" fmla="*/ 24 h 30"/>
                <a:gd name="T26" fmla="*/ 9 w 36"/>
                <a:gd name="T27" fmla="*/ 23 h 30"/>
                <a:gd name="T28" fmla="*/ 6 w 36"/>
                <a:gd name="T29" fmla="*/ 20 h 30"/>
                <a:gd name="T30" fmla="*/ 4 w 36"/>
                <a:gd name="T31" fmla="*/ 12 h 30"/>
                <a:gd name="T32" fmla="*/ 8 w 36"/>
                <a:gd name="T33" fmla="*/ 18 h 30"/>
                <a:gd name="T34" fmla="*/ 12 w 36"/>
                <a:gd name="T35" fmla="*/ 20 h 30"/>
                <a:gd name="T36" fmla="*/ 17 w 36"/>
                <a:gd name="T37" fmla="*/ 19 h 30"/>
                <a:gd name="T38" fmla="*/ 14 w 36"/>
                <a:gd name="T39" fmla="*/ 16 h 30"/>
                <a:gd name="T40" fmla="*/ 21 w 36"/>
                <a:gd name="T41" fmla="*/ 20 h 30"/>
                <a:gd name="T42" fmla="*/ 24 w 36"/>
                <a:gd name="T43" fmla="*/ 18 h 30"/>
                <a:gd name="T44" fmla="*/ 14 w 36"/>
                <a:gd name="T45" fmla="*/ 12 h 30"/>
                <a:gd name="T46" fmla="*/ 10 w 36"/>
                <a:gd name="T47" fmla="*/ 14 h 30"/>
                <a:gd name="T48" fmla="*/ 10 w 36"/>
                <a:gd name="T49" fmla="*/ 12 h 30"/>
                <a:gd name="T50" fmla="*/ 14 w 36"/>
                <a:gd name="T51" fmla="*/ 6 h 30"/>
                <a:gd name="T52" fmla="*/ 21 w 36"/>
                <a:gd name="T53" fmla="*/ 10 h 30"/>
                <a:gd name="T54" fmla="*/ 32 w 36"/>
                <a:gd name="T55" fmla="*/ 14 h 30"/>
                <a:gd name="T56" fmla="*/ 32 w 36"/>
                <a:gd name="T57" fmla="*/ 14 h 30"/>
                <a:gd name="T58" fmla="*/ 29 w 36"/>
                <a:gd name="T59" fmla="*/ 6 h 30"/>
                <a:gd name="T60" fmla="*/ 32 w 36"/>
                <a:gd name="T61" fmla="*/ 6 h 30"/>
                <a:gd name="T62" fmla="*/ 34 w 36"/>
                <a:gd name="T63" fmla="*/ 0 h 30"/>
                <a:gd name="T64" fmla="*/ 29 w 36"/>
                <a:gd name="T65" fmla="*/ 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6" h="30">
                  <a:moveTo>
                    <a:pt x="32" y="6"/>
                  </a:moveTo>
                  <a:cubicBezTo>
                    <a:pt x="33" y="8"/>
                    <a:pt x="31" y="10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4" y="12"/>
                    <a:pt x="36" y="14"/>
                    <a:pt x="36" y="16"/>
                  </a:cubicBezTo>
                  <a:cubicBezTo>
                    <a:pt x="36" y="17"/>
                    <a:pt x="34" y="19"/>
                    <a:pt x="33" y="19"/>
                  </a:cubicBezTo>
                  <a:cubicBezTo>
                    <a:pt x="32" y="18"/>
                    <a:pt x="30" y="16"/>
                    <a:pt x="30" y="16"/>
                  </a:cubicBezTo>
                  <a:cubicBezTo>
                    <a:pt x="29" y="14"/>
                    <a:pt x="27" y="14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6" y="14"/>
                    <a:pt x="27" y="14"/>
                    <a:pt x="27" y="16"/>
                  </a:cubicBezTo>
                  <a:cubicBezTo>
                    <a:pt x="27" y="18"/>
                    <a:pt x="28" y="21"/>
                    <a:pt x="24" y="23"/>
                  </a:cubicBezTo>
                  <a:cubicBezTo>
                    <a:pt x="24" y="22"/>
                    <a:pt x="24" y="22"/>
                    <a:pt x="23" y="22"/>
                  </a:cubicBezTo>
                  <a:cubicBezTo>
                    <a:pt x="22" y="22"/>
                    <a:pt x="21" y="20"/>
                    <a:pt x="20" y="20"/>
                  </a:cubicBezTo>
                  <a:cubicBezTo>
                    <a:pt x="19" y="22"/>
                    <a:pt x="16" y="21"/>
                    <a:pt x="14" y="21"/>
                  </a:cubicBezTo>
                  <a:cubicBezTo>
                    <a:pt x="13" y="21"/>
                    <a:pt x="13" y="22"/>
                    <a:pt x="13" y="22"/>
                  </a:cubicBezTo>
                  <a:cubicBezTo>
                    <a:pt x="14" y="22"/>
                    <a:pt x="14" y="23"/>
                    <a:pt x="14" y="24"/>
                  </a:cubicBezTo>
                  <a:cubicBezTo>
                    <a:pt x="15" y="24"/>
                    <a:pt x="18" y="26"/>
                    <a:pt x="18" y="28"/>
                  </a:cubicBezTo>
                  <a:cubicBezTo>
                    <a:pt x="18" y="29"/>
                    <a:pt x="16" y="30"/>
                    <a:pt x="14" y="30"/>
                  </a:cubicBezTo>
                  <a:cubicBezTo>
                    <a:pt x="14" y="28"/>
                    <a:pt x="13" y="26"/>
                    <a:pt x="11" y="25"/>
                  </a:cubicBezTo>
                  <a:cubicBezTo>
                    <a:pt x="10" y="25"/>
                    <a:pt x="11" y="24"/>
                    <a:pt x="10" y="24"/>
                  </a:cubicBezTo>
                  <a:cubicBezTo>
                    <a:pt x="9" y="25"/>
                    <a:pt x="8" y="26"/>
                    <a:pt x="7" y="26"/>
                  </a:cubicBezTo>
                  <a:cubicBezTo>
                    <a:pt x="3" y="25"/>
                    <a:pt x="0" y="22"/>
                    <a:pt x="1" y="18"/>
                  </a:cubicBezTo>
                  <a:cubicBezTo>
                    <a:pt x="2" y="17"/>
                    <a:pt x="2" y="16"/>
                    <a:pt x="2" y="15"/>
                  </a:cubicBezTo>
                  <a:cubicBezTo>
                    <a:pt x="3" y="16"/>
                    <a:pt x="3" y="18"/>
                    <a:pt x="3" y="19"/>
                  </a:cubicBezTo>
                  <a:cubicBezTo>
                    <a:pt x="3" y="19"/>
                    <a:pt x="3" y="20"/>
                    <a:pt x="4" y="20"/>
                  </a:cubicBezTo>
                  <a:cubicBezTo>
                    <a:pt x="5" y="22"/>
                    <a:pt x="7" y="23"/>
                    <a:pt x="9" y="24"/>
                  </a:cubicBezTo>
                  <a:cubicBezTo>
                    <a:pt x="9" y="24"/>
                    <a:pt x="9" y="24"/>
                    <a:pt x="9" y="2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2"/>
                    <a:pt x="8" y="22"/>
                    <a:pt x="8" y="21"/>
                  </a:cubicBezTo>
                  <a:cubicBezTo>
                    <a:pt x="8" y="21"/>
                    <a:pt x="7" y="20"/>
                    <a:pt x="6" y="20"/>
                  </a:cubicBezTo>
                  <a:cubicBezTo>
                    <a:pt x="5" y="19"/>
                    <a:pt x="3" y="14"/>
                    <a:pt x="4" y="13"/>
                  </a:cubicBezTo>
                  <a:cubicBezTo>
                    <a:pt x="4" y="13"/>
                    <a:pt x="4" y="12"/>
                    <a:pt x="4" y="12"/>
                  </a:cubicBezTo>
                  <a:cubicBezTo>
                    <a:pt x="5" y="12"/>
                    <a:pt x="5" y="12"/>
                    <a:pt x="5" y="13"/>
                  </a:cubicBezTo>
                  <a:cubicBezTo>
                    <a:pt x="6" y="14"/>
                    <a:pt x="7" y="16"/>
                    <a:pt x="8" y="18"/>
                  </a:cubicBezTo>
                  <a:cubicBezTo>
                    <a:pt x="9" y="18"/>
                    <a:pt x="10" y="19"/>
                    <a:pt x="11" y="20"/>
                  </a:cubicBezTo>
                  <a:cubicBezTo>
                    <a:pt x="11" y="20"/>
                    <a:pt x="11" y="20"/>
                    <a:pt x="12" y="20"/>
                  </a:cubicBezTo>
                  <a:cubicBezTo>
                    <a:pt x="13" y="19"/>
                    <a:pt x="14" y="19"/>
                    <a:pt x="16" y="19"/>
                  </a:cubicBezTo>
                  <a:cubicBezTo>
                    <a:pt x="16" y="19"/>
                    <a:pt x="17" y="19"/>
                    <a:pt x="17" y="19"/>
                  </a:cubicBezTo>
                  <a:cubicBezTo>
                    <a:pt x="17" y="18"/>
                    <a:pt x="15" y="17"/>
                    <a:pt x="15" y="17"/>
                  </a:cubicBezTo>
                  <a:cubicBezTo>
                    <a:pt x="14" y="16"/>
                    <a:pt x="14" y="16"/>
                    <a:pt x="14" y="16"/>
                  </a:cubicBezTo>
                  <a:cubicBezTo>
                    <a:pt x="16" y="14"/>
                    <a:pt x="17" y="16"/>
                    <a:pt x="19" y="18"/>
                  </a:cubicBezTo>
                  <a:cubicBezTo>
                    <a:pt x="20" y="19"/>
                    <a:pt x="20" y="19"/>
                    <a:pt x="21" y="20"/>
                  </a:cubicBezTo>
                  <a:cubicBezTo>
                    <a:pt x="22" y="20"/>
                    <a:pt x="23" y="21"/>
                    <a:pt x="24" y="20"/>
                  </a:cubicBezTo>
                  <a:cubicBezTo>
                    <a:pt x="24" y="19"/>
                    <a:pt x="24" y="19"/>
                    <a:pt x="24" y="18"/>
                  </a:cubicBezTo>
                  <a:cubicBezTo>
                    <a:pt x="24" y="15"/>
                    <a:pt x="20" y="12"/>
                    <a:pt x="17" y="12"/>
                  </a:cubicBezTo>
                  <a:cubicBezTo>
                    <a:pt x="16" y="11"/>
                    <a:pt x="14" y="10"/>
                    <a:pt x="14" y="12"/>
                  </a:cubicBezTo>
                  <a:cubicBezTo>
                    <a:pt x="14" y="12"/>
                    <a:pt x="13" y="14"/>
                    <a:pt x="13" y="14"/>
                  </a:cubicBezTo>
                  <a:cubicBezTo>
                    <a:pt x="12" y="14"/>
                    <a:pt x="11" y="14"/>
                    <a:pt x="10" y="14"/>
                  </a:cubicBezTo>
                  <a:cubicBezTo>
                    <a:pt x="10" y="14"/>
                    <a:pt x="10" y="14"/>
                    <a:pt x="10" y="14"/>
                  </a:cubicBezTo>
                  <a:cubicBezTo>
                    <a:pt x="10" y="13"/>
                    <a:pt x="10" y="13"/>
                    <a:pt x="10" y="12"/>
                  </a:cubicBezTo>
                  <a:cubicBezTo>
                    <a:pt x="10" y="12"/>
                    <a:pt x="9" y="12"/>
                    <a:pt x="9" y="11"/>
                  </a:cubicBezTo>
                  <a:cubicBezTo>
                    <a:pt x="9" y="10"/>
                    <a:pt x="13" y="6"/>
                    <a:pt x="14" y="6"/>
                  </a:cubicBezTo>
                  <a:cubicBezTo>
                    <a:pt x="16" y="8"/>
                    <a:pt x="17" y="8"/>
                    <a:pt x="19" y="9"/>
                  </a:cubicBezTo>
                  <a:cubicBezTo>
                    <a:pt x="20" y="9"/>
                    <a:pt x="21" y="10"/>
                    <a:pt x="21" y="10"/>
                  </a:cubicBezTo>
                  <a:cubicBezTo>
                    <a:pt x="23" y="11"/>
                    <a:pt x="24" y="11"/>
                    <a:pt x="26" y="12"/>
                  </a:cubicBezTo>
                  <a:cubicBezTo>
                    <a:pt x="28" y="12"/>
                    <a:pt x="30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2" y="14"/>
                    <a:pt x="32" y="14"/>
                    <a:pt x="32" y="14"/>
                  </a:cubicBezTo>
                  <a:cubicBezTo>
                    <a:pt x="30" y="13"/>
                    <a:pt x="27" y="12"/>
                    <a:pt x="28" y="10"/>
                  </a:cubicBezTo>
                  <a:cubicBezTo>
                    <a:pt x="28" y="8"/>
                    <a:pt x="30" y="8"/>
                    <a:pt x="29" y="6"/>
                  </a:cubicBezTo>
                  <a:cubicBezTo>
                    <a:pt x="30" y="6"/>
                    <a:pt x="30" y="6"/>
                    <a:pt x="30" y="6"/>
                  </a:cubicBezTo>
                  <a:cubicBezTo>
                    <a:pt x="31" y="6"/>
                    <a:pt x="31" y="6"/>
                    <a:pt x="32" y="6"/>
                  </a:cubicBezTo>
                  <a:close/>
                  <a:moveTo>
                    <a:pt x="34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33" y="2"/>
                    <a:pt x="29" y="6"/>
                    <a:pt x="26" y="6"/>
                  </a:cubicBezTo>
                  <a:cubicBezTo>
                    <a:pt x="25" y="4"/>
                    <a:pt x="27" y="2"/>
                    <a:pt x="29" y="0"/>
                  </a:cubicBezTo>
                  <a:cubicBezTo>
                    <a:pt x="30" y="1"/>
                    <a:pt x="32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2" name="Freeform 47"/>
            <p:cNvSpPr>
              <a:spLocks noEditPoints="1"/>
            </p:cNvSpPr>
            <p:nvPr userDrawn="1"/>
          </p:nvSpPr>
          <p:spPr bwMode="auto">
            <a:xfrm>
              <a:off x="9037700" y="4621516"/>
              <a:ext cx="53975" cy="46038"/>
            </a:xfrm>
            <a:custGeom>
              <a:avLst/>
              <a:gdLst>
                <a:gd name="T0" fmla="*/ 13 w 36"/>
                <a:gd name="T1" fmla="*/ 14 h 30"/>
                <a:gd name="T2" fmla="*/ 10 w 36"/>
                <a:gd name="T3" fmla="*/ 17 h 30"/>
                <a:gd name="T4" fmla="*/ 10 w 36"/>
                <a:gd name="T5" fmla="*/ 17 h 30"/>
                <a:gd name="T6" fmla="*/ 13 w 36"/>
                <a:gd name="T7" fmla="*/ 14 h 30"/>
                <a:gd name="T8" fmla="*/ 13 w 36"/>
                <a:gd name="T9" fmla="*/ 14 h 30"/>
                <a:gd name="T10" fmla="*/ 26 w 36"/>
                <a:gd name="T11" fmla="*/ 1 h 30"/>
                <a:gd name="T12" fmla="*/ 27 w 36"/>
                <a:gd name="T13" fmla="*/ 1 h 30"/>
                <a:gd name="T14" fmla="*/ 25 w 36"/>
                <a:gd name="T15" fmla="*/ 7 h 30"/>
                <a:gd name="T16" fmla="*/ 22 w 36"/>
                <a:gd name="T17" fmla="*/ 10 h 30"/>
                <a:gd name="T18" fmla="*/ 22 w 36"/>
                <a:gd name="T19" fmla="*/ 11 h 30"/>
                <a:gd name="T20" fmla="*/ 25 w 36"/>
                <a:gd name="T21" fmla="*/ 11 h 30"/>
                <a:gd name="T22" fmla="*/ 26 w 36"/>
                <a:gd name="T23" fmla="*/ 10 h 30"/>
                <a:gd name="T24" fmla="*/ 29 w 36"/>
                <a:gd name="T25" fmla="*/ 13 h 30"/>
                <a:gd name="T26" fmla="*/ 28 w 36"/>
                <a:gd name="T27" fmla="*/ 14 h 30"/>
                <a:gd name="T28" fmla="*/ 21 w 36"/>
                <a:gd name="T29" fmla="*/ 14 h 30"/>
                <a:gd name="T30" fmla="*/ 19 w 36"/>
                <a:gd name="T31" fmla="*/ 13 h 30"/>
                <a:gd name="T32" fmla="*/ 16 w 36"/>
                <a:gd name="T33" fmla="*/ 18 h 30"/>
                <a:gd name="T34" fmla="*/ 16 w 36"/>
                <a:gd name="T35" fmla="*/ 18 h 30"/>
                <a:gd name="T36" fmla="*/ 21 w 36"/>
                <a:gd name="T37" fmla="*/ 20 h 30"/>
                <a:gd name="T38" fmla="*/ 20 w 36"/>
                <a:gd name="T39" fmla="*/ 24 h 30"/>
                <a:gd name="T40" fmla="*/ 20 w 36"/>
                <a:gd name="T41" fmla="*/ 27 h 30"/>
                <a:gd name="T42" fmla="*/ 14 w 36"/>
                <a:gd name="T43" fmla="*/ 27 h 30"/>
                <a:gd name="T44" fmla="*/ 15 w 36"/>
                <a:gd name="T45" fmla="*/ 21 h 30"/>
                <a:gd name="T46" fmla="*/ 14 w 36"/>
                <a:gd name="T47" fmla="*/ 21 h 30"/>
                <a:gd name="T48" fmla="*/ 9 w 36"/>
                <a:gd name="T49" fmla="*/ 28 h 30"/>
                <a:gd name="T50" fmla="*/ 9 w 36"/>
                <a:gd name="T51" fmla="*/ 28 h 30"/>
                <a:gd name="T52" fmla="*/ 9 w 36"/>
                <a:gd name="T53" fmla="*/ 22 h 30"/>
                <a:gd name="T54" fmla="*/ 11 w 36"/>
                <a:gd name="T55" fmla="*/ 20 h 30"/>
                <a:gd name="T56" fmla="*/ 8 w 36"/>
                <a:gd name="T57" fmla="*/ 20 h 30"/>
                <a:gd name="T58" fmla="*/ 6 w 36"/>
                <a:gd name="T59" fmla="*/ 21 h 30"/>
                <a:gd name="T60" fmla="*/ 1 w 36"/>
                <a:gd name="T61" fmla="*/ 23 h 30"/>
                <a:gd name="T62" fmla="*/ 0 w 36"/>
                <a:gd name="T63" fmla="*/ 22 h 30"/>
                <a:gd name="T64" fmla="*/ 1 w 36"/>
                <a:gd name="T65" fmla="*/ 19 h 30"/>
                <a:gd name="T66" fmla="*/ 3 w 36"/>
                <a:gd name="T67" fmla="*/ 15 h 30"/>
                <a:gd name="T68" fmla="*/ 13 w 36"/>
                <a:gd name="T69" fmla="*/ 13 h 30"/>
                <a:gd name="T70" fmla="*/ 16 w 36"/>
                <a:gd name="T71" fmla="*/ 14 h 30"/>
                <a:gd name="T72" fmla="*/ 16 w 36"/>
                <a:gd name="T73" fmla="*/ 14 h 30"/>
                <a:gd name="T74" fmla="*/ 16 w 36"/>
                <a:gd name="T75" fmla="*/ 13 h 30"/>
                <a:gd name="T76" fmla="*/ 15 w 36"/>
                <a:gd name="T77" fmla="*/ 13 h 30"/>
                <a:gd name="T78" fmla="*/ 13 w 36"/>
                <a:gd name="T79" fmla="*/ 8 h 30"/>
                <a:gd name="T80" fmla="*/ 13 w 36"/>
                <a:gd name="T81" fmla="*/ 8 h 30"/>
                <a:gd name="T82" fmla="*/ 18 w 36"/>
                <a:gd name="T83" fmla="*/ 11 h 30"/>
                <a:gd name="T84" fmla="*/ 20 w 36"/>
                <a:gd name="T85" fmla="*/ 9 h 30"/>
                <a:gd name="T86" fmla="*/ 21 w 36"/>
                <a:gd name="T87" fmla="*/ 7 h 30"/>
                <a:gd name="T88" fmla="*/ 24 w 36"/>
                <a:gd name="T89" fmla="*/ 4 h 30"/>
                <a:gd name="T90" fmla="*/ 26 w 36"/>
                <a:gd name="T91" fmla="*/ 1 h 30"/>
                <a:gd name="T92" fmla="*/ 26 w 36"/>
                <a:gd name="T93" fmla="*/ 1 h 30"/>
                <a:gd name="T94" fmla="*/ 31 w 36"/>
                <a:gd name="T95" fmla="*/ 3 h 30"/>
                <a:gd name="T96" fmla="*/ 35 w 36"/>
                <a:gd name="T97" fmla="*/ 7 h 30"/>
                <a:gd name="T98" fmla="*/ 36 w 36"/>
                <a:gd name="T99" fmla="*/ 9 h 30"/>
                <a:gd name="T100" fmla="*/ 31 w 36"/>
                <a:gd name="T101" fmla="*/ 10 h 30"/>
                <a:gd name="T102" fmla="*/ 31 w 36"/>
                <a:gd name="T103" fmla="*/ 8 h 30"/>
                <a:gd name="T104" fmla="*/ 30 w 36"/>
                <a:gd name="T105" fmla="*/ 8 h 30"/>
                <a:gd name="T106" fmla="*/ 31 w 36"/>
                <a:gd name="T107" fmla="*/ 3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36" h="30">
                  <a:moveTo>
                    <a:pt x="13" y="14"/>
                  </a:moveTo>
                  <a:cubicBezTo>
                    <a:pt x="13" y="14"/>
                    <a:pt x="10" y="16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3" y="19"/>
                    <a:pt x="14" y="17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lose/>
                  <a:moveTo>
                    <a:pt x="26" y="1"/>
                  </a:moveTo>
                  <a:cubicBezTo>
                    <a:pt x="26" y="1"/>
                    <a:pt x="26" y="1"/>
                    <a:pt x="27" y="1"/>
                  </a:cubicBezTo>
                  <a:cubicBezTo>
                    <a:pt x="27" y="2"/>
                    <a:pt x="25" y="6"/>
                    <a:pt x="25" y="7"/>
                  </a:cubicBezTo>
                  <a:cubicBezTo>
                    <a:pt x="24" y="8"/>
                    <a:pt x="22" y="10"/>
                    <a:pt x="22" y="10"/>
                  </a:cubicBezTo>
                  <a:cubicBezTo>
                    <a:pt x="22" y="10"/>
                    <a:pt x="22" y="10"/>
                    <a:pt x="22" y="11"/>
                  </a:cubicBezTo>
                  <a:cubicBezTo>
                    <a:pt x="23" y="12"/>
                    <a:pt x="25" y="12"/>
                    <a:pt x="25" y="11"/>
                  </a:cubicBezTo>
                  <a:cubicBezTo>
                    <a:pt x="26" y="10"/>
                    <a:pt x="25" y="10"/>
                    <a:pt x="26" y="10"/>
                  </a:cubicBezTo>
                  <a:cubicBezTo>
                    <a:pt x="27" y="10"/>
                    <a:pt x="29" y="12"/>
                    <a:pt x="29" y="13"/>
                  </a:cubicBezTo>
                  <a:cubicBezTo>
                    <a:pt x="29" y="13"/>
                    <a:pt x="29" y="14"/>
                    <a:pt x="28" y="14"/>
                  </a:cubicBezTo>
                  <a:cubicBezTo>
                    <a:pt x="25" y="13"/>
                    <a:pt x="23" y="14"/>
                    <a:pt x="21" y="14"/>
                  </a:cubicBezTo>
                  <a:cubicBezTo>
                    <a:pt x="20" y="14"/>
                    <a:pt x="20" y="13"/>
                    <a:pt x="19" y="13"/>
                  </a:cubicBezTo>
                  <a:cubicBezTo>
                    <a:pt x="18" y="14"/>
                    <a:pt x="16" y="17"/>
                    <a:pt x="16" y="18"/>
                  </a:cubicBezTo>
                  <a:cubicBezTo>
                    <a:pt x="16" y="18"/>
                    <a:pt x="16" y="18"/>
                    <a:pt x="16" y="18"/>
                  </a:cubicBezTo>
                  <a:cubicBezTo>
                    <a:pt x="18" y="19"/>
                    <a:pt x="19" y="17"/>
                    <a:pt x="21" y="20"/>
                  </a:cubicBezTo>
                  <a:cubicBezTo>
                    <a:pt x="21" y="22"/>
                    <a:pt x="20" y="22"/>
                    <a:pt x="20" y="24"/>
                  </a:cubicBezTo>
                  <a:cubicBezTo>
                    <a:pt x="19" y="25"/>
                    <a:pt x="20" y="26"/>
                    <a:pt x="20" y="27"/>
                  </a:cubicBezTo>
                  <a:cubicBezTo>
                    <a:pt x="19" y="30"/>
                    <a:pt x="15" y="29"/>
                    <a:pt x="14" y="27"/>
                  </a:cubicBezTo>
                  <a:cubicBezTo>
                    <a:pt x="13" y="26"/>
                    <a:pt x="15" y="22"/>
                    <a:pt x="15" y="21"/>
                  </a:cubicBezTo>
                  <a:cubicBezTo>
                    <a:pt x="14" y="21"/>
                    <a:pt x="14" y="21"/>
                    <a:pt x="14" y="21"/>
                  </a:cubicBezTo>
                  <a:cubicBezTo>
                    <a:pt x="11" y="22"/>
                    <a:pt x="11" y="26"/>
                    <a:pt x="9" y="28"/>
                  </a:cubicBezTo>
                  <a:cubicBezTo>
                    <a:pt x="9" y="28"/>
                    <a:pt x="9" y="28"/>
                    <a:pt x="9" y="28"/>
                  </a:cubicBezTo>
                  <a:cubicBezTo>
                    <a:pt x="8" y="27"/>
                    <a:pt x="9" y="24"/>
                    <a:pt x="9" y="22"/>
                  </a:cubicBezTo>
                  <a:cubicBezTo>
                    <a:pt x="10" y="22"/>
                    <a:pt x="11" y="21"/>
                    <a:pt x="11" y="20"/>
                  </a:cubicBezTo>
                  <a:cubicBezTo>
                    <a:pt x="10" y="20"/>
                    <a:pt x="9" y="19"/>
                    <a:pt x="8" y="20"/>
                  </a:cubicBezTo>
                  <a:cubicBezTo>
                    <a:pt x="7" y="20"/>
                    <a:pt x="7" y="21"/>
                    <a:pt x="6" y="21"/>
                  </a:cubicBezTo>
                  <a:cubicBezTo>
                    <a:pt x="5" y="22"/>
                    <a:pt x="3" y="23"/>
                    <a:pt x="1" y="23"/>
                  </a:cubicBezTo>
                  <a:cubicBezTo>
                    <a:pt x="1" y="23"/>
                    <a:pt x="1" y="22"/>
                    <a:pt x="0" y="22"/>
                  </a:cubicBezTo>
                  <a:cubicBezTo>
                    <a:pt x="1" y="20"/>
                    <a:pt x="1" y="20"/>
                    <a:pt x="1" y="19"/>
                  </a:cubicBezTo>
                  <a:cubicBezTo>
                    <a:pt x="1" y="18"/>
                    <a:pt x="3" y="17"/>
                    <a:pt x="3" y="15"/>
                  </a:cubicBezTo>
                  <a:cubicBezTo>
                    <a:pt x="7" y="15"/>
                    <a:pt x="9" y="13"/>
                    <a:pt x="13" y="13"/>
                  </a:cubicBezTo>
                  <a:cubicBezTo>
                    <a:pt x="14" y="13"/>
                    <a:pt x="15" y="15"/>
                    <a:pt x="16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4"/>
                    <a:pt x="16" y="13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12" y="12"/>
                    <a:pt x="12" y="10"/>
                    <a:pt x="13" y="8"/>
                  </a:cubicBezTo>
                  <a:cubicBezTo>
                    <a:pt x="13" y="8"/>
                    <a:pt x="13" y="8"/>
                    <a:pt x="13" y="8"/>
                  </a:cubicBezTo>
                  <a:cubicBezTo>
                    <a:pt x="14" y="10"/>
                    <a:pt x="17" y="11"/>
                    <a:pt x="18" y="11"/>
                  </a:cubicBezTo>
                  <a:cubicBezTo>
                    <a:pt x="19" y="10"/>
                    <a:pt x="19" y="10"/>
                    <a:pt x="20" y="9"/>
                  </a:cubicBezTo>
                  <a:cubicBezTo>
                    <a:pt x="20" y="8"/>
                    <a:pt x="21" y="8"/>
                    <a:pt x="21" y="7"/>
                  </a:cubicBezTo>
                  <a:cubicBezTo>
                    <a:pt x="22" y="6"/>
                    <a:pt x="23" y="5"/>
                    <a:pt x="24" y="4"/>
                  </a:cubicBezTo>
                  <a:cubicBezTo>
                    <a:pt x="24" y="4"/>
                    <a:pt x="25" y="1"/>
                    <a:pt x="26" y="1"/>
                  </a:cubicBezTo>
                  <a:cubicBezTo>
                    <a:pt x="25" y="0"/>
                    <a:pt x="26" y="1"/>
                    <a:pt x="26" y="1"/>
                  </a:cubicBezTo>
                  <a:close/>
                  <a:moveTo>
                    <a:pt x="31" y="3"/>
                  </a:moveTo>
                  <a:cubicBezTo>
                    <a:pt x="32" y="4"/>
                    <a:pt x="34" y="5"/>
                    <a:pt x="35" y="7"/>
                  </a:cubicBezTo>
                  <a:cubicBezTo>
                    <a:pt x="35" y="8"/>
                    <a:pt x="36" y="9"/>
                    <a:pt x="36" y="9"/>
                  </a:cubicBezTo>
                  <a:cubicBezTo>
                    <a:pt x="35" y="12"/>
                    <a:pt x="32" y="12"/>
                    <a:pt x="31" y="10"/>
                  </a:cubicBezTo>
                  <a:cubicBezTo>
                    <a:pt x="31" y="10"/>
                    <a:pt x="31" y="9"/>
                    <a:pt x="31" y="8"/>
                  </a:cubicBezTo>
                  <a:cubicBezTo>
                    <a:pt x="30" y="8"/>
                    <a:pt x="30" y="8"/>
                    <a:pt x="30" y="8"/>
                  </a:cubicBezTo>
                  <a:cubicBezTo>
                    <a:pt x="31" y="6"/>
                    <a:pt x="29" y="4"/>
                    <a:pt x="3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3" name="Freeform 48"/>
            <p:cNvSpPr>
              <a:spLocks noEditPoints="1"/>
            </p:cNvSpPr>
            <p:nvPr userDrawn="1"/>
          </p:nvSpPr>
          <p:spPr bwMode="auto">
            <a:xfrm>
              <a:off x="8913875" y="4588179"/>
              <a:ext cx="36513" cy="52388"/>
            </a:xfrm>
            <a:custGeom>
              <a:avLst/>
              <a:gdLst>
                <a:gd name="T0" fmla="*/ 14 w 24"/>
                <a:gd name="T1" fmla="*/ 5 h 34"/>
                <a:gd name="T2" fmla="*/ 14 w 24"/>
                <a:gd name="T3" fmla="*/ 5 h 34"/>
                <a:gd name="T4" fmla="*/ 14 w 24"/>
                <a:gd name="T5" fmla="*/ 5 h 34"/>
                <a:gd name="T6" fmla="*/ 14 w 24"/>
                <a:gd name="T7" fmla="*/ 4 h 34"/>
                <a:gd name="T8" fmla="*/ 14 w 24"/>
                <a:gd name="T9" fmla="*/ 4 h 34"/>
                <a:gd name="T10" fmla="*/ 14 w 24"/>
                <a:gd name="T11" fmla="*/ 4 h 34"/>
                <a:gd name="T12" fmla="*/ 14 w 24"/>
                <a:gd name="T13" fmla="*/ 4 h 34"/>
                <a:gd name="T14" fmla="*/ 20 w 24"/>
                <a:gd name="T15" fmla="*/ 2 h 34"/>
                <a:gd name="T16" fmla="*/ 14 w 24"/>
                <a:gd name="T17" fmla="*/ 7 h 34"/>
                <a:gd name="T18" fmla="*/ 22 w 24"/>
                <a:gd name="T19" fmla="*/ 15 h 34"/>
                <a:gd name="T20" fmla="*/ 16 w 24"/>
                <a:gd name="T21" fmla="*/ 18 h 34"/>
                <a:gd name="T22" fmla="*/ 15 w 24"/>
                <a:gd name="T23" fmla="*/ 23 h 34"/>
                <a:gd name="T24" fmla="*/ 17 w 24"/>
                <a:gd name="T25" fmla="*/ 22 h 34"/>
                <a:gd name="T26" fmla="*/ 24 w 24"/>
                <a:gd name="T27" fmla="*/ 24 h 34"/>
                <a:gd name="T28" fmla="*/ 18 w 24"/>
                <a:gd name="T29" fmla="*/ 26 h 34"/>
                <a:gd name="T30" fmla="*/ 9 w 24"/>
                <a:gd name="T31" fmla="*/ 32 h 34"/>
                <a:gd name="T32" fmla="*/ 16 w 24"/>
                <a:gd name="T33" fmla="*/ 27 h 34"/>
                <a:gd name="T34" fmla="*/ 10 w 24"/>
                <a:gd name="T35" fmla="*/ 29 h 34"/>
                <a:gd name="T36" fmla="*/ 7 w 24"/>
                <a:gd name="T37" fmla="*/ 28 h 34"/>
                <a:gd name="T38" fmla="*/ 14 w 24"/>
                <a:gd name="T39" fmla="*/ 25 h 34"/>
                <a:gd name="T40" fmla="*/ 13 w 24"/>
                <a:gd name="T41" fmla="*/ 24 h 34"/>
                <a:gd name="T42" fmla="*/ 14 w 24"/>
                <a:gd name="T43" fmla="*/ 19 h 34"/>
                <a:gd name="T44" fmla="*/ 9 w 24"/>
                <a:gd name="T45" fmla="*/ 22 h 34"/>
                <a:gd name="T46" fmla="*/ 9 w 24"/>
                <a:gd name="T47" fmla="*/ 20 h 34"/>
                <a:gd name="T48" fmla="*/ 17 w 24"/>
                <a:gd name="T49" fmla="*/ 16 h 34"/>
                <a:gd name="T50" fmla="*/ 14 w 24"/>
                <a:gd name="T51" fmla="*/ 10 h 34"/>
                <a:gd name="T52" fmla="*/ 7 w 24"/>
                <a:gd name="T53" fmla="*/ 17 h 34"/>
                <a:gd name="T54" fmla="*/ 4 w 24"/>
                <a:gd name="T55" fmla="*/ 26 h 34"/>
                <a:gd name="T56" fmla="*/ 2 w 24"/>
                <a:gd name="T57" fmla="*/ 19 h 34"/>
                <a:gd name="T58" fmla="*/ 6 w 24"/>
                <a:gd name="T59" fmla="*/ 12 h 34"/>
                <a:gd name="T60" fmla="*/ 12 w 24"/>
                <a:gd name="T61" fmla="*/ 7 h 34"/>
                <a:gd name="T62" fmla="*/ 8 w 24"/>
                <a:gd name="T63" fmla="*/ 6 h 34"/>
                <a:gd name="T64" fmla="*/ 1 w 24"/>
                <a:gd name="T65" fmla="*/ 3 h 34"/>
                <a:gd name="T66" fmla="*/ 4 w 24"/>
                <a:gd name="T67" fmla="*/ 7 h 34"/>
                <a:gd name="T68" fmla="*/ 0 w 24"/>
                <a:gd name="T69" fmla="*/ 5 h 34"/>
                <a:gd name="T70" fmla="*/ 1 w 24"/>
                <a:gd name="T71" fmla="*/ 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4" h="34">
                  <a:moveTo>
                    <a:pt x="14" y="5"/>
                  </a:move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ubicBezTo>
                    <a:pt x="14" y="5"/>
                    <a:pt x="14" y="5"/>
                    <a:pt x="14" y="5"/>
                  </a:cubicBezTo>
                  <a:close/>
                  <a:moveTo>
                    <a:pt x="14" y="4"/>
                  </a:move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ubicBezTo>
                    <a:pt x="14" y="4"/>
                    <a:pt x="14" y="4"/>
                    <a:pt x="14" y="4"/>
                  </a:cubicBezTo>
                  <a:close/>
                  <a:moveTo>
                    <a:pt x="16" y="1"/>
                  </a:moveTo>
                  <a:cubicBezTo>
                    <a:pt x="17" y="0"/>
                    <a:pt x="19" y="1"/>
                    <a:pt x="20" y="2"/>
                  </a:cubicBezTo>
                  <a:cubicBezTo>
                    <a:pt x="20" y="2"/>
                    <a:pt x="21" y="2"/>
                    <a:pt x="20" y="2"/>
                  </a:cubicBezTo>
                  <a:cubicBezTo>
                    <a:pt x="20" y="4"/>
                    <a:pt x="16" y="5"/>
                    <a:pt x="14" y="7"/>
                  </a:cubicBezTo>
                  <a:cubicBezTo>
                    <a:pt x="15" y="8"/>
                    <a:pt x="16" y="7"/>
                    <a:pt x="18" y="8"/>
                  </a:cubicBezTo>
                  <a:cubicBezTo>
                    <a:pt x="20" y="8"/>
                    <a:pt x="24" y="12"/>
                    <a:pt x="22" y="15"/>
                  </a:cubicBezTo>
                  <a:cubicBezTo>
                    <a:pt x="21" y="16"/>
                    <a:pt x="20" y="16"/>
                    <a:pt x="19" y="16"/>
                  </a:cubicBezTo>
                  <a:cubicBezTo>
                    <a:pt x="18" y="17"/>
                    <a:pt x="17" y="16"/>
                    <a:pt x="16" y="18"/>
                  </a:cubicBezTo>
                  <a:cubicBezTo>
                    <a:pt x="16" y="18"/>
                    <a:pt x="16" y="19"/>
                    <a:pt x="17" y="20"/>
                  </a:cubicBezTo>
                  <a:cubicBezTo>
                    <a:pt x="16" y="21"/>
                    <a:pt x="16" y="22"/>
                    <a:pt x="15" y="23"/>
                  </a:cubicBezTo>
                  <a:cubicBezTo>
                    <a:pt x="16" y="24"/>
                    <a:pt x="16" y="24"/>
                    <a:pt x="17" y="24"/>
                  </a:cubicBezTo>
                  <a:cubicBezTo>
                    <a:pt x="17" y="23"/>
                    <a:pt x="17" y="23"/>
                    <a:pt x="17" y="22"/>
                  </a:cubicBezTo>
                  <a:cubicBezTo>
                    <a:pt x="18" y="22"/>
                    <a:pt x="21" y="22"/>
                    <a:pt x="22" y="22"/>
                  </a:cubicBezTo>
                  <a:cubicBezTo>
                    <a:pt x="23" y="22"/>
                    <a:pt x="23" y="24"/>
                    <a:pt x="24" y="24"/>
                  </a:cubicBezTo>
                  <a:cubicBezTo>
                    <a:pt x="23" y="25"/>
                    <a:pt x="23" y="25"/>
                    <a:pt x="23" y="26"/>
                  </a:cubicBezTo>
                  <a:cubicBezTo>
                    <a:pt x="21" y="27"/>
                    <a:pt x="20" y="24"/>
                    <a:pt x="18" y="26"/>
                  </a:cubicBezTo>
                  <a:cubicBezTo>
                    <a:pt x="17" y="27"/>
                    <a:pt x="19" y="29"/>
                    <a:pt x="19" y="31"/>
                  </a:cubicBezTo>
                  <a:cubicBezTo>
                    <a:pt x="18" y="34"/>
                    <a:pt x="11" y="34"/>
                    <a:pt x="9" y="32"/>
                  </a:cubicBezTo>
                  <a:cubicBezTo>
                    <a:pt x="9" y="32"/>
                    <a:pt x="9" y="32"/>
                    <a:pt x="9" y="32"/>
                  </a:cubicBezTo>
                  <a:cubicBezTo>
                    <a:pt x="12" y="30"/>
                    <a:pt x="16" y="30"/>
                    <a:pt x="16" y="27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4" y="27"/>
                    <a:pt x="12" y="29"/>
                    <a:pt x="10" y="29"/>
                  </a:cubicBezTo>
                  <a:cubicBezTo>
                    <a:pt x="10" y="29"/>
                    <a:pt x="8" y="29"/>
                    <a:pt x="8" y="29"/>
                  </a:cubicBezTo>
                  <a:cubicBezTo>
                    <a:pt x="8" y="28"/>
                    <a:pt x="7" y="28"/>
                    <a:pt x="7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9" y="27"/>
                    <a:pt x="14" y="26"/>
                    <a:pt x="14" y="25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3" y="24"/>
                    <a:pt x="13" y="24"/>
                  </a:cubicBezTo>
                  <a:cubicBezTo>
                    <a:pt x="13" y="23"/>
                    <a:pt x="13" y="22"/>
                    <a:pt x="13" y="22"/>
                  </a:cubicBezTo>
                  <a:cubicBezTo>
                    <a:pt x="13" y="21"/>
                    <a:pt x="14" y="20"/>
                    <a:pt x="14" y="19"/>
                  </a:cubicBezTo>
                  <a:cubicBezTo>
                    <a:pt x="14" y="19"/>
                    <a:pt x="14" y="19"/>
                    <a:pt x="13" y="19"/>
                  </a:cubicBezTo>
                  <a:cubicBezTo>
                    <a:pt x="12" y="18"/>
                    <a:pt x="10" y="21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9" y="22"/>
                    <a:pt x="9" y="21"/>
                    <a:pt x="9" y="20"/>
                  </a:cubicBezTo>
                  <a:cubicBezTo>
                    <a:pt x="9" y="18"/>
                    <a:pt x="12" y="16"/>
                    <a:pt x="14" y="17"/>
                  </a:cubicBezTo>
                  <a:cubicBezTo>
                    <a:pt x="15" y="17"/>
                    <a:pt x="16" y="16"/>
                    <a:pt x="17" y="16"/>
                  </a:cubicBezTo>
                  <a:cubicBezTo>
                    <a:pt x="17" y="15"/>
                    <a:pt x="18" y="14"/>
                    <a:pt x="18" y="14"/>
                  </a:cubicBezTo>
                  <a:cubicBezTo>
                    <a:pt x="19" y="11"/>
                    <a:pt x="16" y="10"/>
                    <a:pt x="14" y="10"/>
                  </a:cubicBezTo>
                  <a:cubicBezTo>
                    <a:pt x="12" y="10"/>
                    <a:pt x="10" y="12"/>
                    <a:pt x="10" y="13"/>
                  </a:cubicBezTo>
                  <a:cubicBezTo>
                    <a:pt x="9" y="14"/>
                    <a:pt x="8" y="16"/>
                    <a:pt x="7" y="17"/>
                  </a:cubicBezTo>
                  <a:cubicBezTo>
                    <a:pt x="6" y="18"/>
                    <a:pt x="6" y="19"/>
                    <a:pt x="5" y="20"/>
                  </a:cubicBezTo>
                  <a:cubicBezTo>
                    <a:pt x="4" y="22"/>
                    <a:pt x="5" y="24"/>
                    <a:pt x="4" y="26"/>
                  </a:cubicBezTo>
                  <a:cubicBezTo>
                    <a:pt x="1" y="26"/>
                    <a:pt x="0" y="24"/>
                    <a:pt x="0" y="21"/>
                  </a:cubicBezTo>
                  <a:cubicBezTo>
                    <a:pt x="0" y="21"/>
                    <a:pt x="1" y="20"/>
                    <a:pt x="2" y="19"/>
                  </a:cubicBezTo>
                  <a:cubicBezTo>
                    <a:pt x="2" y="18"/>
                    <a:pt x="3" y="17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8" y="11"/>
                    <a:pt x="11" y="9"/>
                    <a:pt x="12" y="7"/>
                  </a:cubicBezTo>
                  <a:cubicBezTo>
                    <a:pt x="12" y="7"/>
                    <a:pt x="12" y="7"/>
                    <a:pt x="12" y="7"/>
                  </a:cubicBezTo>
                  <a:cubicBezTo>
                    <a:pt x="10" y="7"/>
                    <a:pt x="8" y="7"/>
                    <a:pt x="8" y="6"/>
                  </a:cubicBezTo>
                  <a:cubicBezTo>
                    <a:pt x="8" y="6"/>
                    <a:pt x="8" y="6"/>
                    <a:pt x="8" y="6"/>
                  </a:cubicBezTo>
                  <a:cubicBezTo>
                    <a:pt x="12" y="4"/>
                    <a:pt x="14" y="2"/>
                    <a:pt x="16" y="1"/>
                  </a:cubicBezTo>
                  <a:close/>
                  <a:moveTo>
                    <a:pt x="1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2" y="4"/>
                    <a:pt x="4" y="7"/>
                    <a:pt x="4" y="7"/>
                  </a:cubicBezTo>
                  <a:cubicBezTo>
                    <a:pt x="4" y="9"/>
                    <a:pt x="5" y="9"/>
                    <a:pt x="4" y="10"/>
                  </a:cubicBezTo>
                  <a:cubicBezTo>
                    <a:pt x="1" y="10"/>
                    <a:pt x="0" y="9"/>
                    <a:pt x="0" y="5"/>
                  </a:cubicBezTo>
                  <a:cubicBezTo>
                    <a:pt x="0" y="4"/>
                    <a:pt x="0" y="4"/>
                    <a:pt x="0" y="3"/>
                  </a:cubicBezTo>
                  <a:cubicBezTo>
                    <a:pt x="0" y="3"/>
                    <a:pt x="1" y="3"/>
                    <a:pt x="1" y="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4" name="Freeform 49"/>
            <p:cNvSpPr>
              <a:spLocks noEditPoints="1"/>
            </p:cNvSpPr>
            <p:nvPr userDrawn="1"/>
          </p:nvSpPr>
          <p:spPr bwMode="auto">
            <a:xfrm>
              <a:off x="8971025" y="4589766"/>
              <a:ext cx="50800" cy="52388"/>
            </a:xfrm>
            <a:custGeom>
              <a:avLst/>
              <a:gdLst>
                <a:gd name="T0" fmla="*/ 17 w 34"/>
                <a:gd name="T1" fmla="*/ 16 h 34"/>
                <a:gd name="T2" fmla="*/ 20 w 34"/>
                <a:gd name="T3" fmla="*/ 27 h 34"/>
                <a:gd name="T4" fmla="*/ 18 w 34"/>
                <a:gd name="T5" fmla="*/ 21 h 34"/>
                <a:gd name="T6" fmla="*/ 20 w 34"/>
                <a:gd name="T7" fmla="*/ 21 h 34"/>
                <a:gd name="T8" fmla="*/ 25 w 34"/>
                <a:gd name="T9" fmla="*/ 18 h 34"/>
                <a:gd name="T10" fmla="*/ 22 w 34"/>
                <a:gd name="T11" fmla="*/ 20 h 34"/>
                <a:gd name="T12" fmla="*/ 21 w 34"/>
                <a:gd name="T13" fmla="*/ 14 h 34"/>
                <a:gd name="T14" fmla="*/ 28 w 34"/>
                <a:gd name="T15" fmla="*/ 6 h 34"/>
                <a:gd name="T16" fmla="*/ 26 w 34"/>
                <a:gd name="T17" fmla="*/ 10 h 34"/>
                <a:gd name="T18" fmla="*/ 28 w 34"/>
                <a:gd name="T19" fmla="*/ 6 h 34"/>
                <a:gd name="T20" fmla="*/ 26 w 34"/>
                <a:gd name="T21" fmla="*/ 0 h 34"/>
                <a:gd name="T22" fmla="*/ 28 w 34"/>
                <a:gd name="T23" fmla="*/ 5 h 34"/>
                <a:gd name="T24" fmla="*/ 34 w 34"/>
                <a:gd name="T25" fmla="*/ 9 h 34"/>
                <a:gd name="T26" fmla="*/ 28 w 34"/>
                <a:gd name="T27" fmla="*/ 13 h 34"/>
                <a:gd name="T28" fmla="*/ 28 w 34"/>
                <a:gd name="T29" fmla="*/ 17 h 34"/>
                <a:gd name="T30" fmla="*/ 27 w 34"/>
                <a:gd name="T31" fmla="*/ 25 h 34"/>
                <a:gd name="T32" fmla="*/ 32 w 34"/>
                <a:gd name="T33" fmla="*/ 31 h 34"/>
                <a:gd name="T34" fmla="*/ 26 w 34"/>
                <a:gd name="T35" fmla="*/ 30 h 34"/>
                <a:gd name="T36" fmla="*/ 22 w 34"/>
                <a:gd name="T37" fmla="*/ 30 h 34"/>
                <a:gd name="T38" fmla="*/ 15 w 34"/>
                <a:gd name="T39" fmla="*/ 29 h 34"/>
                <a:gd name="T40" fmla="*/ 13 w 34"/>
                <a:gd name="T41" fmla="*/ 26 h 34"/>
                <a:gd name="T42" fmla="*/ 13 w 34"/>
                <a:gd name="T43" fmla="*/ 31 h 34"/>
                <a:gd name="T44" fmla="*/ 10 w 34"/>
                <a:gd name="T45" fmla="*/ 27 h 34"/>
                <a:gd name="T46" fmla="*/ 8 w 34"/>
                <a:gd name="T47" fmla="*/ 23 h 34"/>
                <a:gd name="T48" fmla="*/ 2 w 34"/>
                <a:gd name="T49" fmla="*/ 19 h 34"/>
                <a:gd name="T50" fmla="*/ 4 w 34"/>
                <a:gd name="T51" fmla="*/ 16 h 34"/>
                <a:gd name="T52" fmla="*/ 13 w 34"/>
                <a:gd name="T53" fmla="*/ 15 h 34"/>
                <a:gd name="T54" fmla="*/ 16 w 34"/>
                <a:gd name="T55" fmla="*/ 9 h 34"/>
                <a:gd name="T56" fmla="*/ 11 w 34"/>
                <a:gd name="T57" fmla="*/ 7 h 34"/>
                <a:gd name="T58" fmla="*/ 10 w 34"/>
                <a:gd name="T59" fmla="*/ 5 h 34"/>
                <a:gd name="T60" fmla="*/ 12 w 34"/>
                <a:gd name="T61" fmla="*/ 6 h 34"/>
                <a:gd name="T62" fmla="*/ 20 w 34"/>
                <a:gd name="T63" fmla="*/ 0 h 34"/>
                <a:gd name="T64" fmla="*/ 23 w 34"/>
                <a:gd name="T65" fmla="*/ 1 h 34"/>
                <a:gd name="T66" fmla="*/ 17 w 34"/>
                <a:gd name="T67" fmla="*/ 11 h 34"/>
                <a:gd name="T68" fmla="*/ 19 w 34"/>
                <a:gd name="T69" fmla="*/ 11 h 34"/>
                <a:gd name="T70" fmla="*/ 23 w 34"/>
                <a:gd name="T71" fmla="*/ 7 h 34"/>
                <a:gd name="T72" fmla="*/ 26 w 34"/>
                <a:gd name="T7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" h="34">
                  <a:moveTo>
                    <a:pt x="21" y="13"/>
                  </a:moveTo>
                  <a:cubicBezTo>
                    <a:pt x="19" y="14"/>
                    <a:pt x="18" y="15"/>
                    <a:pt x="17" y="16"/>
                  </a:cubicBezTo>
                  <a:cubicBezTo>
                    <a:pt x="16" y="18"/>
                    <a:pt x="12" y="21"/>
                    <a:pt x="14" y="24"/>
                  </a:cubicBezTo>
                  <a:cubicBezTo>
                    <a:pt x="15" y="26"/>
                    <a:pt x="17" y="28"/>
                    <a:pt x="20" y="27"/>
                  </a:cubicBezTo>
                  <a:cubicBezTo>
                    <a:pt x="20" y="27"/>
                    <a:pt x="20" y="27"/>
                    <a:pt x="21" y="27"/>
                  </a:cubicBezTo>
                  <a:cubicBezTo>
                    <a:pt x="20" y="25"/>
                    <a:pt x="19" y="22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0" y="21"/>
                    <a:pt x="20" y="21"/>
                  </a:cubicBezTo>
                  <a:cubicBezTo>
                    <a:pt x="21" y="22"/>
                    <a:pt x="24" y="24"/>
                    <a:pt x="24" y="23"/>
                  </a:cubicBezTo>
                  <a:cubicBezTo>
                    <a:pt x="25" y="22"/>
                    <a:pt x="26" y="19"/>
                    <a:pt x="25" y="18"/>
                  </a:cubicBezTo>
                  <a:cubicBezTo>
                    <a:pt x="25" y="18"/>
                    <a:pt x="25" y="18"/>
                    <a:pt x="24" y="18"/>
                  </a:cubicBezTo>
                  <a:cubicBezTo>
                    <a:pt x="24" y="18"/>
                    <a:pt x="23" y="19"/>
                    <a:pt x="22" y="20"/>
                  </a:cubicBezTo>
                  <a:cubicBezTo>
                    <a:pt x="22" y="20"/>
                    <a:pt x="22" y="19"/>
                    <a:pt x="21" y="19"/>
                  </a:cubicBezTo>
                  <a:cubicBezTo>
                    <a:pt x="21" y="17"/>
                    <a:pt x="21" y="16"/>
                    <a:pt x="21" y="14"/>
                  </a:cubicBezTo>
                  <a:cubicBezTo>
                    <a:pt x="22" y="13"/>
                    <a:pt x="21" y="13"/>
                    <a:pt x="21" y="13"/>
                  </a:cubicBezTo>
                  <a:close/>
                  <a:moveTo>
                    <a:pt x="28" y="6"/>
                  </a:moveTo>
                  <a:cubicBezTo>
                    <a:pt x="28" y="7"/>
                    <a:pt x="26" y="9"/>
                    <a:pt x="26" y="10"/>
                  </a:cubicBezTo>
                  <a:cubicBezTo>
                    <a:pt x="26" y="10"/>
                    <a:pt x="26" y="10"/>
                    <a:pt x="26" y="10"/>
                  </a:cubicBezTo>
                  <a:cubicBezTo>
                    <a:pt x="27" y="10"/>
                    <a:pt x="30" y="9"/>
                    <a:pt x="30" y="9"/>
                  </a:cubicBezTo>
                  <a:cubicBezTo>
                    <a:pt x="30" y="8"/>
                    <a:pt x="29" y="7"/>
                    <a:pt x="28" y="6"/>
                  </a:cubicBezTo>
                  <a:cubicBezTo>
                    <a:pt x="28" y="6"/>
                    <a:pt x="28" y="6"/>
                    <a:pt x="28" y="6"/>
                  </a:cubicBezTo>
                  <a:close/>
                  <a:moveTo>
                    <a:pt x="26" y="0"/>
                  </a:moveTo>
                  <a:cubicBezTo>
                    <a:pt x="28" y="1"/>
                    <a:pt x="29" y="1"/>
                    <a:pt x="29" y="3"/>
                  </a:cubicBezTo>
                  <a:cubicBezTo>
                    <a:pt x="29" y="3"/>
                    <a:pt x="28" y="4"/>
                    <a:pt x="28" y="5"/>
                  </a:cubicBezTo>
                  <a:cubicBezTo>
                    <a:pt x="29" y="7"/>
                    <a:pt x="32" y="7"/>
                    <a:pt x="34" y="8"/>
                  </a:cubicBezTo>
                  <a:cubicBezTo>
                    <a:pt x="34" y="9"/>
                    <a:pt x="34" y="9"/>
                    <a:pt x="34" y="9"/>
                  </a:cubicBezTo>
                  <a:cubicBezTo>
                    <a:pt x="32" y="11"/>
                    <a:pt x="30" y="11"/>
                    <a:pt x="29" y="11"/>
                  </a:cubicBezTo>
                  <a:cubicBezTo>
                    <a:pt x="28" y="12"/>
                    <a:pt x="28" y="12"/>
                    <a:pt x="28" y="13"/>
                  </a:cubicBezTo>
                  <a:cubicBezTo>
                    <a:pt x="26" y="13"/>
                    <a:pt x="25" y="13"/>
                    <a:pt x="24" y="15"/>
                  </a:cubicBezTo>
                  <a:cubicBezTo>
                    <a:pt x="25" y="16"/>
                    <a:pt x="28" y="16"/>
                    <a:pt x="28" y="17"/>
                  </a:cubicBezTo>
                  <a:cubicBezTo>
                    <a:pt x="28" y="18"/>
                    <a:pt x="28" y="21"/>
                    <a:pt x="28" y="22"/>
                  </a:cubicBezTo>
                  <a:cubicBezTo>
                    <a:pt x="27" y="23"/>
                    <a:pt x="26" y="24"/>
                    <a:pt x="27" y="25"/>
                  </a:cubicBezTo>
                  <a:cubicBezTo>
                    <a:pt x="27" y="26"/>
                    <a:pt x="29" y="26"/>
                    <a:pt x="30" y="27"/>
                  </a:cubicBezTo>
                  <a:cubicBezTo>
                    <a:pt x="31" y="28"/>
                    <a:pt x="32" y="29"/>
                    <a:pt x="32" y="31"/>
                  </a:cubicBezTo>
                  <a:cubicBezTo>
                    <a:pt x="32" y="32"/>
                    <a:pt x="30" y="34"/>
                    <a:pt x="28" y="33"/>
                  </a:cubicBezTo>
                  <a:cubicBezTo>
                    <a:pt x="27" y="33"/>
                    <a:pt x="26" y="31"/>
                    <a:pt x="26" y="30"/>
                  </a:cubicBezTo>
                  <a:cubicBezTo>
                    <a:pt x="25" y="30"/>
                    <a:pt x="25" y="30"/>
                    <a:pt x="24" y="29"/>
                  </a:cubicBezTo>
                  <a:cubicBezTo>
                    <a:pt x="24" y="29"/>
                    <a:pt x="22" y="30"/>
                    <a:pt x="22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19" y="30"/>
                    <a:pt x="17" y="30"/>
                    <a:pt x="15" y="29"/>
                  </a:cubicBezTo>
                  <a:cubicBezTo>
                    <a:pt x="15" y="28"/>
                    <a:pt x="14" y="27"/>
                    <a:pt x="14" y="26"/>
                  </a:cubicBezTo>
                  <a:cubicBezTo>
                    <a:pt x="14" y="26"/>
                    <a:pt x="14" y="26"/>
                    <a:pt x="13" y="26"/>
                  </a:cubicBezTo>
                  <a:cubicBezTo>
                    <a:pt x="13" y="26"/>
                    <a:pt x="13" y="26"/>
                    <a:pt x="13" y="26"/>
                  </a:cubicBezTo>
                  <a:cubicBezTo>
                    <a:pt x="13" y="27"/>
                    <a:pt x="14" y="31"/>
                    <a:pt x="13" y="31"/>
                  </a:cubicBezTo>
                  <a:cubicBezTo>
                    <a:pt x="12" y="31"/>
                    <a:pt x="12" y="30"/>
                    <a:pt x="11" y="30"/>
                  </a:cubicBezTo>
                  <a:cubicBezTo>
                    <a:pt x="10" y="29"/>
                    <a:pt x="11" y="28"/>
                    <a:pt x="10" y="27"/>
                  </a:cubicBezTo>
                  <a:cubicBezTo>
                    <a:pt x="10" y="26"/>
                    <a:pt x="9" y="25"/>
                    <a:pt x="9" y="25"/>
                  </a:cubicBezTo>
                  <a:cubicBezTo>
                    <a:pt x="8" y="24"/>
                    <a:pt x="9" y="23"/>
                    <a:pt x="8" y="23"/>
                  </a:cubicBezTo>
                  <a:cubicBezTo>
                    <a:pt x="8" y="23"/>
                    <a:pt x="4" y="24"/>
                    <a:pt x="3" y="23"/>
                  </a:cubicBezTo>
                  <a:cubicBezTo>
                    <a:pt x="2" y="23"/>
                    <a:pt x="0" y="21"/>
                    <a:pt x="2" y="19"/>
                  </a:cubicBezTo>
                  <a:cubicBezTo>
                    <a:pt x="2" y="19"/>
                    <a:pt x="3" y="19"/>
                    <a:pt x="3" y="18"/>
                  </a:cubicBezTo>
                  <a:cubicBezTo>
                    <a:pt x="4" y="18"/>
                    <a:pt x="3" y="17"/>
                    <a:pt x="4" y="16"/>
                  </a:cubicBezTo>
                  <a:cubicBezTo>
                    <a:pt x="4" y="16"/>
                    <a:pt x="6" y="17"/>
                    <a:pt x="6" y="17"/>
                  </a:cubicBezTo>
                  <a:cubicBezTo>
                    <a:pt x="8" y="17"/>
                    <a:pt x="12" y="16"/>
                    <a:pt x="13" y="15"/>
                  </a:cubicBezTo>
                  <a:cubicBezTo>
                    <a:pt x="13" y="14"/>
                    <a:pt x="14" y="12"/>
                    <a:pt x="14" y="11"/>
                  </a:cubicBezTo>
                  <a:cubicBezTo>
                    <a:pt x="14" y="10"/>
                    <a:pt x="15" y="10"/>
                    <a:pt x="16" y="9"/>
                  </a:cubicBezTo>
                  <a:cubicBezTo>
                    <a:pt x="16" y="9"/>
                    <a:pt x="16" y="9"/>
                    <a:pt x="15" y="8"/>
                  </a:cubicBezTo>
                  <a:cubicBezTo>
                    <a:pt x="14" y="8"/>
                    <a:pt x="13" y="8"/>
                    <a:pt x="11" y="7"/>
                  </a:cubicBezTo>
                  <a:cubicBezTo>
                    <a:pt x="11" y="7"/>
                    <a:pt x="11" y="7"/>
                    <a:pt x="10" y="6"/>
                  </a:cubicBezTo>
                  <a:cubicBezTo>
                    <a:pt x="10" y="6"/>
                    <a:pt x="10" y="6"/>
                    <a:pt x="10" y="5"/>
                  </a:cubicBezTo>
                  <a:cubicBezTo>
                    <a:pt x="10" y="5"/>
                    <a:pt x="10" y="5"/>
                    <a:pt x="11" y="5"/>
                  </a:cubicBezTo>
                  <a:cubicBezTo>
                    <a:pt x="12" y="5"/>
                    <a:pt x="12" y="6"/>
                    <a:pt x="12" y="6"/>
                  </a:cubicBezTo>
                  <a:cubicBezTo>
                    <a:pt x="13" y="6"/>
                    <a:pt x="17" y="5"/>
                    <a:pt x="17" y="4"/>
                  </a:cubicBezTo>
                  <a:cubicBezTo>
                    <a:pt x="18" y="3"/>
                    <a:pt x="18" y="1"/>
                    <a:pt x="20" y="0"/>
                  </a:cubicBezTo>
                  <a:cubicBezTo>
                    <a:pt x="21" y="0"/>
                    <a:pt x="22" y="0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2" y="3"/>
                    <a:pt x="21" y="3"/>
                    <a:pt x="20" y="5"/>
                  </a:cubicBezTo>
                  <a:cubicBezTo>
                    <a:pt x="18" y="6"/>
                    <a:pt x="18" y="9"/>
                    <a:pt x="17" y="11"/>
                  </a:cubicBezTo>
                  <a:cubicBezTo>
                    <a:pt x="17" y="11"/>
                    <a:pt x="16" y="12"/>
                    <a:pt x="16" y="13"/>
                  </a:cubicBezTo>
                  <a:cubicBezTo>
                    <a:pt x="18" y="13"/>
                    <a:pt x="18" y="11"/>
                    <a:pt x="19" y="11"/>
                  </a:cubicBezTo>
                  <a:cubicBezTo>
                    <a:pt x="20" y="11"/>
                    <a:pt x="22" y="11"/>
                    <a:pt x="22" y="10"/>
                  </a:cubicBezTo>
                  <a:cubicBezTo>
                    <a:pt x="23" y="9"/>
                    <a:pt x="22" y="8"/>
                    <a:pt x="23" y="7"/>
                  </a:cubicBezTo>
                  <a:cubicBezTo>
                    <a:pt x="24" y="6"/>
                    <a:pt x="24" y="4"/>
                    <a:pt x="25" y="3"/>
                  </a:cubicBezTo>
                  <a:cubicBezTo>
                    <a:pt x="26" y="2"/>
                    <a:pt x="25" y="1"/>
                    <a:pt x="2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5" name="Freeform 50"/>
            <p:cNvSpPr>
              <a:spLocks noEditPoints="1"/>
            </p:cNvSpPr>
            <p:nvPr userDrawn="1"/>
          </p:nvSpPr>
          <p:spPr bwMode="auto">
            <a:xfrm>
              <a:off x="8756713" y="4715179"/>
              <a:ext cx="52388" cy="44450"/>
            </a:xfrm>
            <a:custGeom>
              <a:avLst/>
              <a:gdLst>
                <a:gd name="T0" fmla="*/ 15 w 35"/>
                <a:gd name="T1" fmla="*/ 20 h 30"/>
                <a:gd name="T2" fmla="*/ 16 w 35"/>
                <a:gd name="T3" fmla="*/ 24 h 30"/>
                <a:gd name="T4" fmla="*/ 18 w 35"/>
                <a:gd name="T5" fmla="*/ 23 h 30"/>
                <a:gd name="T6" fmla="*/ 20 w 35"/>
                <a:gd name="T7" fmla="*/ 24 h 30"/>
                <a:gd name="T8" fmla="*/ 20 w 35"/>
                <a:gd name="T9" fmla="*/ 24 h 30"/>
                <a:gd name="T10" fmla="*/ 21 w 35"/>
                <a:gd name="T11" fmla="*/ 22 h 30"/>
                <a:gd name="T12" fmla="*/ 16 w 35"/>
                <a:gd name="T13" fmla="*/ 20 h 30"/>
                <a:gd name="T14" fmla="*/ 15 w 35"/>
                <a:gd name="T15" fmla="*/ 20 h 30"/>
                <a:gd name="T16" fmla="*/ 14 w 35"/>
                <a:gd name="T17" fmla="*/ 7 h 30"/>
                <a:gd name="T18" fmla="*/ 16 w 35"/>
                <a:gd name="T19" fmla="*/ 13 h 30"/>
                <a:gd name="T20" fmla="*/ 18 w 35"/>
                <a:gd name="T21" fmla="*/ 13 h 30"/>
                <a:gd name="T22" fmla="*/ 18 w 35"/>
                <a:gd name="T23" fmla="*/ 13 h 30"/>
                <a:gd name="T24" fmla="*/ 14 w 35"/>
                <a:gd name="T25" fmla="*/ 6 h 30"/>
                <a:gd name="T26" fmla="*/ 14 w 35"/>
                <a:gd name="T27" fmla="*/ 6 h 30"/>
                <a:gd name="T28" fmla="*/ 14 w 35"/>
                <a:gd name="T29" fmla="*/ 7 h 30"/>
                <a:gd name="T30" fmla="*/ 0 w 35"/>
                <a:gd name="T31" fmla="*/ 14 h 30"/>
                <a:gd name="T32" fmla="*/ 6 w 35"/>
                <a:gd name="T33" fmla="*/ 9 h 30"/>
                <a:gd name="T34" fmla="*/ 11 w 35"/>
                <a:gd name="T35" fmla="*/ 10 h 30"/>
                <a:gd name="T36" fmla="*/ 12 w 35"/>
                <a:gd name="T37" fmla="*/ 3 h 30"/>
                <a:gd name="T38" fmla="*/ 15 w 35"/>
                <a:gd name="T39" fmla="*/ 0 h 30"/>
                <a:gd name="T40" fmla="*/ 18 w 35"/>
                <a:gd name="T41" fmla="*/ 6 h 30"/>
                <a:gd name="T42" fmla="*/ 20 w 35"/>
                <a:gd name="T43" fmla="*/ 10 h 30"/>
                <a:gd name="T44" fmla="*/ 20 w 35"/>
                <a:gd name="T45" fmla="*/ 9 h 30"/>
                <a:gd name="T46" fmla="*/ 22 w 35"/>
                <a:gd name="T47" fmla="*/ 5 h 30"/>
                <a:gd name="T48" fmla="*/ 24 w 35"/>
                <a:gd name="T49" fmla="*/ 5 h 30"/>
                <a:gd name="T50" fmla="*/ 24 w 35"/>
                <a:gd name="T51" fmla="*/ 9 h 30"/>
                <a:gd name="T52" fmla="*/ 25 w 35"/>
                <a:gd name="T53" fmla="*/ 14 h 30"/>
                <a:gd name="T54" fmla="*/ 25 w 35"/>
                <a:gd name="T55" fmla="*/ 16 h 30"/>
                <a:gd name="T56" fmla="*/ 30 w 35"/>
                <a:gd name="T57" fmla="*/ 18 h 30"/>
                <a:gd name="T58" fmla="*/ 31 w 35"/>
                <a:gd name="T59" fmla="*/ 20 h 30"/>
                <a:gd name="T60" fmla="*/ 34 w 35"/>
                <a:gd name="T61" fmla="*/ 22 h 30"/>
                <a:gd name="T62" fmla="*/ 35 w 35"/>
                <a:gd name="T63" fmla="*/ 23 h 30"/>
                <a:gd name="T64" fmla="*/ 35 w 35"/>
                <a:gd name="T65" fmla="*/ 23 h 30"/>
                <a:gd name="T66" fmla="*/ 29 w 35"/>
                <a:gd name="T67" fmla="*/ 23 h 30"/>
                <a:gd name="T68" fmla="*/ 26 w 35"/>
                <a:gd name="T69" fmla="*/ 23 h 30"/>
                <a:gd name="T70" fmla="*/ 25 w 35"/>
                <a:gd name="T71" fmla="*/ 24 h 30"/>
                <a:gd name="T72" fmla="*/ 21 w 35"/>
                <a:gd name="T73" fmla="*/ 26 h 30"/>
                <a:gd name="T74" fmla="*/ 21 w 35"/>
                <a:gd name="T75" fmla="*/ 28 h 30"/>
                <a:gd name="T76" fmla="*/ 19 w 35"/>
                <a:gd name="T77" fmla="*/ 28 h 30"/>
                <a:gd name="T78" fmla="*/ 17 w 35"/>
                <a:gd name="T79" fmla="*/ 30 h 30"/>
                <a:gd name="T80" fmla="*/ 14 w 35"/>
                <a:gd name="T81" fmla="*/ 30 h 30"/>
                <a:gd name="T82" fmla="*/ 14 w 35"/>
                <a:gd name="T83" fmla="*/ 30 h 30"/>
                <a:gd name="T84" fmla="*/ 9 w 35"/>
                <a:gd name="T85" fmla="*/ 28 h 30"/>
                <a:gd name="T86" fmla="*/ 11 w 35"/>
                <a:gd name="T87" fmla="*/ 26 h 30"/>
                <a:gd name="T88" fmla="*/ 11 w 35"/>
                <a:gd name="T89" fmla="*/ 23 h 30"/>
                <a:gd name="T90" fmla="*/ 10 w 35"/>
                <a:gd name="T91" fmla="*/ 17 h 30"/>
                <a:gd name="T92" fmla="*/ 8 w 35"/>
                <a:gd name="T93" fmla="*/ 16 h 30"/>
                <a:gd name="T94" fmla="*/ 6 w 35"/>
                <a:gd name="T95" fmla="*/ 16 h 30"/>
                <a:gd name="T96" fmla="*/ 4 w 35"/>
                <a:gd name="T97" fmla="*/ 15 h 30"/>
                <a:gd name="T98" fmla="*/ 0 w 35"/>
                <a:gd name="T99" fmla="*/ 14 h 30"/>
                <a:gd name="T100" fmla="*/ 0 w 35"/>
                <a:gd name="T101" fmla="*/ 14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5" h="30">
                  <a:moveTo>
                    <a:pt x="15" y="20"/>
                  </a:moveTo>
                  <a:cubicBezTo>
                    <a:pt x="15" y="22"/>
                    <a:pt x="16" y="22"/>
                    <a:pt x="16" y="24"/>
                  </a:cubicBezTo>
                  <a:cubicBezTo>
                    <a:pt x="18" y="24"/>
                    <a:pt x="18" y="23"/>
                    <a:pt x="18" y="23"/>
                  </a:cubicBezTo>
                  <a:cubicBezTo>
                    <a:pt x="19" y="23"/>
                    <a:pt x="20" y="24"/>
                    <a:pt x="20" y="24"/>
                  </a:cubicBezTo>
                  <a:cubicBezTo>
                    <a:pt x="20" y="24"/>
                    <a:pt x="20" y="24"/>
                    <a:pt x="20" y="24"/>
                  </a:cubicBezTo>
                  <a:cubicBezTo>
                    <a:pt x="20" y="24"/>
                    <a:pt x="21" y="23"/>
                    <a:pt x="21" y="22"/>
                  </a:cubicBezTo>
                  <a:cubicBezTo>
                    <a:pt x="20" y="21"/>
                    <a:pt x="18" y="20"/>
                    <a:pt x="16" y="20"/>
                  </a:cubicBezTo>
                  <a:cubicBezTo>
                    <a:pt x="15" y="20"/>
                    <a:pt x="15" y="20"/>
                    <a:pt x="15" y="20"/>
                  </a:cubicBezTo>
                  <a:close/>
                  <a:moveTo>
                    <a:pt x="14" y="7"/>
                  </a:moveTo>
                  <a:cubicBezTo>
                    <a:pt x="14" y="10"/>
                    <a:pt x="12" y="12"/>
                    <a:pt x="16" y="13"/>
                  </a:cubicBezTo>
                  <a:cubicBezTo>
                    <a:pt x="17" y="13"/>
                    <a:pt x="17" y="13"/>
                    <a:pt x="18" y="13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6" y="11"/>
                    <a:pt x="16" y="8"/>
                    <a:pt x="14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6"/>
                    <a:pt x="14" y="6"/>
                    <a:pt x="14" y="7"/>
                  </a:cubicBezTo>
                  <a:close/>
                  <a:moveTo>
                    <a:pt x="0" y="14"/>
                  </a:moveTo>
                  <a:cubicBezTo>
                    <a:pt x="1" y="13"/>
                    <a:pt x="5" y="9"/>
                    <a:pt x="6" y="9"/>
                  </a:cubicBezTo>
                  <a:cubicBezTo>
                    <a:pt x="8" y="9"/>
                    <a:pt x="9" y="10"/>
                    <a:pt x="11" y="10"/>
                  </a:cubicBezTo>
                  <a:cubicBezTo>
                    <a:pt x="12" y="8"/>
                    <a:pt x="12" y="6"/>
                    <a:pt x="12" y="3"/>
                  </a:cubicBezTo>
                  <a:cubicBezTo>
                    <a:pt x="12" y="2"/>
                    <a:pt x="14" y="0"/>
                    <a:pt x="15" y="0"/>
                  </a:cubicBezTo>
                  <a:cubicBezTo>
                    <a:pt x="16" y="2"/>
                    <a:pt x="17" y="4"/>
                    <a:pt x="18" y="6"/>
                  </a:cubicBezTo>
                  <a:cubicBezTo>
                    <a:pt x="18" y="7"/>
                    <a:pt x="18" y="9"/>
                    <a:pt x="20" y="10"/>
                  </a:cubicBezTo>
                  <a:cubicBezTo>
                    <a:pt x="20" y="10"/>
                    <a:pt x="20" y="10"/>
                    <a:pt x="20" y="9"/>
                  </a:cubicBezTo>
                  <a:cubicBezTo>
                    <a:pt x="21" y="9"/>
                    <a:pt x="21" y="6"/>
                    <a:pt x="22" y="5"/>
                  </a:cubicBezTo>
                  <a:cubicBezTo>
                    <a:pt x="22" y="5"/>
                    <a:pt x="23" y="5"/>
                    <a:pt x="24" y="5"/>
                  </a:cubicBezTo>
                  <a:cubicBezTo>
                    <a:pt x="25" y="6"/>
                    <a:pt x="24" y="8"/>
                    <a:pt x="24" y="9"/>
                  </a:cubicBezTo>
                  <a:cubicBezTo>
                    <a:pt x="24" y="11"/>
                    <a:pt x="25" y="12"/>
                    <a:pt x="25" y="14"/>
                  </a:cubicBezTo>
                  <a:cubicBezTo>
                    <a:pt x="26" y="15"/>
                    <a:pt x="25" y="15"/>
                    <a:pt x="25" y="16"/>
                  </a:cubicBezTo>
                  <a:cubicBezTo>
                    <a:pt x="26" y="18"/>
                    <a:pt x="29" y="17"/>
                    <a:pt x="30" y="18"/>
                  </a:cubicBezTo>
                  <a:cubicBezTo>
                    <a:pt x="31" y="19"/>
                    <a:pt x="31" y="20"/>
                    <a:pt x="31" y="20"/>
                  </a:cubicBezTo>
                  <a:cubicBezTo>
                    <a:pt x="32" y="21"/>
                    <a:pt x="33" y="21"/>
                    <a:pt x="34" y="22"/>
                  </a:cubicBezTo>
                  <a:cubicBezTo>
                    <a:pt x="34" y="22"/>
                    <a:pt x="35" y="22"/>
                    <a:pt x="35" y="23"/>
                  </a:cubicBezTo>
                  <a:cubicBezTo>
                    <a:pt x="35" y="23"/>
                    <a:pt x="35" y="23"/>
                    <a:pt x="35" y="23"/>
                  </a:cubicBezTo>
                  <a:cubicBezTo>
                    <a:pt x="33" y="22"/>
                    <a:pt x="31" y="23"/>
                    <a:pt x="29" y="23"/>
                  </a:cubicBezTo>
                  <a:cubicBezTo>
                    <a:pt x="28" y="23"/>
                    <a:pt x="27" y="22"/>
                    <a:pt x="26" y="23"/>
                  </a:cubicBezTo>
                  <a:cubicBezTo>
                    <a:pt x="26" y="23"/>
                    <a:pt x="25" y="24"/>
                    <a:pt x="25" y="24"/>
                  </a:cubicBezTo>
                  <a:cubicBezTo>
                    <a:pt x="24" y="25"/>
                    <a:pt x="22" y="24"/>
                    <a:pt x="21" y="26"/>
                  </a:cubicBezTo>
                  <a:cubicBezTo>
                    <a:pt x="21" y="26"/>
                    <a:pt x="21" y="27"/>
                    <a:pt x="21" y="28"/>
                  </a:cubicBezTo>
                  <a:cubicBezTo>
                    <a:pt x="20" y="28"/>
                    <a:pt x="20" y="28"/>
                    <a:pt x="19" y="28"/>
                  </a:cubicBezTo>
                  <a:cubicBezTo>
                    <a:pt x="18" y="28"/>
                    <a:pt x="18" y="29"/>
                    <a:pt x="17" y="30"/>
                  </a:cubicBezTo>
                  <a:cubicBezTo>
                    <a:pt x="16" y="30"/>
                    <a:pt x="15" y="28"/>
                    <a:pt x="14" y="30"/>
                  </a:cubicBezTo>
                  <a:cubicBezTo>
                    <a:pt x="14" y="30"/>
                    <a:pt x="14" y="30"/>
                    <a:pt x="14" y="30"/>
                  </a:cubicBezTo>
                  <a:cubicBezTo>
                    <a:pt x="13" y="28"/>
                    <a:pt x="11" y="28"/>
                    <a:pt x="9" y="28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2" y="25"/>
                    <a:pt x="11" y="24"/>
                    <a:pt x="11" y="23"/>
                  </a:cubicBezTo>
                  <a:cubicBezTo>
                    <a:pt x="10" y="21"/>
                    <a:pt x="10" y="19"/>
                    <a:pt x="10" y="17"/>
                  </a:cubicBezTo>
                  <a:cubicBezTo>
                    <a:pt x="9" y="17"/>
                    <a:pt x="9" y="17"/>
                    <a:pt x="8" y="16"/>
                  </a:cubicBezTo>
                  <a:cubicBezTo>
                    <a:pt x="7" y="16"/>
                    <a:pt x="6" y="16"/>
                    <a:pt x="6" y="16"/>
                  </a:cubicBezTo>
                  <a:cubicBezTo>
                    <a:pt x="5" y="16"/>
                    <a:pt x="4" y="15"/>
                    <a:pt x="4" y="15"/>
                  </a:cubicBezTo>
                  <a:cubicBezTo>
                    <a:pt x="2" y="14"/>
                    <a:pt x="1" y="15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6" name="Freeform 51"/>
            <p:cNvSpPr>
              <a:spLocks noEditPoints="1"/>
            </p:cNvSpPr>
            <p:nvPr userDrawn="1"/>
          </p:nvSpPr>
          <p:spPr bwMode="auto">
            <a:xfrm>
              <a:off x="8791638" y="4653266"/>
              <a:ext cx="50800" cy="55563"/>
            </a:xfrm>
            <a:custGeom>
              <a:avLst/>
              <a:gdLst>
                <a:gd name="T0" fmla="*/ 20 w 34"/>
                <a:gd name="T1" fmla="*/ 18 h 37"/>
                <a:gd name="T2" fmla="*/ 22 w 34"/>
                <a:gd name="T3" fmla="*/ 19 h 37"/>
                <a:gd name="T4" fmla="*/ 20 w 34"/>
                <a:gd name="T5" fmla="*/ 17 h 37"/>
                <a:gd name="T6" fmla="*/ 14 w 34"/>
                <a:gd name="T7" fmla="*/ 22 h 37"/>
                <a:gd name="T8" fmla="*/ 14 w 34"/>
                <a:gd name="T9" fmla="*/ 24 h 37"/>
                <a:gd name="T10" fmla="*/ 15 w 34"/>
                <a:gd name="T11" fmla="*/ 22 h 37"/>
                <a:gd name="T12" fmla="*/ 14 w 34"/>
                <a:gd name="T13" fmla="*/ 22 h 37"/>
                <a:gd name="T14" fmla="*/ 16 w 34"/>
                <a:gd name="T15" fmla="*/ 20 h 37"/>
                <a:gd name="T16" fmla="*/ 16 w 34"/>
                <a:gd name="T17" fmla="*/ 20 h 37"/>
                <a:gd name="T18" fmla="*/ 16 w 34"/>
                <a:gd name="T19" fmla="*/ 19 h 37"/>
                <a:gd name="T20" fmla="*/ 10 w 34"/>
                <a:gd name="T21" fmla="*/ 5 h 37"/>
                <a:gd name="T22" fmla="*/ 6 w 34"/>
                <a:gd name="T23" fmla="*/ 17 h 37"/>
                <a:gd name="T24" fmla="*/ 8 w 34"/>
                <a:gd name="T25" fmla="*/ 20 h 37"/>
                <a:gd name="T26" fmla="*/ 15 w 34"/>
                <a:gd name="T27" fmla="*/ 16 h 37"/>
                <a:gd name="T28" fmla="*/ 20 w 34"/>
                <a:gd name="T29" fmla="*/ 14 h 37"/>
                <a:gd name="T30" fmla="*/ 25 w 34"/>
                <a:gd name="T31" fmla="*/ 15 h 37"/>
                <a:gd name="T32" fmla="*/ 23 w 34"/>
                <a:gd name="T33" fmla="*/ 27 h 37"/>
                <a:gd name="T34" fmla="*/ 18 w 34"/>
                <a:gd name="T35" fmla="*/ 27 h 37"/>
                <a:gd name="T36" fmla="*/ 17 w 34"/>
                <a:gd name="T37" fmla="*/ 24 h 37"/>
                <a:gd name="T38" fmla="*/ 13 w 34"/>
                <a:gd name="T39" fmla="*/ 25 h 37"/>
                <a:gd name="T40" fmla="*/ 12 w 34"/>
                <a:gd name="T41" fmla="*/ 17 h 37"/>
                <a:gd name="T42" fmla="*/ 10 w 34"/>
                <a:gd name="T43" fmla="*/ 22 h 37"/>
                <a:gd name="T44" fmla="*/ 17 w 34"/>
                <a:gd name="T45" fmla="*/ 32 h 37"/>
                <a:gd name="T46" fmla="*/ 20 w 34"/>
                <a:gd name="T47" fmla="*/ 33 h 37"/>
                <a:gd name="T48" fmla="*/ 24 w 34"/>
                <a:gd name="T49" fmla="*/ 29 h 37"/>
                <a:gd name="T50" fmla="*/ 23 w 34"/>
                <a:gd name="T51" fmla="*/ 28 h 37"/>
                <a:gd name="T52" fmla="*/ 26 w 34"/>
                <a:gd name="T53" fmla="*/ 25 h 37"/>
                <a:gd name="T54" fmla="*/ 21 w 34"/>
                <a:gd name="T55" fmla="*/ 10 h 37"/>
                <a:gd name="T56" fmla="*/ 17 w 34"/>
                <a:gd name="T57" fmla="*/ 6 h 37"/>
                <a:gd name="T58" fmla="*/ 10 w 34"/>
                <a:gd name="T59" fmla="*/ 5 h 37"/>
                <a:gd name="T60" fmla="*/ 12 w 34"/>
                <a:gd name="T61" fmla="*/ 1 h 37"/>
                <a:gd name="T62" fmla="*/ 27 w 34"/>
                <a:gd name="T63" fmla="*/ 12 h 37"/>
                <a:gd name="T64" fmla="*/ 31 w 34"/>
                <a:gd name="T65" fmla="*/ 27 h 37"/>
                <a:gd name="T66" fmla="*/ 26 w 34"/>
                <a:gd name="T67" fmla="*/ 30 h 37"/>
                <a:gd name="T68" fmla="*/ 20 w 34"/>
                <a:gd name="T69" fmla="*/ 35 h 37"/>
                <a:gd name="T70" fmla="*/ 19 w 34"/>
                <a:gd name="T71" fmla="*/ 37 h 37"/>
                <a:gd name="T72" fmla="*/ 14 w 34"/>
                <a:gd name="T73" fmla="*/ 35 h 37"/>
                <a:gd name="T74" fmla="*/ 8 w 34"/>
                <a:gd name="T75" fmla="*/ 27 h 37"/>
                <a:gd name="T76" fmla="*/ 3 w 34"/>
                <a:gd name="T77" fmla="*/ 23 h 37"/>
                <a:gd name="T78" fmla="*/ 4 w 34"/>
                <a:gd name="T79" fmla="*/ 8 h 37"/>
                <a:gd name="T80" fmla="*/ 5 w 34"/>
                <a:gd name="T81" fmla="*/ 5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4" h="37">
                  <a:moveTo>
                    <a:pt x="20" y="17"/>
                  </a:moveTo>
                  <a:cubicBezTo>
                    <a:pt x="20" y="17"/>
                    <a:pt x="20" y="18"/>
                    <a:pt x="20" y="18"/>
                  </a:cubicBezTo>
                  <a:cubicBezTo>
                    <a:pt x="20" y="18"/>
                    <a:pt x="21" y="19"/>
                    <a:pt x="22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7"/>
                    <a:pt x="21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lose/>
                  <a:moveTo>
                    <a:pt x="14" y="22"/>
                  </a:moveTo>
                  <a:cubicBezTo>
                    <a:pt x="14" y="23"/>
                    <a:pt x="14" y="23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4" y="24"/>
                    <a:pt x="14" y="24"/>
                    <a:pt x="14" y="24"/>
                  </a:cubicBezTo>
                  <a:cubicBezTo>
                    <a:pt x="15" y="23"/>
                    <a:pt x="14" y="23"/>
                    <a:pt x="15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4" y="22"/>
                    <a:pt x="14" y="22"/>
                    <a:pt x="14" y="22"/>
                  </a:cubicBezTo>
                  <a:close/>
                  <a:moveTo>
                    <a:pt x="16" y="19"/>
                  </a:moveTo>
                  <a:cubicBezTo>
                    <a:pt x="16" y="19"/>
                    <a:pt x="16" y="19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20"/>
                    <a:pt x="16" y="20"/>
                    <a:pt x="16" y="20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lose/>
                  <a:moveTo>
                    <a:pt x="10" y="5"/>
                  </a:moveTo>
                  <a:cubicBezTo>
                    <a:pt x="9" y="6"/>
                    <a:pt x="8" y="7"/>
                    <a:pt x="7" y="8"/>
                  </a:cubicBezTo>
                  <a:cubicBezTo>
                    <a:pt x="5" y="11"/>
                    <a:pt x="6" y="14"/>
                    <a:pt x="6" y="17"/>
                  </a:cubicBezTo>
                  <a:cubicBezTo>
                    <a:pt x="6" y="18"/>
                    <a:pt x="7" y="20"/>
                    <a:pt x="8" y="20"/>
                  </a:cubicBezTo>
                  <a:cubicBezTo>
                    <a:pt x="8" y="20"/>
                    <a:pt x="8" y="20"/>
                    <a:pt x="8" y="20"/>
                  </a:cubicBezTo>
                  <a:cubicBezTo>
                    <a:pt x="9" y="19"/>
                    <a:pt x="8" y="12"/>
                    <a:pt x="12" y="12"/>
                  </a:cubicBezTo>
                  <a:cubicBezTo>
                    <a:pt x="13" y="12"/>
                    <a:pt x="14" y="15"/>
                    <a:pt x="15" y="16"/>
                  </a:cubicBezTo>
                  <a:cubicBezTo>
                    <a:pt x="16" y="16"/>
                    <a:pt x="18" y="16"/>
                    <a:pt x="19" y="15"/>
                  </a:cubicBezTo>
                  <a:cubicBezTo>
                    <a:pt x="19" y="15"/>
                    <a:pt x="19" y="15"/>
                    <a:pt x="20" y="14"/>
                  </a:cubicBezTo>
                  <a:cubicBezTo>
                    <a:pt x="21" y="14"/>
                    <a:pt x="22" y="13"/>
                    <a:pt x="24" y="13"/>
                  </a:cubicBezTo>
                  <a:cubicBezTo>
                    <a:pt x="24" y="14"/>
                    <a:pt x="24" y="14"/>
                    <a:pt x="25" y="15"/>
                  </a:cubicBezTo>
                  <a:cubicBezTo>
                    <a:pt x="25" y="16"/>
                    <a:pt x="24" y="17"/>
                    <a:pt x="24" y="18"/>
                  </a:cubicBezTo>
                  <a:cubicBezTo>
                    <a:pt x="24" y="21"/>
                    <a:pt x="24" y="24"/>
                    <a:pt x="23" y="27"/>
                  </a:cubicBezTo>
                  <a:cubicBezTo>
                    <a:pt x="22" y="27"/>
                    <a:pt x="22" y="28"/>
                    <a:pt x="21" y="29"/>
                  </a:cubicBezTo>
                  <a:cubicBezTo>
                    <a:pt x="20" y="28"/>
                    <a:pt x="19" y="28"/>
                    <a:pt x="18" y="27"/>
                  </a:cubicBezTo>
                  <a:cubicBezTo>
                    <a:pt x="18" y="26"/>
                    <a:pt x="18" y="25"/>
                    <a:pt x="18" y="25"/>
                  </a:cubicBezTo>
                  <a:cubicBezTo>
                    <a:pt x="18" y="25"/>
                    <a:pt x="17" y="25"/>
                    <a:pt x="17" y="24"/>
                  </a:cubicBezTo>
                  <a:cubicBezTo>
                    <a:pt x="17" y="24"/>
                    <a:pt x="17" y="25"/>
                    <a:pt x="16" y="25"/>
                  </a:cubicBezTo>
                  <a:cubicBezTo>
                    <a:pt x="15" y="25"/>
                    <a:pt x="14" y="26"/>
                    <a:pt x="13" y="25"/>
                  </a:cubicBezTo>
                  <a:cubicBezTo>
                    <a:pt x="13" y="25"/>
                    <a:pt x="12" y="24"/>
                    <a:pt x="12" y="24"/>
                  </a:cubicBezTo>
                  <a:cubicBezTo>
                    <a:pt x="12" y="23"/>
                    <a:pt x="15" y="17"/>
                    <a:pt x="12" y="17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2" y="18"/>
                    <a:pt x="10" y="21"/>
                    <a:pt x="10" y="22"/>
                  </a:cubicBezTo>
                  <a:cubicBezTo>
                    <a:pt x="10" y="23"/>
                    <a:pt x="11" y="23"/>
                    <a:pt x="11" y="25"/>
                  </a:cubicBezTo>
                  <a:cubicBezTo>
                    <a:pt x="12" y="27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19" y="33"/>
                    <a:pt x="20" y="33"/>
                    <a:pt x="20" y="33"/>
                  </a:cubicBezTo>
                  <a:cubicBezTo>
                    <a:pt x="21" y="33"/>
                    <a:pt x="23" y="29"/>
                    <a:pt x="24" y="29"/>
                  </a:cubicBezTo>
                  <a:cubicBezTo>
                    <a:pt x="24" y="29"/>
                    <a:pt x="24" y="29"/>
                    <a:pt x="24" y="29"/>
                  </a:cubicBezTo>
                  <a:cubicBezTo>
                    <a:pt x="24" y="29"/>
                    <a:pt x="24" y="29"/>
                    <a:pt x="23" y="28"/>
                  </a:cubicBezTo>
                  <a:cubicBezTo>
                    <a:pt x="23" y="28"/>
                    <a:pt x="23" y="28"/>
                    <a:pt x="23" y="28"/>
                  </a:cubicBezTo>
                  <a:cubicBezTo>
                    <a:pt x="24" y="27"/>
                    <a:pt x="25" y="28"/>
                    <a:pt x="26" y="27"/>
                  </a:cubicBezTo>
                  <a:cubicBezTo>
                    <a:pt x="26" y="26"/>
                    <a:pt x="26" y="25"/>
                    <a:pt x="26" y="25"/>
                  </a:cubicBezTo>
                  <a:cubicBezTo>
                    <a:pt x="27" y="24"/>
                    <a:pt x="29" y="24"/>
                    <a:pt x="30" y="23"/>
                  </a:cubicBezTo>
                  <a:cubicBezTo>
                    <a:pt x="31" y="19"/>
                    <a:pt x="25" y="12"/>
                    <a:pt x="21" y="10"/>
                  </a:cubicBezTo>
                  <a:cubicBezTo>
                    <a:pt x="21" y="9"/>
                    <a:pt x="20" y="8"/>
                    <a:pt x="19" y="7"/>
                  </a:cubicBezTo>
                  <a:cubicBezTo>
                    <a:pt x="18" y="7"/>
                    <a:pt x="18" y="7"/>
                    <a:pt x="17" y="6"/>
                  </a:cubicBezTo>
                  <a:cubicBezTo>
                    <a:pt x="15" y="5"/>
                    <a:pt x="14" y="3"/>
                    <a:pt x="12" y="3"/>
                  </a:cubicBezTo>
                  <a:cubicBezTo>
                    <a:pt x="11" y="3"/>
                    <a:pt x="10" y="4"/>
                    <a:pt x="10" y="5"/>
                  </a:cubicBezTo>
                  <a:close/>
                  <a:moveTo>
                    <a:pt x="7" y="5"/>
                  </a:moveTo>
                  <a:cubicBezTo>
                    <a:pt x="9" y="3"/>
                    <a:pt x="10" y="1"/>
                    <a:pt x="12" y="1"/>
                  </a:cubicBezTo>
                  <a:cubicBezTo>
                    <a:pt x="16" y="0"/>
                    <a:pt x="20" y="5"/>
                    <a:pt x="24" y="9"/>
                  </a:cubicBezTo>
                  <a:cubicBezTo>
                    <a:pt x="25" y="10"/>
                    <a:pt x="26" y="11"/>
                    <a:pt x="27" y="12"/>
                  </a:cubicBezTo>
                  <a:cubicBezTo>
                    <a:pt x="29" y="15"/>
                    <a:pt x="33" y="17"/>
                    <a:pt x="34" y="20"/>
                  </a:cubicBezTo>
                  <a:cubicBezTo>
                    <a:pt x="34" y="21"/>
                    <a:pt x="33" y="27"/>
                    <a:pt x="31" y="27"/>
                  </a:cubicBezTo>
                  <a:cubicBezTo>
                    <a:pt x="30" y="28"/>
                    <a:pt x="27" y="27"/>
                    <a:pt x="26" y="29"/>
                  </a:cubicBezTo>
                  <a:cubicBezTo>
                    <a:pt x="26" y="29"/>
                    <a:pt x="26" y="30"/>
                    <a:pt x="26" y="30"/>
                  </a:cubicBezTo>
                  <a:cubicBezTo>
                    <a:pt x="26" y="31"/>
                    <a:pt x="23" y="34"/>
                    <a:pt x="22" y="35"/>
                  </a:cubicBezTo>
                  <a:cubicBezTo>
                    <a:pt x="21" y="35"/>
                    <a:pt x="20" y="35"/>
                    <a:pt x="20" y="35"/>
                  </a:cubicBezTo>
                  <a:cubicBezTo>
                    <a:pt x="19" y="36"/>
                    <a:pt x="20" y="37"/>
                    <a:pt x="19" y="37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18" y="37"/>
                    <a:pt x="17" y="37"/>
                    <a:pt x="16" y="37"/>
                  </a:cubicBezTo>
                  <a:cubicBezTo>
                    <a:pt x="16" y="37"/>
                    <a:pt x="14" y="35"/>
                    <a:pt x="14" y="35"/>
                  </a:cubicBezTo>
                  <a:cubicBezTo>
                    <a:pt x="14" y="33"/>
                    <a:pt x="12" y="31"/>
                    <a:pt x="11" y="29"/>
                  </a:cubicBezTo>
                  <a:cubicBezTo>
                    <a:pt x="10" y="28"/>
                    <a:pt x="8" y="27"/>
                    <a:pt x="8" y="27"/>
                  </a:cubicBezTo>
                  <a:cubicBezTo>
                    <a:pt x="7" y="26"/>
                    <a:pt x="6" y="25"/>
                    <a:pt x="5" y="25"/>
                  </a:cubicBezTo>
                  <a:cubicBezTo>
                    <a:pt x="5" y="24"/>
                    <a:pt x="4" y="23"/>
                    <a:pt x="3" y="23"/>
                  </a:cubicBezTo>
                  <a:cubicBezTo>
                    <a:pt x="0" y="18"/>
                    <a:pt x="1" y="17"/>
                    <a:pt x="2" y="12"/>
                  </a:cubicBezTo>
                  <a:cubicBezTo>
                    <a:pt x="2" y="11"/>
                    <a:pt x="3" y="9"/>
                    <a:pt x="4" y="8"/>
                  </a:cubicBezTo>
                  <a:cubicBezTo>
                    <a:pt x="4" y="8"/>
                    <a:pt x="4" y="8"/>
                    <a:pt x="4" y="8"/>
                  </a:cubicBezTo>
                  <a:cubicBezTo>
                    <a:pt x="4" y="7"/>
                    <a:pt x="5" y="6"/>
                    <a:pt x="5" y="5"/>
                  </a:cubicBezTo>
                  <a:cubicBezTo>
                    <a:pt x="6" y="5"/>
                    <a:pt x="7" y="5"/>
                    <a:pt x="7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27" name="Freeform 52"/>
            <p:cNvSpPr>
              <a:spLocks noEditPoints="1"/>
            </p:cNvSpPr>
            <p:nvPr userDrawn="1"/>
          </p:nvSpPr>
          <p:spPr bwMode="auto">
            <a:xfrm>
              <a:off x="8847200" y="4611991"/>
              <a:ext cx="46038" cy="58738"/>
            </a:xfrm>
            <a:custGeom>
              <a:avLst/>
              <a:gdLst>
                <a:gd name="T0" fmla="*/ 8 w 31"/>
                <a:gd name="T1" fmla="*/ 31 h 39"/>
                <a:gd name="T2" fmla="*/ 9 w 31"/>
                <a:gd name="T3" fmla="*/ 30 h 39"/>
                <a:gd name="T4" fmla="*/ 8 w 31"/>
                <a:gd name="T5" fmla="*/ 26 h 39"/>
                <a:gd name="T6" fmla="*/ 18 w 31"/>
                <a:gd name="T7" fmla="*/ 18 h 39"/>
                <a:gd name="T8" fmla="*/ 18 w 31"/>
                <a:gd name="T9" fmla="*/ 21 h 39"/>
                <a:gd name="T10" fmla="*/ 19 w 31"/>
                <a:gd name="T11" fmla="*/ 18 h 39"/>
                <a:gd name="T12" fmla="*/ 7 w 31"/>
                <a:gd name="T13" fmla="*/ 22 h 39"/>
                <a:gd name="T14" fmla="*/ 6 w 31"/>
                <a:gd name="T15" fmla="*/ 23 h 39"/>
                <a:gd name="T16" fmla="*/ 7 w 31"/>
                <a:gd name="T17" fmla="*/ 22 h 39"/>
                <a:gd name="T18" fmla="*/ 7 w 31"/>
                <a:gd name="T19" fmla="*/ 22 h 39"/>
                <a:gd name="T20" fmla="*/ 23 w 31"/>
                <a:gd name="T21" fmla="*/ 12 h 39"/>
                <a:gd name="T22" fmla="*/ 23 w 31"/>
                <a:gd name="T23" fmla="*/ 12 h 39"/>
                <a:gd name="T24" fmla="*/ 23 w 31"/>
                <a:gd name="T25" fmla="*/ 11 h 39"/>
                <a:gd name="T26" fmla="*/ 10 w 31"/>
                <a:gd name="T27" fmla="*/ 19 h 39"/>
                <a:gd name="T28" fmla="*/ 10 w 31"/>
                <a:gd name="T29" fmla="*/ 23 h 39"/>
                <a:gd name="T30" fmla="*/ 10 w 31"/>
                <a:gd name="T31" fmla="*/ 19 h 39"/>
                <a:gd name="T32" fmla="*/ 15 w 31"/>
                <a:gd name="T33" fmla="*/ 13 h 39"/>
                <a:gd name="T34" fmla="*/ 16 w 31"/>
                <a:gd name="T35" fmla="*/ 14 h 39"/>
                <a:gd name="T36" fmla="*/ 15 w 31"/>
                <a:gd name="T37" fmla="*/ 13 h 39"/>
                <a:gd name="T38" fmla="*/ 9 w 31"/>
                <a:gd name="T39" fmla="*/ 16 h 39"/>
                <a:gd name="T40" fmla="*/ 9 w 31"/>
                <a:gd name="T41" fmla="*/ 18 h 39"/>
                <a:gd name="T42" fmla="*/ 9 w 31"/>
                <a:gd name="T43" fmla="*/ 16 h 39"/>
                <a:gd name="T44" fmla="*/ 19 w 31"/>
                <a:gd name="T45" fmla="*/ 4 h 39"/>
                <a:gd name="T46" fmla="*/ 23 w 31"/>
                <a:gd name="T47" fmla="*/ 7 h 39"/>
                <a:gd name="T48" fmla="*/ 29 w 31"/>
                <a:gd name="T49" fmla="*/ 9 h 39"/>
                <a:gd name="T50" fmla="*/ 25 w 31"/>
                <a:gd name="T51" fmla="*/ 16 h 39"/>
                <a:gd name="T52" fmla="*/ 29 w 31"/>
                <a:gd name="T53" fmla="*/ 26 h 39"/>
                <a:gd name="T54" fmla="*/ 30 w 31"/>
                <a:gd name="T55" fmla="*/ 30 h 39"/>
                <a:gd name="T56" fmla="*/ 31 w 31"/>
                <a:gd name="T57" fmla="*/ 32 h 39"/>
                <a:gd name="T58" fmla="*/ 22 w 31"/>
                <a:gd name="T59" fmla="*/ 23 h 39"/>
                <a:gd name="T60" fmla="*/ 16 w 31"/>
                <a:gd name="T61" fmla="*/ 29 h 39"/>
                <a:gd name="T62" fmla="*/ 15 w 31"/>
                <a:gd name="T63" fmla="*/ 22 h 39"/>
                <a:gd name="T64" fmla="*/ 15 w 31"/>
                <a:gd name="T65" fmla="*/ 19 h 39"/>
                <a:gd name="T66" fmla="*/ 12 w 31"/>
                <a:gd name="T67" fmla="*/ 19 h 39"/>
                <a:gd name="T68" fmla="*/ 13 w 31"/>
                <a:gd name="T69" fmla="*/ 29 h 39"/>
                <a:gd name="T70" fmla="*/ 17 w 31"/>
                <a:gd name="T71" fmla="*/ 34 h 39"/>
                <a:gd name="T72" fmla="*/ 14 w 31"/>
                <a:gd name="T73" fmla="*/ 33 h 39"/>
                <a:gd name="T74" fmla="*/ 12 w 31"/>
                <a:gd name="T75" fmla="*/ 32 h 39"/>
                <a:gd name="T76" fmla="*/ 7 w 31"/>
                <a:gd name="T77" fmla="*/ 39 h 39"/>
                <a:gd name="T78" fmla="*/ 6 w 31"/>
                <a:gd name="T79" fmla="*/ 33 h 39"/>
                <a:gd name="T80" fmla="*/ 6 w 31"/>
                <a:gd name="T81" fmla="*/ 26 h 39"/>
                <a:gd name="T82" fmla="*/ 2 w 31"/>
                <a:gd name="T83" fmla="*/ 29 h 39"/>
                <a:gd name="T84" fmla="*/ 4 w 31"/>
                <a:gd name="T85" fmla="*/ 13 h 39"/>
                <a:gd name="T86" fmla="*/ 6 w 31"/>
                <a:gd name="T87" fmla="*/ 9 h 39"/>
                <a:gd name="T88" fmla="*/ 3 w 31"/>
                <a:gd name="T89" fmla="*/ 23 h 39"/>
                <a:gd name="T90" fmla="*/ 3 w 31"/>
                <a:gd name="T91" fmla="*/ 27 h 39"/>
                <a:gd name="T92" fmla="*/ 9 w 31"/>
                <a:gd name="T93" fmla="*/ 14 h 39"/>
                <a:gd name="T94" fmla="*/ 13 w 31"/>
                <a:gd name="T95" fmla="*/ 15 h 39"/>
                <a:gd name="T96" fmla="*/ 12 w 31"/>
                <a:gd name="T97" fmla="*/ 9 h 39"/>
                <a:gd name="T98" fmla="*/ 11 w 31"/>
                <a:gd name="T99" fmla="*/ 1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1" h="39">
                  <a:moveTo>
                    <a:pt x="8" y="26"/>
                  </a:moveTo>
                  <a:cubicBezTo>
                    <a:pt x="8" y="27"/>
                    <a:pt x="8" y="30"/>
                    <a:pt x="8" y="31"/>
                  </a:cubicBezTo>
                  <a:cubicBezTo>
                    <a:pt x="8" y="31"/>
                    <a:pt x="8" y="31"/>
                    <a:pt x="8" y="31"/>
                  </a:cubicBezTo>
                  <a:cubicBezTo>
                    <a:pt x="8" y="31"/>
                    <a:pt x="9" y="31"/>
                    <a:pt x="9" y="30"/>
                  </a:cubicBezTo>
                  <a:cubicBezTo>
                    <a:pt x="9" y="29"/>
                    <a:pt x="11" y="27"/>
                    <a:pt x="9" y="26"/>
                  </a:cubicBezTo>
                  <a:cubicBezTo>
                    <a:pt x="9" y="26"/>
                    <a:pt x="9" y="26"/>
                    <a:pt x="8" y="26"/>
                  </a:cubicBezTo>
                  <a:cubicBezTo>
                    <a:pt x="9" y="26"/>
                    <a:pt x="8" y="26"/>
                    <a:pt x="8" y="26"/>
                  </a:cubicBezTo>
                  <a:close/>
                  <a:moveTo>
                    <a:pt x="18" y="18"/>
                  </a:moveTo>
                  <a:cubicBezTo>
                    <a:pt x="18" y="19"/>
                    <a:pt x="17" y="20"/>
                    <a:pt x="17" y="21"/>
                  </a:cubicBezTo>
                  <a:cubicBezTo>
                    <a:pt x="17" y="21"/>
                    <a:pt x="17" y="21"/>
                    <a:pt x="18" y="21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21" y="19"/>
                    <a:pt x="19" y="18"/>
                  </a:cubicBezTo>
                  <a:cubicBezTo>
                    <a:pt x="19" y="17"/>
                    <a:pt x="19" y="17"/>
                    <a:pt x="18" y="18"/>
                  </a:cubicBezTo>
                  <a:close/>
                  <a:moveTo>
                    <a:pt x="7" y="22"/>
                  </a:moveTo>
                  <a:cubicBezTo>
                    <a:pt x="7" y="22"/>
                    <a:pt x="7" y="23"/>
                    <a:pt x="6" y="23"/>
                  </a:cubicBezTo>
                  <a:cubicBezTo>
                    <a:pt x="6" y="23"/>
                    <a:pt x="6" y="23"/>
                    <a:pt x="6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2"/>
                    <a:pt x="7" y="22"/>
                    <a:pt x="7" y="22"/>
                  </a:cubicBezTo>
                  <a:close/>
                  <a:moveTo>
                    <a:pt x="23" y="11"/>
                  </a:move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2"/>
                  </a:cubicBezTo>
                  <a:cubicBezTo>
                    <a:pt x="23" y="12"/>
                    <a:pt x="23" y="12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ubicBezTo>
                    <a:pt x="23" y="11"/>
                    <a:pt x="23" y="11"/>
                    <a:pt x="23" y="11"/>
                  </a:cubicBezTo>
                  <a:close/>
                  <a:moveTo>
                    <a:pt x="10" y="19"/>
                  </a:moveTo>
                  <a:cubicBezTo>
                    <a:pt x="9" y="20"/>
                    <a:pt x="9" y="23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1" y="22"/>
                    <a:pt x="11" y="20"/>
                    <a:pt x="11" y="19"/>
                  </a:cubicBezTo>
                  <a:cubicBezTo>
                    <a:pt x="11" y="19"/>
                    <a:pt x="10" y="19"/>
                    <a:pt x="10" y="19"/>
                  </a:cubicBezTo>
                  <a:close/>
                  <a:moveTo>
                    <a:pt x="15" y="13"/>
                  </a:moveTo>
                  <a:cubicBezTo>
                    <a:pt x="15" y="13"/>
                    <a:pt x="15" y="13"/>
                    <a:pt x="15" y="13"/>
                  </a:cubicBezTo>
                  <a:cubicBezTo>
                    <a:pt x="15" y="14"/>
                    <a:pt x="15" y="14"/>
                    <a:pt x="15" y="14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14"/>
                    <a:pt x="16" y="13"/>
                    <a:pt x="16" y="13"/>
                  </a:cubicBezTo>
                  <a:cubicBezTo>
                    <a:pt x="16" y="13"/>
                    <a:pt x="16" y="13"/>
                    <a:pt x="15" y="13"/>
                  </a:cubicBezTo>
                  <a:cubicBezTo>
                    <a:pt x="16" y="13"/>
                    <a:pt x="16" y="13"/>
                    <a:pt x="15" y="13"/>
                  </a:cubicBezTo>
                  <a:close/>
                  <a:moveTo>
                    <a:pt x="9" y="16"/>
                  </a:moveTo>
                  <a:cubicBezTo>
                    <a:pt x="8" y="17"/>
                    <a:pt x="8" y="18"/>
                    <a:pt x="9" y="18"/>
                  </a:cubicBezTo>
                  <a:cubicBezTo>
                    <a:pt x="9" y="18"/>
                    <a:pt x="9" y="18"/>
                    <a:pt x="9" y="18"/>
                  </a:cubicBezTo>
                  <a:cubicBezTo>
                    <a:pt x="9" y="17"/>
                    <a:pt x="9" y="17"/>
                    <a:pt x="9" y="16"/>
                  </a:cubicBezTo>
                  <a:cubicBezTo>
                    <a:pt x="9" y="15"/>
                    <a:pt x="9" y="16"/>
                    <a:pt x="9" y="16"/>
                  </a:cubicBezTo>
                  <a:close/>
                  <a:moveTo>
                    <a:pt x="11" y="1"/>
                  </a:moveTo>
                  <a:cubicBezTo>
                    <a:pt x="13" y="0"/>
                    <a:pt x="17" y="2"/>
                    <a:pt x="19" y="4"/>
                  </a:cubicBezTo>
                  <a:cubicBezTo>
                    <a:pt x="19" y="5"/>
                    <a:pt x="19" y="6"/>
                    <a:pt x="20" y="6"/>
                  </a:cubicBezTo>
                  <a:cubicBezTo>
                    <a:pt x="21" y="7"/>
                    <a:pt x="22" y="7"/>
                    <a:pt x="23" y="7"/>
                  </a:cubicBezTo>
                  <a:cubicBezTo>
                    <a:pt x="24" y="8"/>
                    <a:pt x="25" y="9"/>
                    <a:pt x="25" y="9"/>
                  </a:cubicBezTo>
                  <a:cubicBezTo>
                    <a:pt x="27" y="9"/>
                    <a:pt x="28" y="9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8" y="12"/>
                    <a:pt x="25" y="14"/>
                    <a:pt x="25" y="16"/>
                  </a:cubicBezTo>
                  <a:cubicBezTo>
                    <a:pt x="25" y="18"/>
                    <a:pt x="27" y="19"/>
                    <a:pt x="27" y="21"/>
                  </a:cubicBezTo>
                  <a:cubicBezTo>
                    <a:pt x="28" y="23"/>
                    <a:pt x="29" y="24"/>
                    <a:pt x="29" y="26"/>
                  </a:cubicBezTo>
                  <a:cubicBezTo>
                    <a:pt x="29" y="26"/>
                    <a:pt x="29" y="27"/>
                    <a:pt x="30" y="27"/>
                  </a:cubicBezTo>
                  <a:cubicBezTo>
                    <a:pt x="30" y="28"/>
                    <a:pt x="30" y="29"/>
                    <a:pt x="30" y="30"/>
                  </a:cubicBezTo>
                  <a:cubicBezTo>
                    <a:pt x="30" y="31"/>
                    <a:pt x="31" y="31"/>
                    <a:pt x="31" y="32"/>
                  </a:cubicBezTo>
                  <a:cubicBezTo>
                    <a:pt x="31" y="32"/>
                    <a:pt x="31" y="32"/>
                    <a:pt x="31" y="32"/>
                  </a:cubicBezTo>
                  <a:cubicBezTo>
                    <a:pt x="29" y="31"/>
                    <a:pt x="27" y="30"/>
                    <a:pt x="25" y="28"/>
                  </a:cubicBezTo>
                  <a:cubicBezTo>
                    <a:pt x="24" y="26"/>
                    <a:pt x="23" y="24"/>
                    <a:pt x="22" y="23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20" y="25"/>
                    <a:pt x="19" y="27"/>
                    <a:pt x="16" y="29"/>
                  </a:cubicBezTo>
                  <a:cubicBezTo>
                    <a:pt x="15" y="28"/>
                    <a:pt x="13" y="26"/>
                    <a:pt x="14" y="25"/>
                  </a:cubicBezTo>
                  <a:cubicBezTo>
                    <a:pt x="14" y="24"/>
                    <a:pt x="15" y="23"/>
                    <a:pt x="15" y="22"/>
                  </a:cubicBezTo>
                  <a:cubicBezTo>
                    <a:pt x="15" y="22"/>
                    <a:pt x="14" y="21"/>
                    <a:pt x="14" y="21"/>
                  </a:cubicBezTo>
                  <a:cubicBezTo>
                    <a:pt x="14" y="20"/>
                    <a:pt x="14" y="19"/>
                    <a:pt x="15" y="19"/>
                  </a:cubicBezTo>
                  <a:cubicBezTo>
                    <a:pt x="15" y="18"/>
                    <a:pt x="14" y="15"/>
                    <a:pt x="13" y="16"/>
                  </a:cubicBezTo>
                  <a:cubicBezTo>
                    <a:pt x="12" y="16"/>
                    <a:pt x="12" y="18"/>
                    <a:pt x="12" y="19"/>
                  </a:cubicBezTo>
                  <a:cubicBezTo>
                    <a:pt x="12" y="20"/>
                    <a:pt x="13" y="21"/>
                    <a:pt x="13" y="23"/>
                  </a:cubicBezTo>
                  <a:cubicBezTo>
                    <a:pt x="13" y="25"/>
                    <a:pt x="11" y="26"/>
                    <a:pt x="13" y="29"/>
                  </a:cubicBezTo>
                  <a:cubicBezTo>
                    <a:pt x="14" y="31"/>
                    <a:pt x="17" y="33"/>
                    <a:pt x="17" y="34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6" y="34"/>
                    <a:pt x="15" y="34"/>
                    <a:pt x="14" y="33"/>
                  </a:cubicBezTo>
                  <a:cubicBezTo>
                    <a:pt x="13" y="33"/>
                    <a:pt x="13" y="32"/>
                    <a:pt x="12" y="32"/>
                  </a:cubicBezTo>
                  <a:cubicBezTo>
                    <a:pt x="12" y="32"/>
                    <a:pt x="12" y="32"/>
                    <a:pt x="12" y="32"/>
                  </a:cubicBezTo>
                  <a:cubicBezTo>
                    <a:pt x="11" y="34"/>
                    <a:pt x="11" y="37"/>
                    <a:pt x="8" y="39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7" y="38"/>
                    <a:pt x="5" y="36"/>
                    <a:pt x="5" y="35"/>
                  </a:cubicBezTo>
                  <a:cubicBezTo>
                    <a:pt x="5" y="34"/>
                    <a:pt x="5" y="33"/>
                    <a:pt x="6" y="33"/>
                  </a:cubicBezTo>
                  <a:cubicBezTo>
                    <a:pt x="6" y="31"/>
                    <a:pt x="6" y="28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6" y="26"/>
                    <a:pt x="6" y="26"/>
                    <a:pt x="6" y="26"/>
                  </a:cubicBezTo>
                  <a:cubicBezTo>
                    <a:pt x="5" y="27"/>
                    <a:pt x="3" y="29"/>
                    <a:pt x="2" y="29"/>
                  </a:cubicBezTo>
                  <a:cubicBezTo>
                    <a:pt x="0" y="27"/>
                    <a:pt x="2" y="23"/>
                    <a:pt x="3" y="21"/>
                  </a:cubicBezTo>
                  <a:cubicBezTo>
                    <a:pt x="3" y="19"/>
                    <a:pt x="4" y="14"/>
                    <a:pt x="4" y="13"/>
                  </a:cubicBezTo>
                  <a:cubicBezTo>
                    <a:pt x="3" y="12"/>
                    <a:pt x="3" y="11"/>
                    <a:pt x="3" y="11"/>
                  </a:cubicBezTo>
                  <a:cubicBezTo>
                    <a:pt x="3" y="9"/>
                    <a:pt x="5" y="9"/>
                    <a:pt x="6" y="9"/>
                  </a:cubicBezTo>
                  <a:cubicBezTo>
                    <a:pt x="7" y="11"/>
                    <a:pt x="6" y="12"/>
                    <a:pt x="6" y="14"/>
                  </a:cubicBezTo>
                  <a:cubicBezTo>
                    <a:pt x="5" y="17"/>
                    <a:pt x="4" y="21"/>
                    <a:pt x="3" y="23"/>
                  </a:cubicBezTo>
                  <a:cubicBezTo>
                    <a:pt x="3" y="24"/>
                    <a:pt x="3" y="25"/>
                    <a:pt x="3" y="26"/>
                  </a:cubicBezTo>
                  <a:cubicBezTo>
                    <a:pt x="3" y="26"/>
                    <a:pt x="3" y="26"/>
                    <a:pt x="3" y="27"/>
                  </a:cubicBezTo>
                  <a:cubicBezTo>
                    <a:pt x="3" y="26"/>
                    <a:pt x="8" y="22"/>
                    <a:pt x="8" y="22"/>
                  </a:cubicBezTo>
                  <a:cubicBezTo>
                    <a:pt x="9" y="20"/>
                    <a:pt x="5" y="15"/>
                    <a:pt x="9" y="14"/>
                  </a:cubicBezTo>
                  <a:cubicBezTo>
                    <a:pt x="10" y="15"/>
                    <a:pt x="12" y="15"/>
                    <a:pt x="13" y="15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13"/>
                    <a:pt x="13" y="13"/>
                    <a:pt x="11" y="12"/>
                  </a:cubicBezTo>
                  <a:cubicBezTo>
                    <a:pt x="11" y="11"/>
                    <a:pt x="11" y="10"/>
                    <a:pt x="12" y="9"/>
                  </a:cubicBezTo>
                  <a:cubicBezTo>
                    <a:pt x="13" y="10"/>
                    <a:pt x="14" y="10"/>
                    <a:pt x="15" y="10"/>
                  </a:cubicBezTo>
                  <a:cubicBezTo>
                    <a:pt x="15" y="7"/>
                    <a:pt x="11" y="3"/>
                    <a:pt x="11" y="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61872" y="758952"/>
            <a:ext cx="9418320" cy="115620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>
                <a:solidFill>
                  <a:schemeClr val="tx2"/>
                </a:solidFill>
              </a:defRPr>
            </a:lvl1pPr>
          </a:lstStyle>
          <a:p>
            <a:r>
              <a:rPr lang="zh-CN" altLang="en-US" dirty="0" smtClean="0"/>
              <a:t>目录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61872" y="2042160"/>
            <a:ext cx="9418320" cy="4450080"/>
          </a:xfrm>
          <a:prstGeom prst="rect">
            <a:avLst/>
          </a:prstGeom>
        </p:spPr>
        <p:txBody>
          <a:bodyPr anchor="t">
            <a:normAutofit/>
          </a:bodyPr>
          <a:lstStyle>
            <a:lvl1pPr marL="625475" indent="-447675">
              <a:buFont typeface="Wingdings" panose="05000000000000000000" pitchFamily="2" charset="2"/>
              <a:buChar char="n"/>
              <a:defRPr sz="36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2017.1.2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86" y="948906"/>
            <a:ext cx="9746088" cy="742416"/>
          </a:xfrm>
          <a:prstGeom prst="rect">
            <a:avLst/>
          </a:prstGeom>
        </p:spPr>
        <p:txBody>
          <a:bodyPr anchor="b"/>
          <a:lstStyle>
            <a:lvl1pPr>
              <a:defRPr lang="en-US" dirty="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22386" y="1828800"/>
            <a:ext cx="9746088" cy="4351337"/>
          </a:xfrm>
          <a:prstGeom prst="rect">
            <a:avLst/>
          </a:prstGeom>
        </p:spPr>
        <p:txBody>
          <a:bodyPr>
            <a:normAutofit/>
          </a:bodyPr>
          <a:lstStyle>
            <a:lvl1pPr marL="269875" indent="-269875">
              <a:lnSpc>
                <a:spcPct val="120000"/>
              </a:lnSpc>
              <a:buFont typeface="微软雅黑" panose="020B0503020204020204" pitchFamily="34" charset="-122"/>
              <a:buChar char="▪"/>
              <a:defRPr sz="3600"/>
            </a:lvl1pPr>
            <a:lvl2pPr marL="541655" indent="-266700">
              <a:lnSpc>
                <a:spcPct val="120000"/>
              </a:lnSpc>
              <a:buFont typeface="微软雅黑" panose="020B0503020204020204" pitchFamily="34" charset="-122"/>
              <a:buChar char="▫"/>
              <a:defRPr sz="3200"/>
            </a:lvl2pPr>
            <a:lvl3pPr marL="805180" indent="-257175">
              <a:lnSpc>
                <a:spcPct val="120000"/>
              </a:lnSpc>
              <a:buFont typeface="微软雅黑" panose="020B0503020204020204" pitchFamily="34" charset="-122"/>
              <a:buChar char="◦"/>
              <a:defRPr sz="2800"/>
            </a:lvl3pPr>
            <a:lvl4pPr marL="1075055" indent="-252730">
              <a:lnSpc>
                <a:spcPct val="120000"/>
              </a:lnSpc>
              <a:buFont typeface="微软雅黑" panose="020B0503020204020204" pitchFamily="34" charset="-122"/>
              <a:buChar char="◦"/>
              <a:defRPr sz="2800"/>
            </a:lvl4pPr>
            <a:lvl5pPr marL="1346200" indent="-249555">
              <a:lnSpc>
                <a:spcPct val="120000"/>
              </a:lnSpc>
              <a:buFont typeface="微软雅黑" panose="020B0503020204020204" pitchFamily="34" charset="-122"/>
              <a:buChar char="◦"/>
              <a:defRPr sz="28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2017.1.2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503148"/>
            <a:ext cx="207034" cy="11881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822325" y="503149"/>
            <a:ext cx="9745413" cy="40481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386" y="948906"/>
            <a:ext cx="9746088" cy="742416"/>
          </a:xfrm>
          <a:prstGeom prst="rect">
            <a:avLst/>
          </a:prstGeom>
        </p:spPr>
        <p:txBody>
          <a:bodyPr anchor="b"/>
          <a:lstStyle>
            <a:lvl1pPr>
              <a:defRPr lang="en-US" dirty="0">
                <a:solidFill>
                  <a:schemeClr val="tx2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22386" y="1828800"/>
            <a:ext cx="9746088" cy="4351337"/>
          </a:xfrm>
          <a:prstGeom prst="rect">
            <a:avLst/>
          </a:prstGeom>
        </p:spPr>
        <p:txBody>
          <a:bodyPr>
            <a:normAutofit/>
          </a:bodyPr>
          <a:lstStyle>
            <a:lvl1pPr marL="269875" indent="-269875">
              <a:lnSpc>
                <a:spcPct val="120000"/>
              </a:lnSpc>
              <a:buFont typeface="微软雅黑" panose="020B0503020204020204" pitchFamily="34" charset="-122"/>
              <a:buChar char="▪"/>
              <a:defRPr sz="3600"/>
            </a:lvl1pPr>
            <a:lvl2pPr marL="541655" indent="-266700">
              <a:lnSpc>
                <a:spcPct val="120000"/>
              </a:lnSpc>
              <a:buFont typeface="微软雅黑" panose="020B0503020204020204" pitchFamily="34" charset="-122"/>
              <a:buChar char="▫"/>
              <a:defRPr sz="3200"/>
            </a:lvl2pPr>
            <a:lvl3pPr marL="805180" indent="-257175">
              <a:lnSpc>
                <a:spcPct val="120000"/>
              </a:lnSpc>
              <a:buFont typeface="微软雅黑" panose="020B0503020204020204" pitchFamily="34" charset="-122"/>
              <a:buChar char="◦"/>
              <a:defRPr sz="2800"/>
            </a:lvl3pPr>
            <a:lvl4pPr marL="1075055" indent="-252730">
              <a:lnSpc>
                <a:spcPct val="120000"/>
              </a:lnSpc>
              <a:buFont typeface="微软雅黑" panose="020B0503020204020204" pitchFamily="34" charset="-122"/>
              <a:buChar char="◦"/>
              <a:defRPr sz="2800"/>
            </a:lvl4pPr>
            <a:lvl5pPr marL="1346200" indent="-249555">
              <a:lnSpc>
                <a:spcPct val="120000"/>
              </a:lnSpc>
              <a:buFont typeface="微软雅黑" panose="020B0503020204020204" pitchFamily="34" charset="-122"/>
              <a:buChar char="◦"/>
              <a:defRPr sz="28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2017.1.2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  <p:sp>
        <p:nvSpPr>
          <p:cNvPr id="7" name="Rectangle 6"/>
          <p:cNvSpPr/>
          <p:nvPr userDrawn="1"/>
        </p:nvSpPr>
        <p:spPr>
          <a:xfrm>
            <a:off x="0" y="503148"/>
            <a:ext cx="207034" cy="11881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61872" y="4800600"/>
            <a:ext cx="9418320" cy="1691640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2017.1.2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2017.1.2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6023292"/>
            <a:ext cx="12192000" cy="834708"/>
          </a:xfrm>
          <a:prstGeom prst="rect">
            <a:avLst/>
          </a:prstGeom>
          <a:solidFill>
            <a:srgbClr val="333F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171" y="6023295"/>
            <a:ext cx="9982200" cy="83470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5" name="图片占位符 4"/>
          <p:cNvSpPr>
            <a:spLocks noGrp="1"/>
          </p:cNvSpPr>
          <p:nvPr>
            <p:ph type="pic" sz="quarter" idx="10"/>
          </p:nvPr>
        </p:nvSpPr>
        <p:spPr>
          <a:xfrm>
            <a:off x="0" y="-1"/>
            <a:ext cx="12192000" cy="6023293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292840" y="6172200"/>
            <a:ext cx="914400" cy="593725"/>
          </a:xfrm>
        </p:spPr>
        <p:txBody>
          <a:bodyPr/>
          <a:lstStyle/>
          <a:p>
            <a:fld id="{4FAB73BC-B049-4115-A692-8D63A059BFB8}" type="slidenum">
              <a:rPr lang="en-US" dirty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altLang="zh-CN"/>
              <a:t>2017.1.2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28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anose="020B0604020202020204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2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89992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275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499995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anose="05020102010507070707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1" Type="http://schemas.openxmlformats.org/officeDocument/2006/relationships/notesSlide" Target="../notesSlides/notesSlide4.xml"/><Relationship Id="rId50" Type="http://schemas.openxmlformats.org/officeDocument/2006/relationships/slideLayout" Target="../slideLayouts/slideLayout3.xml"/><Relationship Id="rId5" Type="http://schemas.openxmlformats.org/officeDocument/2006/relationships/tags" Target="../tags/tag5.xml"/><Relationship Id="rId49" Type="http://schemas.openxmlformats.org/officeDocument/2006/relationships/tags" Target="../tags/tag49.xml"/><Relationship Id="rId48" Type="http://schemas.openxmlformats.org/officeDocument/2006/relationships/tags" Target="../tags/tag48.xml"/><Relationship Id="rId47" Type="http://schemas.openxmlformats.org/officeDocument/2006/relationships/tags" Target="../tags/tag47.xml"/><Relationship Id="rId46" Type="http://schemas.openxmlformats.org/officeDocument/2006/relationships/tags" Target="../tags/tag46.xml"/><Relationship Id="rId45" Type="http://schemas.openxmlformats.org/officeDocument/2006/relationships/tags" Target="../tags/tag45.xml"/><Relationship Id="rId44" Type="http://schemas.openxmlformats.org/officeDocument/2006/relationships/tags" Target="../tags/tag44.xml"/><Relationship Id="rId43" Type="http://schemas.openxmlformats.org/officeDocument/2006/relationships/tags" Target="../tags/tag43.xml"/><Relationship Id="rId42" Type="http://schemas.openxmlformats.org/officeDocument/2006/relationships/tags" Target="../tags/tag42.xml"/><Relationship Id="rId41" Type="http://schemas.openxmlformats.org/officeDocument/2006/relationships/tags" Target="../tags/tag41.xml"/><Relationship Id="rId40" Type="http://schemas.openxmlformats.org/officeDocument/2006/relationships/tags" Target="../tags/tag40.xml"/><Relationship Id="rId4" Type="http://schemas.openxmlformats.org/officeDocument/2006/relationships/tags" Target="../tags/tag4.xml"/><Relationship Id="rId39" Type="http://schemas.openxmlformats.org/officeDocument/2006/relationships/tags" Target="../tags/tag39.xml"/><Relationship Id="rId38" Type="http://schemas.openxmlformats.org/officeDocument/2006/relationships/tags" Target="../tags/tag38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3" Type="http://schemas.openxmlformats.org/officeDocument/2006/relationships/notesSlide" Target="../notesSlides/notesSlide6.xml"/><Relationship Id="rId42" Type="http://schemas.openxmlformats.org/officeDocument/2006/relationships/slideLayout" Target="../slideLayouts/slideLayout3.xml"/><Relationship Id="rId41" Type="http://schemas.openxmlformats.org/officeDocument/2006/relationships/tags" Target="../tags/tag81.xml"/><Relationship Id="rId40" Type="http://schemas.openxmlformats.org/officeDocument/2006/relationships/tags" Target="../tags/tag80.xml"/><Relationship Id="rId4" Type="http://schemas.openxmlformats.org/officeDocument/2006/relationships/tags" Target="../tags/tag52.xml"/><Relationship Id="rId39" Type="http://schemas.openxmlformats.org/officeDocument/2006/relationships/image" Target="../media/image8.svg"/><Relationship Id="rId38" Type="http://schemas.openxmlformats.org/officeDocument/2006/relationships/image" Target="../media/image7.png"/><Relationship Id="rId37" Type="http://schemas.openxmlformats.org/officeDocument/2006/relationships/tags" Target="../tags/tag79.xml"/><Relationship Id="rId36" Type="http://schemas.openxmlformats.org/officeDocument/2006/relationships/tags" Target="../tags/tag78.xml"/><Relationship Id="rId35" Type="http://schemas.openxmlformats.org/officeDocument/2006/relationships/tags" Target="../tags/tag77.xml"/><Relationship Id="rId34" Type="http://schemas.openxmlformats.org/officeDocument/2006/relationships/tags" Target="../tags/tag76.xml"/><Relationship Id="rId33" Type="http://schemas.openxmlformats.org/officeDocument/2006/relationships/tags" Target="../tags/tag75.xml"/><Relationship Id="rId32" Type="http://schemas.openxmlformats.org/officeDocument/2006/relationships/image" Target="../media/image6.svg"/><Relationship Id="rId31" Type="http://schemas.openxmlformats.org/officeDocument/2006/relationships/image" Target="../media/image5.png"/><Relationship Id="rId30" Type="http://schemas.openxmlformats.org/officeDocument/2006/relationships/tags" Target="../tags/tag74.xml"/><Relationship Id="rId3" Type="http://schemas.openxmlformats.org/officeDocument/2006/relationships/tags" Target="../tags/tag51.xml"/><Relationship Id="rId29" Type="http://schemas.openxmlformats.org/officeDocument/2006/relationships/tags" Target="../tags/tag73.xml"/><Relationship Id="rId28" Type="http://schemas.openxmlformats.org/officeDocument/2006/relationships/tags" Target="../tags/tag72.xml"/><Relationship Id="rId27" Type="http://schemas.openxmlformats.org/officeDocument/2006/relationships/tags" Target="../tags/tag71.xml"/><Relationship Id="rId26" Type="http://schemas.openxmlformats.org/officeDocument/2006/relationships/tags" Target="../tags/tag70.xml"/><Relationship Id="rId25" Type="http://schemas.openxmlformats.org/officeDocument/2006/relationships/image" Target="../media/image4.svg"/><Relationship Id="rId24" Type="http://schemas.openxmlformats.org/officeDocument/2006/relationships/image" Target="../media/image3.png"/><Relationship Id="rId23" Type="http://schemas.openxmlformats.org/officeDocument/2006/relationships/tags" Target="../tags/tag69.xml"/><Relationship Id="rId22" Type="http://schemas.openxmlformats.org/officeDocument/2006/relationships/tags" Target="../tags/tag68.xml"/><Relationship Id="rId21" Type="http://schemas.openxmlformats.org/officeDocument/2006/relationships/tags" Target="../tags/tag67.xml"/><Relationship Id="rId20" Type="http://schemas.openxmlformats.org/officeDocument/2006/relationships/tags" Target="../tags/tag66.xml"/><Relationship Id="rId2" Type="http://schemas.openxmlformats.org/officeDocument/2006/relationships/tags" Target="../tags/tag50.xml"/><Relationship Id="rId19" Type="http://schemas.openxmlformats.org/officeDocument/2006/relationships/tags" Target="../tags/tag65.xml"/><Relationship Id="rId18" Type="http://schemas.openxmlformats.org/officeDocument/2006/relationships/image" Target="../media/image2.svg"/><Relationship Id="rId17" Type="http://schemas.openxmlformats.org/officeDocument/2006/relationships/image" Target="../media/image1.png"/><Relationship Id="rId16" Type="http://schemas.openxmlformats.org/officeDocument/2006/relationships/tags" Target="../tags/tag64.xml"/><Relationship Id="rId15" Type="http://schemas.openxmlformats.org/officeDocument/2006/relationships/tags" Target="../tags/tag63.xml"/><Relationship Id="rId14" Type="http://schemas.openxmlformats.org/officeDocument/2006/relationships/tags" Target="../tags/tag62.xml"/><Relationship Id="rId13" Type="http://schemas.openxmlformats.org/officeDocument/2006/relationships/tags" Target="../tags/tag61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chart" Target="../charts/chart1.xml"/></Relationships>
</file>

<file path=ppt/slides/_rels/slide7.xml.rels><?xml version="1.0" encoding="UTF-8" standalone="yes"?>
<Relationships xmlns="http://schemas.openxmlformats.org/package/2006/relationships"><Relationship Id="rId99" Type="http://schemas.openxmlformats.org/officeDocument/2006/relationships/tags" Target="../tags/tag152.xml"/><Relationship Id="rId98" Type="http://schemas.openxmlformats.org/officeDocument/2006/relationships/tags" Target="../tags/tag151.xml"/><Relationship Id="rId97" Type="http://schemas.openxmlformats.org/officeDocument/2006/relationships/image" Target="../media/image36.svg"/><Relationship Id="rId96" Type="http://schemas.openxmlformats.org/officeDocument/2006/relationships/image" Target="../media/image35.png"/><Relationship Id="rId95" Type="http://schemas.openxmlformats.org/officeDocument/2006/relationships/tags" Target="../tags/tag150.xml"/><Relationship Id="rId94" Type="http://schemas.openxmlformats.org/officeDocument/2006/relationships/tags" Target="../tags/tag149.xml"/><Relationship Id="rId93" Type="http://schemas.openxmlformats.org/officeDocument/2006/relationships/tags" Target="../tags/tag148.xml"/><Relationship Id="rId92" Type="http://schemas.openxmlformats.org/officeDocument/2006/relationships/tags" Target="../tags/tag147.xml"/><Relationship Id="rId91" Type="http://schemas.openxmlformats.org/officeDocument/2006/relationships/tags" Target="../tags/tag146.xml"/><Relationship Id="rId90" Type="http://schemas.openxmlformats.org/officeDocument/2006/relationships/image" Target="../media/image34.svg"/><Relationship Id="rId9" Type="http://schemas.openxmlformats.org/officeDocument/2006/relationships/tags" Target="../tags/tag88.xml"/><Relationship Id="rId89" Type="http://schemas.openxmlformats.org/officeDocument/2006/relationships/image" Target="../media/image33.png"/><Relationship Id="rId88" Type="http://schemas.openxmlformats.org/officeDocument/2006/relationships/tags" Target="../tags/tag145.xml"/><Relationship Id="rId87" Type="http://schemas.openxmlformats.org/officeDocument/2006/relationships/tags" Target="../tags/tag144.xml"/><Relationship Id="rId86" Type="http://schemas.openxmlformats.org/officeDocument/2006/relationships/tags" Target="../tags/tag143.xml"/><Relationship Id="rId85" Type="http://schemas.openxmlformats.org/officeDocument/2006/relationships/tags" Target="../tags/tag142.xml"/><Relationship Id="rId84" Type="http://schemas.openxmlformats.org/officeDocument/2006/relationships/tags" Target="../tags/tag141.xml"/><Relationship Id="rId83" Type="http://schemas.openxmlformats.org/officeDocument/2006/relationships/image" Target="../media/image32.svg"/><Relationship Id="rId82" Type="http://schemas.openxmlformats.org/officeDocument/2006/relationships/image" Target="../media/image31.png"/><Relationship Id="rId81" Type="http://schemas.openxmlformats.org/officeDocument/2006/relationships/tags" Target="../tags/tag140.xml"/><Relationship Id="rId80" Type="http://schemas.openxmlformats.org/officeDocument/2006/relationships/tags" Target="../tags/tag139.xml"/><Relationship Id="rId8" Type="http://schemas.openxmlformats.org/officeDocument/2006/relationships/tags" Target="../tags/tag87.xml"/><Relationship Id="rId79" Type="http://schemas.openxmlformats.org/officeDocument/2006/relationships/tags" Target="../tags/tag138.xml"/><Relationship Id="rId78" Type="http://schemas.openxmlformats.org/officeDocument/2006/relationships/tags" Target="../tags/tag137.xml"/><Relationship Id="rId77" Type="http://schemas.openxmlformats.org/officeDocument/2006/relationships/tags" Target="../tags/tag136.xml"/><Relationship Id="rId76" Type="http://schemas.openxmlformats.org/officeDocument/2006/relationships/image" Target="../media/image30.svg"/><Relationship Id="rId75" Type="http://schemas.openxmlformats.org/officeDocument/2006/relationships/image" Target="../media/image29.png"/><Relationship Id="rId74" Type="http://schemas.openxmlformats.org/officeDocument/2006/relationships/tags" Target="../tags/tag135.xml"/><Relationship Id="rId73" Type="http://schemas.openxmlformats.org/officeDocument/2006/relationships/tags" Target="../tags/tag134.xml"/><Relationship Id="rId72" Type="http://schemas.openxmlformats.org/officeDocument/2006/relationships/tags" Target="../tags/tag133.xml"/><Relationship Id="rId71" Type="http://schemas.openxmlformats.org/officeDocument/2006/relationships/tags" Target="../tags/tag132.xml"/><Relationship Id="rId70" Type="http://schemas.openxmlformats.org/officeDocument/2006/relationships/tags" Target="../tags/tag131.xml"/><Relationship Id="rId7" Type="http://schemas.openxmlformats.org/officeDocument/2006/relationships/tags" Target="../tags/tag86.xml"/><Relationship Id="rId69" Type="http://schemas.openxmlformats.org/officeDocument/2006/relationships/image" Target="../media/image28.svg"/><Relationship Id="rId68" Type="http://schemas.openxmlformats.org/officeDocument/2006/relationships/image" Target="../media/image27.png"/><Relationship Id="rId67" Type="http://schemas.openxmlformats.org/officeDocument/2006/relationships/tags" Target="../tags/tag130.xml"/><Relationship Id="rId66" Type="http://schemas.openxmlformats.org/officeDocument/2006/relationships/tags" Target="../tags/tag129.xml"/><Relationship Id="rId65" Type="http://schemas.openxmlformats.org/officeDocument/2006/relationships/tags" Target="../tags/tag128.xml"/><Relationship Id="rId64" Type="http://schemas.openxmlformats.org/officeDocument/2006/relationships/tags" Target="../tags/tag127.xml"/><Relationship Id="rId63" Type="http://schemas.openxmlformats.org/officeDocument/2006/relationships/tags" Target="../tags/tag126.xml"/><Relationship Id="rId62" Type="http://schemas.openxmlformats.org/officeDocument/2006/relationships/image" Target="../media/image26.svg"/><Relationship Id="rId61" Type="http://schemas.openxmlformats.org/officeDocument/2006/relationships/image" Target="../media/image25.png"/><Relationship Id="rId60" Type="http://schemas.openxmlformats.org/officeDocument/2006/relationships/tags" Target="../tags/tag125.xml"/><Relationship Id="rId6" Type="http://schemas.openxmlformats.org/officeDocument/2006/relationships/image" Target="../media/image10.svg"/><Relationship Id="rId59" Type="http://schemas.openxmlformats.org/officeDocument/2006/relationships/tags" Target="../tags/tag124.xml"/><Relationship Id="rId58" Type="http://schemas.openxmlformats.org/officeDocument/2006/relationships/tags" Target="../tags/tag123.xml"/><Relationship Id="rId57" Type="http://schemas.openxmlformats.org/officeDocument/2006/relationships/tags" Target="../tags/tag122.xml"/><Relationship Id="rId56" Type="http://schemas.openxmlformats.org/officeDocument/2006/relationships/tags" Target="../tags/tag121.xml"/><Relationship Id="rId55" Type="http://schemas.openxmlformats.org/officeDocument/2006/relationships/image" Target="../media/image24.svg"/><Relationship Id="rId54" Type="http://schemas.openxmlformats.org/officeDocument/2006/relationships/image" Target="../media/image23.png"/><Relationship Id="rId53" Type="http://schemas.openxmlformats.org/officeDocument/2006/relationships/tags" Target="../tags/tag120.xml"/><Relationship Id="rId52" Type="http://schemas.openxmlformats.org/officeDocument/2006/relationships/tags" Target="../tags/tag119.xml"/><Relationship Id="rId51" Type="http://schemas.openxmlformats.org/officeDocument/2006/relationships/tags" Target="../tags/tag118.xml"/><Relationship Id="rId50" Type="http://schemas.openxmlformats.org/officeDocument/2006/relationships/tags" Target="../tags/tag117.xml"/><Relationship Id="rId5" Type="http://schemas.openxmlformats.org/officeDocument/2006/relationships/image" Target="../media/image9.png"/><Relationship Id="rId49" Type="http://schemas.openxmlformats.org/officeDocument/2006/relationships/tags" Target="../tags/tag116.xml"/><Relationship Id="rId48" Type="http://schemas.openxmlformats.org/officeDocument/2006/relationships/image" Target="../media/image22.svg"/><Relationship Id="rId47" Type="http://schemas.openxmlformats.org/officeDocument/2006/relationships/image" Target="../media/image21.png"/><Relationship Id="rId46" Type="http://schemas.openxmlformats.org/officeDocument/2006/relationships/tags" Target="../tags/tag115.xml"/><Relationship Id="rId45" Type="http://schemas.openxmlformats.org/officeDocument/2006/relationships/tags" Target="../tags/tag114.xml"/><Relationship Id="rId44" Type="http://schemas.openxmlformats.org/officeDocument/2006/relationships/tags" Target="../tags/tag113.xml"/><Relationship Id="rId43" Type="http://schemas.openxmlformats.org/officeDocument/2006/relationships/tags" Target="../tags/tag112.xml"/><Relationship Id="rId42" Type="http://schemas.openxmlformats.org/officeDocument/2006/relationships/tags" Target="../tags/tag111.xml"/><Relationship Id="rId41" Type="http://schemas.openxmlformats.org/officeDocument/2006/relationships/image" Target="../media/image20.svg"/><Relationship Id="rId40" Type="http://schemas.openxmlformats.org/officeDocument/2006/relationships/image" Target="../media/image19.png"/><Relationship Id="rId4" Type="http://schemas.openxmlformats.org/officeDocument/2006/relationships/tags" Target="../tags/tag85.xml"/><Relationship Id="rId39" Type="http://schemas.openxmlformats.org/officeDocument/2006/relationships/tags" Target="../tags/tag110.xml"/><Relationship Id="rId38" Type="http://schemas.openxmlformats.org/officeDocument/2006/relationships/tags" Target="../tags/tag109.xml"/><Relationship Id="rId37" Type="http://schemas.openxmlformats.org/officeDocument/2006/relationships/tags" Target="../tags/tag108.xml"/><Relationship Id="rId36" Type="http://schemas.openxmlformats.org/officeDocument/2006/relationships/tags" Target="../tags/tag107.xml"/><Relationship Id="rId35" Type="http://schemas.openxmlformats.org/officeDocument/2006/relationships/tags" Target="../tags/tag106.xml"/><Relationship Id="rId34" Type="http://schemas.openxmlformats.org/officeDocument/2006/relationships/image" Target="../media/image18.svg"/><Relationship Id="rId33" Type="http://schemas.openxmlformats.org/officeDocument/2006/relationships/image" Target="../media/image17.png"/><Relationship Id="rId32" Type="http://schemas.openxmlformats.org/officeDocument/2006/relationships/tags" Target="../tags/tag105.xml"/><Relationship Id="rId31" Type="http://schemas.openxmlformats.org/officeDocument/2006/relationships/tags" Target="../tags/tag104.xml"/><Relationship Id="rId30" Type="http://schemas.openxmlformats.org/officeDocument/2006/relationships/tags" Target="../tags/tag103.xml"/><Relationship Id="rId3" Type="http://schemas.openxmlformats.org/officeDocument/2006/relationships/tags" Target="../tags/tag84.xml"/><Relationship Id="rId29" Type="http://schemas.openxmlformats.org/officeDocument/2006/relationships/tags" Target="../tags/tag102.xml"/><Relationship Id="rId28" Type="http://schemas.openxmlformats.org/officeDocument/2006/relationships/tags" Target="../tags/tag101.xml"/><Relationship Id="rId27" Type="http://schemas.openxmlformats.org/officeDocument/2006/relationships/image" Target="../media/image16.svg"/><Relationship Id="rId26" Type="http://schemas.openxmlformats.org/officeDocument/2006/relationships/image" Target="../media/image15.png"/><Relationship Id="rId25" Type="http://schemas.openxmlformats.org/officeDocument/2006/relationships/tags" Target="../tags/tag100.xml"/><Relationship Id="rId24" Type="http://schemas.openxmlformats.org/officeDocument/2006/relationships/tags" Target="../tags/tag99.xml"/><Relationship Id="rId23" Type="http://schemas.openxmlformats.org/officeDocument/2006/relationships/tags" Target="../tags/tag98.xml"/><Relationship Id="rId22" Type="http://schemas.openxmlformats.org/officeDocument/2006/relationships/tags" Target="../tags/tag97.xml"/><Relationship Id="rId21" Type="http://schemas.openxmlformats.org/officeDocument/2006/relationships/tags" Target="../tags/tag96.xml"/><Relationship Id="rId20" Type="http://schemas.openxmlformats.org/officeDocument/2006/relationships/image" Target="../media/image14.svg"/><Relationship Id="rId2" Type="http://schemas.openxmlformats.org/officeDocument/2006/relationships/tags" Target="../tags/tag83.xml"/><Relationship Id="rId19" Type="http://schemas.openxmlformats.org/officeDocument/2006/relationships/image" Target="../media/image13.png"/><Relationship Id="rId18" Type="http://schemas.openxmlformats.org/officeDocument/2006/relationships/tags" Target="../tags/tag95.xml"/><Relationship Id="rId171" Type="http://schemas.openxmlformats.org/officeDocument/2006/relationships/notesSlide" Target="../notesSlides/notesSlide7.xml"/><Relationship Id="rId170" Type="http://schemas.openxmlformats.org/officeDocument/2006/relationships/slideLayout" Target="../slideLayouts/slideLayout7.xml"/><Relationship Id="rId17" Type="http://schemas.openxmlformats.org/officeDocument/2006/relationships/tags" Target="../tags/tag94.xml"/><Relationship Id="rId169" Type="http://schemas.openxmlformats.org/officeDocument/2006/relationships/tags" Target="../tags/tag202.xml"/><Relationship Id="rId168" Type="http://schemas.openxmlformats.org/officeDocument/2006/relationships/tags" Target="../tags/tag201.xml"/><Relationship Id="rId167" Type="http://schemas.openxmlformats.org/officeDocument/2006/relationships/image" Target="../media/image56.svg"/><Relationship Id="rId166" Type="http://schemas.openxmlformats.org/officeDocument/2006/relationships/image" Target="../media/image55.png"/><Relationship Id="rId165" Type="http://schemas.openxmlformats.org/officeDocument/2006/relationships/tags" Target="../tags/tag200.xml"/><Relationship Id="rId164" Type="http://schemas.openxmlformats.org/officeDocument/2006/relationships/tags" Target="../tags/tag199.xml"/><Relationship Id="rId163" Type="http://schemas.openxmlformats.org/officeDocument/2006/relationships/tags" Target="../tags/tag198.xml"/><Relationship Id="rId162" Type="http://schemas.openxmlformats.org/officeDocument/2006/relationships/tags" Target="../tags/tag197.xml"/><Relationship Id="rId161" Type="http://schemas.openxmlformats.org/officeDocument/2006/relationships/tags" Target="../tags/tag196.xml"/><Relationship Id="rId160" Type="http://schemas.openxmlformats.org/officeDocument/2006/relationships/image" Target="../media/image54.svg"/><Relationship Id="rId16" Type="http://schemas.openxmlformats.org/officeDocument/2006/relationships/tags" Target="../tags/tag93.xml"/><Relationship Id="rId159" Type="http://schemas.openxmlformats.org/officeDocument/2006/relationships/image" Target="../media/image53.png"/><Relationship Id="rId158" Type="http://schemas.openxmlformats.org/officeDocument/2006/relationships/tags" Target="../tags/tag195.xml"/><Relationship Id="rId157" Type="http://schemas.openxmlformats.org/officeDocument/2006/relationships/tags" Target="../tags/tag194.xml"/><Relationship Id="rId156" Type="http://schemas.openxmlformats.org/officeDocument/2006/relationships/tags" Target="../tags/tag193.xml"/><Relationship Id="rId155" Type="http://schemas.openxmlformats.org/officeDocument/2006/relationships/tags" Target="../tags/tag192.xml"/><Relationship Id="rId154" Type="http://schemas.openxmlformats.org/officeDocument/2006/relationships/tags" Target="../tags/tag191.xml"/><Relationship Id="rId153" Type="http://schemas.openxmlformats.org/officeDocument/2006/relationships/image" Target="../media/image52.svg"/><Relationship Id="rId152" Type="http://schemas.openxmlformats.org/officeDocument/2006/relationships/image" Target="../media/image51.png"/><Relationship Id="rId151" Type="http://schemas.openxmlformats.org/officeDocument/2006/relationships/tags" Target="../tags/tag190.xml"/><Relationship Id="rId150" Type="http://schemas.openxmlformats.org/officeDocument/2006/relationships/tags" Target="../tags/tag189.xml"/><Relationship Id="rId15" Type="http://schemas.openxmlformats.org/officeDocument/2006/relationships/tags" Target="../tags/tag92.xml"/><Relationship Id="rId149" Type="http://schemas.openxmlformats.org/officeDocument/2006/relationships/tags" Target="../tags/tag188.xml"/><Relationship Id="rId148" Type="http://schemas.openxmlformats.org/officeDocument/2006/relationships/tags" Target="../tags/tag187.xml"/><Relationship Id="rId147" Type="http://schemas.openxmlformats.org/officeDocument/2006/relationships/tags" Target="../tags/tag186.xml"/><Relationship Id="rId146" Type="http://schemas.openxmlformats.org/officeDocument/2006/relationships/image" Target="../media/image50.svg"/><Relationship Id="rId145" Type="http://schemas.openxmlformats.org/officeDocument/2006/relationships/image" Target="../media/image49.png"/><Relationship Id="rId144" Type="http://schemas.openxmlformats.org/officeDocument/2006/relationships/tags" Target="../tags/tag185.xml"/><Relationship Id="rId143" Type="http://schemas.openxmlformats.org/officeDocument/2006/relationships/tags" Target="../tags/tag184.xml"/><Relationship Id="rId142" Type="http://schemas.openxmlformats.org/officeDocument/2006/relationships/tags" Target="../tags/tag183.xml"/><Relationship Id="rId141" Type="http://schemas.openxmlformats.org/officeDocument/2006/relationships/tags" Target="../tags/tag182.xml"/><Relationship Id="rId140" Type="http://schemas.openxmlformats.org/officeDocument/2006/relationships/tags" Target="../tags/tag181.xml"/><Relationship Id="rId14" Type="http://schemas.openxmlformats.org/officeDocument/2006/relationships/tags" Target="../tags/tag91.xml"/><Relationship Id="rId139" Type="http://schemas.openxmlformats.org/officeDocument/2006/relationships/image" Target="../media/image48.svg"/><Relationship Id="rId138" Type="http://schemas.openxmlformats.org/officeDocument/2006/relationships/image" Target="../media/image47.png"/><Relationship Id="rId137" Type="http://schemas.openxmlformats.org/officeDocument/2006/relationships/tags" Target="../tags/tag180.xml"/><Relationship Id="rId136" Type="http://schemas.openxmlformats.org/officeDocument/2006/relationships/tags" Target="../tags/tag179.xml"/><Relationship Id="rId135" Type="http://schemas.openxmlformats.org/officeDocument/2006/relationships/tags" Target="../tags/tag178.xml"/><Relationship Id="rId134" Type="http://schemas.openxmlformats.org/officeDocument/2006/relationships/tags" Target="../tags/tag177.xml"/><Relationship Id="rId133" Type="http://schemas.openxmlformats.org/officeDocument/2006/relationships/tags" Target="../tags/tag176.xml"/><Relationship Id="rId132" Type="http://schemas.openxmlformats.org/officeDocument/2006/relationships/image" Target="../media/image46.svg"/><Relationship Id="rId131" Type="http://schemas.openxmlformats.org/officeDocument/2006/relationships/image" Target="../media/image45.png"/><Relationship Id="rId130" Type="http://schemas.openxmlformats.org/officeDocument/2006/relationships/tags" Target="../tags/tag175.xml"/><Relationship Id="rId13" Type="http://schemas.openxmlformats.org/officeDocument/2006/relationships/image" Target="../media/image12.svg"/><Relationship Id="rId129" Type="http://schemas.openxmlformats.org/officeDocument/2006/relationships/tags" Target="../tags/tag174.xml"/><Relationship Id="rId128" Type="http://schemas.openxmlformats.org/officeDocument/2006/relationships/tags" Target="../tags/tag173.xml"/><Relationship Id="rId127" Type="http://schemas.openxmlformats.org/officeDocument/2006/relationships/tags" Target="../tags/tag172.xml"/><Relationship Id="rId126" Type="http://schemas.openxmlformats.org/officeDocument/2006/relationships/tags" Target="../tags/tag171.xml"/><Relationship Id="rId125" Type="http://schemas.openxmlformats.org/officeDocument/2006/relationships/image" Target="../media/image44.svg"/><Relationship Id="rId124" Type="http://schemas.openxmlformats.org/officeDocument/2006/relationships/image" Target="../media/image43.png"/><Relationship Id="rId123" Type="http://schemas.openxmlformats.org/officeDocument/2006/relationships/tags" Target="../tags/tag170.xml"/><Relationship Id="rId122" Type="http://schemas.openxmlformats.org/officeDocument/2006/relationships/tags" Target="../tags/tag169.xml"/><Relationship Id="rId121" Type="http://schemas.openxmlformats.org/officeDocument/2006/relationships/tags" Target="../tags/tag168.xml"/><Relationship Id="rId120" Type="http://schemas.openxmlformats.org/officeDocument/2006/relationships/tags" Target="../tags/tag167.xml"/><Relationship Id="rId12" Type="http://schemas.openxmlformats.org/officeDocument/2006/relationships/image" Target="../media/image11.png"/><Relationship Id="rId119" Type="http://schemas.openxmlformats.org/officeDocument/2006/relationships/tags" Target="../tags/tag166.xml"/><Relationship Id="rId118" Type="http://schemas.openxmlformats.org/officeDocument/2006/relationships/image" Target="../media/image42.svg"/><Relationship Id="rId117" Type="http://schemas.openxmlformats.org/officeDocument/2006/relationships/image" Target="../media/image41.png"/><Relationship Id="rId116" Type="http://schemas.openxmlformats.org/officeDocument/2006/relationships/tags" Target="../tags/tag165.xml"/><Relationship Id="rId115" Type="http://schemas.openxmlformats.org/officeDocument/2006/relationships/tags" Target="../tags/tag164.xml"/><Relationship Id="rId114" Type="http://schemas.openxmlformats.org/officeDocument/2006/relationships/tags" Target="../tags/tag163.xml"/><Relationship Id="rId113" Type="http://schemas.openxmlformats.org/officeDocument/2006/relationships/tags" Target="../tags/tag162.xml"/><Relationship Id="rId112" Type="http://schemas.openxmlformats.org/officeDocument/2006/relationships/tags" Target="../tags/tag161.xml"/><Relationship Id="rId111" Type="http://schemas.openxmlformats.org/officeDocument/2006/relationships/image" Target="../media/image40.svg"/><Relationship Id="rId110" Type="http://schemas.openxmlformats.org/officeDocument/2006/relationships/image" Target="../media/image39.png"/><Relationship Id="rId11" Type="http://schemas.openxmlformats.org/officeDocument/2006/relationships/tags" Target="../tags/tag90.xml"/><Relationship Id="rId109" Type="http://schemas.openxmlformats.org/officeDocument/2006/relationships/tags" Target="../tags/tag160.xml"/><Relationship Id="rId108" Type="http://schemas.openxmlformats.org/officeDocument/2006/relationships/tags" Target="../tags/tag159.xml"/><Relationship Id="rId107" Type="http://schemas.openxmlformats.org/officeDocument/2006/relationships/tags" Target="../tags/tag158.xml"/><Relationship Id="rId106" Type="http://schemas.openxmlformats.org/officeDocument/2006/relationships/tags" Target="../tags/tag157.xml"/><Relationship Id="rId105" Type="http://schemas.openxmlformats.org/officeDocument/2006/relationships/tags" Target="../tags/tag156.xml"/><Relationship Id="rId104" Type="http://schemas.openxmlformats.org/officeDocument/2006/relationships/image" Target="../media/image38.svg"/><Relationship Id="rId103" Type="http://schemas.openxmlformats.org/officeDocument/2006/relationships/image" Target="../media/image37.png"/><Relationship Id="rId102" Type="http://schemas.openxmlformats.org/officeDocument/2006/relationships/tags" Target="../tags/tag155.xml"/><Relationship Id="rId101" Type="http://schemas.openxmlformats.org/officeDocument/2006/relationships/tags" Target="../tags/tag154.xml"/><Relationship Id="rId100" Type="http://schemas.openxmlformats.org/officeDocument/2006/relationships/tags" Target="../tags/tag153.xml"/><Relationship Id="rId10" Type="http://schemas.openxmlformats.org/officeDocument/2006/relationships/tags" Target="../tags/tag89.xml"/><Relationship Id="rId1" Type="http://schemas.openxmlformats.org/officeDocument/2006/relationships/tags" Target="../tags/tag8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209.xml"/><Relationship Id="rId8" Type="http://schemas.openxmlformats.org/officeDocument/2006/relationships/tags" Target="../tags/tag208.xml"/><Relationship Id="rId7" Type="http://schemas.openxmlformats.org/officeDocument/2006/relationships/tags" Target="../tags/tag207.xml"/><Relationship Id="rId68" Type="http://schemas.openxmlformats.org/officeDocument/2006/relationships/notesSlide" Target="../notesSlides/notesSlide8.xml"/><Relationship Id="rId67" Type="http://schemas.openxmlformats.org/officeDocument/2006/relationships/slideLayout" Target="../slideLayouts/slideLayout3.xml"/><Relationship Id="rId66" Type="http://schemas.openxmlformats.org/officeDocument/2006/relationships/tags" Target="../tags/tag258.xml"/><Relationship Id="rId65" Type="http://schemas.openxmlformats.org/officeDocument/2006/relationships/tags" Target="../tags/tag257.xml"/><Relationship Id="rId64" Type="http://schemas.openxmlformats.org/officeDocument/2006/relationships/tags" Target="../tags/tag256.xml"/><Relationship Id="rId63" Type="http://schemas.openxmlformats.org/officeDocument/2006/relationships/tags" Target="../tags/tag255.xml"/><Relationship Id="rId62" Type="http://schemas.openxmlformats.org/officeDocument/2006/relationships/tags" Target="../tags/tag254.xml"/><Relationship Id="rId61" Type="http://schemas.openxmlformats.org/officeDocument/2006/relationships/tags" Target="../tags/tag253.xml"/><Relationship Id="rId60" Type="http://schemas.openxmlformats.org/officeDocument/2006/relationships/tags" Target="../tags/tag252.xml"/><Relationship Id="rId6" Type="http://schemas.openxmlformats.org/officeDocument/2006/relationships/image" Target="../media/image58.svg"/><Relationship Id="rId59" Type="http://schemas.openxmlformats.org/officeDocument/2006/relationships/tags" Target="../tags/tag251.xml"/><Relationship Id="rId58" Type="http://schemas.openxmlformats.org/officeDocument/2006/relationships/tags" Target="../tags/tag250.xml"/><Relationship Id="rId57" Type="http://schemas.openxmlformats.org/officeDocument/2006/relationships/image" Target="../media/image66.svg"/><Relationship Id="rId56" Type="http://schemas.openxmlformats.org/officeDocument/2006/relationships/image" Target="../media/image65.png"/><Relationship Id="rId55" Type="http://schemas.openxmlformats.org/officeDocument/2006/relationships/tags" Target="../tags/tag249.xml"/><Relationship Id="rId54" Type="http://schemas.openxmlformats.org/officeDocument/2006/relationships/tags" Target="../tags/tag248.xml"/><Relationship Id="rId53" Type="http://schemas.openxmlformats.org/officeDocument/2006/relationships/tags" Target="../tags/tag247.xml"/><Relationship Id="rId52" Type="http://schemas.openxmlformats.org/officeDocument/2006/relationships/tags" Target="../tags/tag246.xml"/><Relationship Id="rId51" Type="http://schemas.openxmlformats.org/officeDocument/2006/relationships/tags" Target="../tags/tag245.xml"/><Relationship Id="rId50" Type="http://schemas.openxmlformats.org/officeDocument/2006/relationships/tags" Target="../tags/tag244.xml"/><Relationship Id="rId5" Type="http://schemas.openxmlformats.org/officeDocument/2006/relationships/image" Target="../media/image57.png"/><Relationship Id="rId49" Type="http://schemas.openxmlformats.org/officeDocument/2006/relationships/tags" Target="../tags/tag243.xml"/><Relationship Id="rId48" Type="http://schemas.openxmlformats.org/officeDocument/2006/relationships/tags" Target="../tags/tag242.xml"/><Relationship Id="rId47" Type="http://schemas.openxmlformats.org/officeDocument/2006/relationships/tags" Target="../tags/tag241.xml"/><Relationship Id="rId46" Type="http://schemas.openxmlformats.org/officeDocument/2006/relationships/tags" Target="../tags/tag240.xml"/><Relationship Id="rId45" Type="http://schemas.openxmlformats.org/officeDocument/2006/relationships/tags" Target="../tags/tag239.xml"/><Relationship Id="rId44" Type="http://schemas.openxmlformats.org/officeDocument/2006/relationships/tags" Target="../tags/tag238.xml"/><Relationship Id="rId43" Type="http://schemas.openxmlformats.org/officeDocument/2006/relationships/tags" Target="../tags/tag237.xml"/><Relationship Id="rId42" Type="http://schemas.openxmlformats.org/officeDocument/2006/relationships/tags" Target="../tags/tag236.xml"/><Relationship Id="rId41" Type="http://schemas.openxmlformats.org/officeDocument/2006/relationships/image" Target="../media/image64.svg"/><Relationship Id="rId40" Type="http://schemas.openxmlformats.org/officeDocument/2006/relationships/image" Target="../media/image63.png"/><Relationship Id="rId4" Type="http://schemas.openxmlformats.org/officeDocument/2006/relationships/tags" Target="../tags/tag206.xml"/><Relationship Id="rId39" Type="http://schemas.openxmlformats.org/officeDocument/2006/relationships/tags" Target="../tags/tag235.xml"/><Relationship Id="rId38" Type="http://schemas.openxmlformats.org/officeDocument/2006/relationships/tags" Target="../tags/tag234.xml"/><Relationship Id="rId37" Type="http://schemas.openxmlformats.org/officeDocument/2006/relationships/tags" Target="../tags/tag233.xml"/><Relationship Id="rId36" Type="http://schemas.openxmlformats.org/officeDocument/2006/relationships/tags" Target="../tags/tag232.xml"/><Relationship Id="rId35" Type="http://schemas.openxmlformats.org/officeDocument/2006/relationships/tags" Target="../tags/tag231.xml"/><Relationship Id="rId34" Type="http://schemas.openxmlformats.org/officeDocument/2006/relationships/tags" Target="../tags/tag230.xml"/><Relationship Id="rId33" Type="http://schemas.openxmlformats.org/officeDocument/2006/relationships/tags" Target="../tags/tag229.xml"/><Relationship Id="rId32" Type="http://schemas.openxmlformats.org/officeDocument/2006/relationships/tags" Target="../tags/tag228.xml"/><Relationship Id="rId31" Type="http://schemas.openxmlformats.org/officeDocument/2006/relationships/tags" Target="../tags/tag227.xml"/><Relationship Id="rId30" Type="http://schemas.openxmlformats.org/officeDocument/2006/relationships/tags" Target="../tags/tag226.xml"/><Relationship Id="rId3" Type="http://schemas.openxmlformats.org/officeDocument/2006/relationships/tags" Target="../tags/tag205.xml"/><Relationship Id="rId29" Type="http://schemas.openxmlformats.org/officeDocument/2006/relationships/tags" Target="../tags/tag225.xml"/><Relationship Id="rId28" Type="http://schemas.openxmlformats.org/officeDocument/2006/relationships/tags" Target="../tags/tag224.xml"/><Relationship Id="rId27" Type="http://schemas.openxmlformats.org/officeDocument/2006/relationships/image" Target="../media/image62.svg"/><Relationship Id="rId26" Type="http://schemas.openxmlformats.org/officeDocument/2006/relationships/image" Target="../media/image61.png"/><Relationship Id="rId25" Type="http://schemas.openxmlformats.org/officeDocument/2006/relationships/tags" Target="../tags/tag223.xml"/><Relationship Id="rId24" Type="http://schemas.openxmlformats.org/officeDocument/2006/relationships/tags" Target="../tags/tag222.xml"/><Relationship Id="rId23" Type="http://schemas.openxmlformats.org/officeDocument/2006/relationships/tags" Target="../tags/tag221.xml"/><Relationship Id="rId22" Type="http://schemas.openxmlformats.org/officeDocument/2006/relationships/tags" Target="../tags/tag220.xml"/><Relationship Id="rId21" Type="http://schemas.openxmlformats.org/officeDocument/2006/relationships/tags" Target="../tags/tag219.xml"/><Relationship Id="rId20" Type="http://schemas.openxmlformats.org/officeDocument/2006/relationships/tags" Target="../tags/tag218.xml"/><Relationship Id="rId2" Type="http://schemas.openxmlformats.org/officeDocument/2006/relationships/tags" Target="../tags/tag204.xml"/><Relationship Id="rId19" Type="http://schemas.openxmlformats.org/officeDocument/2006/relationships/tags" Target="../tags/tag217.xml"/><Relationship Id="rId18" Type="http://schemas.openxmlformats.org/officeDocument/2006/relationships/tags" Target="../tags/tag216.xml"/><Relationship Id="rId17" Type="http://schemas.openxmlformats.org/officeDocument/2006/relationships/tags" Target="../tags/tag215.xml"/><Relationship Id="rId16" Type="http://schemas.openxmlformats.org/officeDocument/2006/relationships/tags" Target="../tags/tag214.xml"/><Relationship Id="rId15" Type="http://schemas.openxmlformats.org/officeDocument/2006/relationships/tags" Target="../tags/tag213.xml"/><Relationship Id="rId14" Type="http://schemas.openxmlformats.org/officeDocument/2006/relationships/tags" Target="../tags/tag212.xml"/><Relationship Id="rId13" Type="http://schemas.openxmlformats.org/officeDocument/2006/relationships/image" Target="../media/image60.svg"/><Relationship Id="rId12" Type="http://schemas.openxmlformats.org/officeDocument/2006/relationships/image" Target="../media/image59.png"/><Relationship Id="rId11" Type="http://schemas.openxmlformats.org/officeDocument/2006/relationships/tags" Target="../tags/tag211.xml"/><Relationship Id="rId10" Type="http://schemas.openxmlformats.org/officeDocument/2006/relationships/tags" Target="../tags/tag210.xml"/><Relationship Id="rId1" Type="http://schemas.openxmlformats.org/officeDocument/2006/relationships/tags" Target="../tags/tag203.xml"/></Relationships>
</file>

<file path=ppt/slides/_rels/slide9.xml.rels><?xml version="1.0" encoding="UTF-8" standalone="yes"?>
<Relationships xmlns="http://schemas.openxmlformats.org/package/2006/relationships"><Relationship Id="rId99" Type="http://schemas.openxmlformats.org/officeDocument/2006/relationships/notesSlide" Target="../notesSlides/notesSlide9.xml"/><Relationship Id="rId98" Type="http://schemas.openxmlformats.org/officeDocument/2006/relationships/slideLayout" Target="../slideLayouts/slideLayout3.xml"/><Relationship Id="rId97" Type="http://schemas.openxmlformats.org/officeDocument/2006/relationships/tags" Target="../tags/tag325.xml"/><Relationship Id="rId96" Type="http://schemas.openxmlformats.org/officeDocument/2006/relationships/image" Target="../media/image96.svg"/><Relationship Id="rId95" Type="http://schemas.openxmlformats.org/officeDocument/2006/relationships/image" Target="../media/image95.png"/><Relationship Id="rId94" Type="http://schemas.openxmlformats.org/officeDocument/2006/relationships/tags" Target="../tags/tag324.xml"/><Relationship Id="rId93" Type="http://schemas.openxmlformats.org/officeDocument/2006/relationships/tags" Target="../tags/tag323.xml"/><Relationship Id="rId92" Type="http://schemas.openxmlformats.org/officeDocument/2006/relationships/tags" Target="../tags/tag322.xml"/><Relationship Id="rId91" Type="http://schemas.openxmlformats.org/officeDocument/2006/relationships/tags" Target="../tags/tag321.xml"/><Relationship Id="rId90" Type="http://schemas.openxmlformats.org/officeDocument/2006/relationships/image" Target="../media/image94.svg"/><Relationship Id="rId9" Type="http://schemas.openxmlformats.org/officeDocument/2006/relationships/tags" Target="../tags/tag265.xml"/><Relationship Id="rId89" Type="http://schemas.openxmlformats.org/officeDocument/2006/relationships/image" Target="../media/image93.png"/><Relationship Id="rId88" Type="http://schemas.openxmlformats.org/officeDocument/2006/relationships/tags" Target="../tags/tag320.xml"/><Relationship Id="rId87" Type="http://schemas.openxmlformats.org/officeDocument/2006/relationships/tags" Target="../tags/tag319.xml"/><Relationship Id="rId86" Type="http://schemas.openxmlformats.org/officeDocument/2006/relationships/tags" Target="../tags/tag318.xml"/><Relationship Id="rId85" Type="http://schemas.openxmlformats.org/officeDocument/2006/relationships/tags" Target="../tags/tag317.xml"/><Relationship Id="rId84" Type="http://schemas.openxmlformats.org/officeDocument/2006/relationships/image" Target="../media/image92.svg"/><Relationship Id="rId83" Type="http://schemas.openxmlformats.org/officeDocument/2006/relationships/image" Target="../media/image91.png"/><Relationship Id="rId82" Type="http://schemas.openxmlformats.org/officeDocument/2006/relationships/tags" Target="../tags/tag316.xml"/><Relationship Id="rId81" Type="http://schemas.openxmlformats.org/officeDocument/2006/relationships/tags" Target="../tags/tag315.xml"/><Relationship Id="rId80" Type="http://schemas.openxmlformats.org/officeDocument/2006/relationships/tags" Target="../tags/tag314.xml"/><Relationship Id="rId8" Type="http://schemas.openxmlformats.org/officeDocument/2006/relationships/tags" Target="../tags/tag264.xml"/><Relationship Id="rId79" Type="http://schemas.openxmlformats.org/officeDocument/2006/relationships/tags" Target="../tags/tag313.xml"/><Relationship Id="rId78" Type="http://schemas.openxmlformats.org/officeDocument/2006/relationships/tags" Target="../tags/tag312.xml"/><Relationship Id="rId77" Type="http://schemas.openxmlformats.org/officeDocument/2006/relationships/image" Target="../media/image90.svg"/><Relationship Id="rId76" Type="http://schemas.openxmlformats.org/officeDocument/2006/relationships/image" Target="../media/image89.png"/><Relationship Id="rId75" Type="http://schemas.openxmlformats.org/officeDocument/2006/relationships/tags" Target="../tags/tag311.xml"/><Relationship Id="rId74" Type="http://schemas.openxmlformats.org/officeDocument/2006/relationships/tags" Target="../tags/tag310.xml"/><Relationship Id="rId73" Type="http://schemas.openxmlformats.org/officeDocument/2006/relationships/tags" Target="../tags/tag309.xml"/><Relationship Id="rId72" Type="http://schemas.openxmlformats.org/officeDocument/2006/relationships/tags" Target="../tags/tag308.xml"/><Relationship Id="rId71" Type="http://schemas.openxmlformats.org/officeDocument/2006/relationships/tags" Target="../tags/tag307.xml"/><Relationship Id="rId70" Type="http://schemas.openxmlformats.org/officeDocument/2006/relationships/image" Target="../media/image88.svg"/><Relationship Id="rId7" Type="http://schemas.openxmlformats.org/officeDocument/2006/relationships/tags" Target="../tags/tag263.xml"/><Relationship Id="rId69" Type="http://schemas.openxmlformats.org/officeDocument/2006/relationships/image" Target="../media/image87.png"/><Relationship Id="rId68" Type="http://schemas.openxmlformats.org/officeDocument/2006/relationships/tags" Target="../tags/tag306.xml"/><Relationship Id="rId67" Type="http://schemas.openxmlformats.org/officeDocument/2006/relationships/tags" Target="../tags/tag305.xml"/><Relationship Id="rId66" Type="http://schemas.openxmlformats.org/officeDocument/2006/relationships/tags" Target="../tags/tag304.xml"/><Relationship Id="rId65" Type="http://schemas.openxmlformats.org/officeDocument/2006/relationships/tags" Target="../tags/tag303.xml"/><Relationship Id="rId64" Type="http://schemas.openxmlformats.org/officeDocument/2006/relationships/image" Target="../media/image86.svg"/><Relationship Id="rId63" Type="http://schemas.openxmlformats.org/officeDocument/2006/relationships/image" Target="../media/image85.png"/><Relationship Id="rId62" Type="http://schemas.openxmlformats.org/officeDocument/2006/relationships/tags" Target="../tags/tag302.xml"/><Relationship Id="rId61" Type="http://schemas.openxmlformats.org/officeDocument/2006/relationships/tags" Target="../tags/tag301.xml"/><Relationship Id="rId60" Type="http://schemas.openxmlformats.org/officeDocument/2006/relationships/tags" Target="../tags/tag300.xml"/><Relationship Id="rId6" Type="http://schemas.openxmlformats.org/officeDocument/2006/relationships/image" Target="../media/image68.svg"/><Relationship Id="rId59" Type="http://schemas.openxmlformats.org/officeDocument/2006/relationships/tags" Target="../tags/tag299.xml"/><Relationship Id="rId58" Type="http://schemas.openxmlformats.org/officeDocument/2006/relationships/image" Target="../media/image84.svg"/><Relationship Id="rId57" Type="http://schemas.openxmlformats.org/officeDocument/2006/relationships/image" Target="../media/image83.png"/><Relationship Id="rId56" Type="http://schemas.openxmlformats.org/officeDocument/2006/relationships/tags" Target="../tags/tag298.xml"/><Relationship Id="rId55" Type="http://schemas.openxmlformats.org/officeDocument/2006/relationships/tags" Target="../tags/tag297.xml"/><Relationship Id="rId54" Type="http://schemas.openxmlformats.org/officeDocument/2006/relationships/tags" Target="../tags/tag296.xml"/><Relationship Id="rId53" Type="http://schemas.openxmlformats.org/officeDocument/2006/relationships/tags" Target="../tags/tag295.xml"/><Relationship Id="rId52" Type="http://schemas.openxmlformats.org/officeDocument/2006/relationships/image" Target="../media/image82.svg"/><Relationship Id="rId51" Type="http://schemas.openxmlformats.org/officeDocument/2006/relationships/image" Target="../media/image81.png"/><Relationship Id="rId50" Type="http://schemas.openxmlformats.org/officeDocument/2006/relationships/tags" Target="../tags/tag294.xml"/><Relationship Id="rId5" Type="http://schemas.openxmlformats.org/officeDocument/2006/relationships/image" Target="../media/image67.png"/><Relationship Id="rId49" Type="http://schemas.openxmlformats.org/officeDocument/2006/relationships/tags" Target="../tags/tag293.xml"/><Relationship Id="rId48" Type="http://schemas.openxmlformats.org/officeDocument/2006/relationships/tags" Target="../tags/tag292.xml"/><Relationship Id="rId47" Type="http://schemas.openxmlformats.org/officeDocument/2006/relationships/tags" Target="../tags/tag291.xml"/><Relationship Id="rId46" Type="http://schemas.openxmlformats.org/officeDocument/2006/relationships/image" Target="../media/image80.svg"/><Relationship Id="rId45" Type="http://schemas.openxmlformats.org/officeDocument/2006/relationships/image" Target="../media/image79.png"/><Relationship Id="rId44" Type="http://schemas.openxmlformats.org/officeDocument/2006/relationships/tags" Target="../tags/tag290.xml"/><Relationship Id="rId43" Type="http://schemas.openxmlformats.org/officeDocument/2006/relationships/tags" Target="../tags/tag289.xml"/><Relationship Id="rId42" Type="http://schemas.openxmlformats.org/officeDocument/2006/relationships/tags" Target="../tags/tag288.xml"/><Relationship Id="rId41" Type="http://schemas.openxmlformats.org/officeDocument/2006/relationships/tags" Target="../tags/tag287.xml"/><Relationship Id="rId40" Type="http://schemas.openxmlformats.org/officeDocument/2006/relationships/image" Target="../media/image78.svg"/><Relationship Id="rId4" Type="http://schemas.openxmlformats.org/officeDocument/2006/relationships/tags" Target="../tags/tag262.xml"/><Relationship Id="rId39" Type="http://schemas.openxmlformats.org/officeDocument/2006/relationships/image" Target="../media/image77.png"/><Relationship Id="rId38" Type="http://schemas.openxmlformats.org/officeDocument/2006/relationships/tags" Target="../tags/tag286.xml"/><Relationship Id="rId37" Type="http://schemas.openxmlformats.org/officeDocument/2006/relationships/tags" Target="../tags/tag285.xml"/><Relationship Id="rId36" Type="http://schemas.openxmlformats.org/officeDocument/2006/relationships/tags" Target="../tags/tag284.xml"/><Relationship Id="rId35" Type="http://schemas.openxmlformats.org/officeDocument/2006/relationships/tags" Target="../tags/tag283.xml"/><Relationship Id="rId34" Type="http://schemas.openxmlformats.org/officeDocument/2006/relationships/image" Target="../media/image76.svg"/><Relationship Id="rId33" Type="http://schemas.openxmlformats.org/officeDocument/2006/relationships/image" Target="../media/image75.png"/><Relationship Id="rId32" Type="http://schemas.openxmlformats.org/officeDocument/2006/relationships/tags" Target="../tags/tag282.xml"/><Relationship Id="rId31" Type="http://schemas.openxmlformats.org/officeDocument/2006/relationships/tags" Target="../tags/tag281.xml"/><Relationship Id="rId30" Type="http://schemas.openxmlformats.org/officeDocument/2006/relationships/tags" Target="../tags/tag280.xml"/><Relationship Id="rId3" Type="http://schemas.openxmlformats.org/officeDocument/2006/relationships/tags" Target="../tags/tag261.xml"/><Relationship Id="rId29" Type="http://schemas.openxmlformats.org/officeDocument/2006/relationships/tags" Target="../tags/tag279.xml"/><Relationship Id="rId28" Type="http://schemas.openxmlformats.org/officeDocument/2006/relationships/tags" Target="../tags/tag278.xml"/><Relationship Id="rId27" Type="http://schemas.openxmlformats.org/officeDocument/2006/relationships/image" Target="../media/image74.svg"/><Relationship Id="rId26" Type="http://schemas.openxmlformats.org/officeDocument/2006/relationships/image" Target="../media/image73.png"/><Relationship Id="rId25" Type="http://schemas.openxmlformats.org/officeDocument/2006/relationships/tags" Target="../tags/tag277.xml"/><Relationship Id="rId24" Type="http://schemas.openxmlformats.org/officeDocument/2006/relationships/tags" Target="../tags/tag276.xml"/><Relationship Id="rId23" Type="http://schemas.openxmlformats.org/officeDocument/2006/relationships/tags" Target="../tags/tag275.xml"/><Relationship Id="rId22" Type="http://schemas.openxmlformats.org/officeDocument/2006/relationships/tags" Target="../tags/tag274.xml"/><Relationship Id="rId21" Type="http://schemas.openxmlformats.org/officeDocument/2006/relationships/tags" Target="../tags/tag273.xml"/><Relationship Id="rId20" Type="http://schemas.openxmlformats.org/officeDocument/2006/relationships/image" Target="../media/image72.svg"/><Relationship Id="rId2" Type="http://schemas.openxmlformats.org/officeDocument/2006/relationships/tags" Target="../tags/tag260.xml"/><Relationship Id="rId19" Type="http://schemas.openxmlformats.org/officeDocument/2006/relationships/image" Target="../media/image71.png"/><Relationship Id="rId18" Type="http://schemas.openxmlformats.org/officeDocument/2006/relationships/tags" Target="../tags/tag272.xml"/><Relationship Id="rId17" Type="http://schemas.openxmlformats.org/officeDocument/2006/relationships/tags" Target="../tags/tag271.xml"/><Relationship Id="rId16" Type="http://schemas.openxmlformats.org/officeDocument/2006/relationships/tags" Target="../tags/tag270.xml"/><Relationship Id="rId15" Type="http://schemas.openxmlformats.org/officeDocument/2006/relationships/tags" Target="../tags/tag269.xml"/><Relationship Id="rId14" Type="http://schemas.openxmlformats.org/officeDocument/2006/relationships/tags" Target="../tags/tag268.xml"/><Relationship Id="rId13" Type="http://schemas.openxmlformats.org/officeDocument/2006/relationships/image" Target="../media/image70.svg"/><Relationship Id="rId12" Type="http://schemas.openxmlformats.org/officeDocument/2006/relationships/image" Target="../media/image69.png"/><Relationship Id="rId11" Type="http://schemas.openxmlformats.org/officeDocument/2006/relationships/tags" Target="../tags/tag267.xml"/><Relationship Id="rId10" Type="http://schemas.openxmlformats.org/officeDocument/2006/relationships/tags" Target="../tags/tag266.xml"/><Relationship Id="rId1" Type="http://schemas.openxmlformats.org/officeDocument/2006/relationships/tags" Target="../tags/tag25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98.svg"/><Relationship Id="rId8" Type="http://schemas.openxmlformats.org/officeDocument/2006/relationships/image" Target="../media/image97.png"/><Relationship Id="rId74" Type="http://schemas.openxmlformats.org/officeDocument/2006/relationships/notesSlide" Target="../notesSlides/notesSlide10.xml"/><Relationship Id="rId73" Type="http://schemas.openxmlformats.org/officeDocument/2006/relationships/slideLayout" Target="../slideLayouts/slideLayout7.xml"/><Relationship Id="rId72" Type="http://schemas.openxmlformats.org/officeDocument/2006/relationships/tags" Target="../tags/tag374.xml"/><Relationship Id="rId71" Type="http://schemas.openxmlformats.org/officeDocument/2006/relationships/tags" Target="../tags/tag373.xml"/><Relationship Id="rId70" Type="http://schemas.openxmlformats.org/officeDocument/2006/relationships/image" Target="../media/image117.svg"/><Relationship Id="rId7" Type="http://schemas.openxmlformats.org/officeDocument/2006/relationships/tags" Target="../tags/tag331.xml"/><Relationship Id="rId69" Type="http://schemas.openxmlformats.org/officeDocument/2006/relationships/image" Target="../media/image116.png"/><Relationship Id="rId68" Type="http://schemas.openxmlformats.org/officeDocument/2006/relationships/tags" Target="../tags/tag372.xml"/><Relationship Id="rId67" Type="http://schemas.openxmlformats.org/officeDocument/2006/relationships/tags" Target="../tags/tag371.xml"/><Relationship Id="rId66" Type="http://schemas.openxmlformats.org/officeDocument/2006/relationships/tags" Target="../tags/tag370.xml"/><Relationship Id="rId65" Type="http://schemas.openxmlformats.org/officeDocument/2006/relationships/tags" Target="../tags/tag369.xml"/><Relationship Id="rId64" Type="http://schemas.openxmlformats.org/officeDocument/2006/relationships/image" Target="../media/image115.svg"/><Relationship Id="rId63" Type="http://schemas.openxmlformats.org/officeDocument/2006/relationships/image" Target="../media/image114.png"/><Relationship Id="rId62" Type="http://schemas.openxmlformats.org/officeDocument/2006/relationships/tags" Target="../tags/tag368.xml"/><Relationship Id="rId61" Type="http://schemas.openxmlformats.org/officeDocument/2006/relationships/tags" Target="../tags/tag367.xml"/><Relationship Id="rId60" Type="http://schemas.openxmlformats.org/officeDocument/2006/relationships/tags" Target="../tags/tag366.xml"/><Relationship Id="rId6" Type="http://schemas.openxmlformats.org/officeDocument/2006/relationships/tags" Target="../tags/tag330.xml"/><Relationship Id="rId59" Type="http://schemas.openxmlformats.org/officeDocument/2006/relationships/tags" Target="../tags/tag365.xml"/><Relationship Id="rId58" Type="http://schemas.openxmlformats.org/officeDocument/2006/relationships/image" Target="../media/image113.svg"/><Relationship Id="rId57" Type="http://schemas.openxmlformats.org/officeDocument/2006/relationships/image" Target="../media/image112.png"/><Relationship Id="rId56" Type="http://schemas.openxmlformats.org/officeDocument/2006/relationships/tags" Target="../tags/tag364.xml"/><Relationship Id="rId55" Type="http://schemas.openxmlformats.org/officeDocument/2006/relationships/tags" Target="../tags/tag363.xml"/><Relationship Id="rId54" Type="http://schemas.openxmlformats.org/officeDocument/2006/relationships/tags" Target="../tags/tag362.xml"/><Relationship Id="rId53" Type="http://schemas.openxmlformats.org/officeDocument/2006/relationships/tags" Target="../tags/tag361.xml"/><Relationship Id="rId52" Type="http://schemas.openxmlformats.org/officeDocument/2006/relationships/image" Target="../media/image111.svg"/><Relationship Id="rId51" Type="http://schemas.openxmlformats.org/officeDocument/2006/relationships/image" Target="../media/image110.png"/><Relationship Id="rId50" Type="http://schemas.openxmlformats.org/officeDocument/2006/relationships/tags" Target="../tags/tag360.xml"/><Relationship Id="rId5" Type="http://schemas.openxmlformats.org/officeDocument/2006/relationships/tags" Target="../tags/tag329.xml"/><Relationship Id="rId49" Type="http://schemas.openxmlformats.org/officeDocument/2006/relationships/tags" Target="../tags/tag359.xml"/><Relationship Id="rId48" Type="http://schemas.openxmlformats.org/officeDocument/2006/relationships/tags" Target="../tags/tag358.xml"/><Relationship Id="rId47" Type="http://schemas.openxmlformats.org/officeDocument/2006/relationships/tags" Target="../tags/tag357.xml"/><Relationship Id="rId46" Type="http://schemas.openxmlformats.org/officeDocument/2006/relationships/image" Target="../media/image109.svg"/><Relationship Id="rId45" Type="http://schemas.openxmlformats.org/officeDocument/2006/relationships/image" Target="../media/image108.png"/><Relationship Id="rId44" Type="http://schemas.openxmlformats.org/officeDocument/2006/relationships/tags" Target="../tags/tag356.xml"/><Relationship Id="rId43" Type="http://schemas.openxmlformats.org/officeDocument/2006/relationships/tags" Target="../tags/tag355.xml"/><Relationship Id="rId42" Type="http://schemas.openxmlformats.org/officeDocument/2006/relationships/tags" Target="../tags/tag354.xml"/><Relationship Id="rId41" Type="http://schemas.openxmlformats.org/officeDocument/2006/relationships/tags" Target="../tags/tag353.xml"/><Relationship Id="rId40" Type="http://schemas.openxmlformats.org/officeDocument/2006/relationships/image" Target="../media/image107.svg"/><Relationship Id="rId4" Type="http://schemas.openxmlformats.org/officeDocument/2006/relationships/tags" Target="../tags/tag328.xml"/><Relationship Id="rId39" Type="http://schemas.openxmlformats.org/officeDocument/2006/relationships/image" Target="../media/image106.png"/><Relationship Id="rId38" Type="http://schemas.openxmlformats.org/officeDocument/2006/relationships/tags" Target="../tags/tag352.xml"/><Relationship Id="rId37" Type="http://schemas.openxmlformats.org/officeDocument/2006/relationships/tags" Target="../tags/tag351.xml"/><Relationship Id="rId36" Type="http://schemas.openxmlformats.org/officeDocument/2006/relationships/tags" Target="../tags/tag350.xml"/><Relationship Id="rId35" Type="http://schemas.openxmlformats.org/officeDocument/2006/relationships/tags" Target="../tags/tag349.xml"/><Relationship Id="rId34" Type="http://schemas.openxmlformats.org/officeDocument/2006/relationships/image" Target="../media/image105.svg"/><Relationship Id="rId33" Type="http://schemas.openxmlformats.org/officeDocument/2006/relationships/image" Target="../media/image59.png"/><Relationship Id="rId32" Type="http://schemas.openxmlformats.org/officeDocument/2006/relationships/tags" Target="../tags/tag348.xml"/><Relationship Id="rId31" Type="http://schemas.openxmlformats.org/officeDocument/2006/relationships/tags" Target="../tags/tag347.xml"/><Relationship Id="rId30" Type="http://schemas.openxmlformats.org/officeDocument/2006/relationships/tags" Target="../tags/tag346.xml"/><Relationship Id="rId3" Type="http://schemas.openxmlformats.org/officeDocument/2006/relationships/tags" Target="../tags/tag327.xml"/><Relationship Id="rId29" Type="http://schemas.openxmlformats.org/officeDocument/2006/relationships/tags" Target="../tags/tag345.xml"/><Relationship Id="rId28" Type="http://schemas.openxmlformats.org/officeDocument/2006/relationships/tags" Target="../tags/tag344.xml"/><Relationship Id="rId27" Type="http://schemas.openxmlformats.org/officeDocument/2006/relationships/image" Target="../media/image104.svg"/><Relationship Id="rId26" Type="http://schemas.openxmlformats.org/officeDocument/2006/relationships/image" Target="../media/image103.png"/><Relationship Id="rId25" Type="http://schemas.openxmlformats.org/officeDocument/2006/relationships/tags" Target="../tags/tag343.xml"/><Relationship Id="rId24" Type="http://schemas.openxmlformats.org/officeDocument/2006/relationships/tags" Target="../tags/tag342.xml"/><Relationship Id="rId23" Type="http://schemas.openxmlformats.org/officeDocument/2006/relationships/tags" Target="../tags/tag341.xml"/><Relationship Id="rId22" Type="http://schemas.openxmlformats.org/officeDocument/2006/relationships/tags" Target="../tags/tag340.xml"/><Relationship Id="rId21" Type="http://schemas.openxmlformats.org/officeDocument/2006/relationships/image" Target="../media/image102.svg"/><Relationship Id="rId20" Type="http://schemas.openxmlformats.org/officeDocument/2006/relationships/image" Target="../media/image101.png"/><Relationship Id="rId2" Type="http://schemas.openxmlformats.org/officeDocument/2006/relationships/tags" Target="../tags/tag326.xml"/><Relationship Id="rId19" Type="http://schemas.openxmlformats.org/officeDocument/2006/relationships/tags" Target="../tags/tag339.xml"/><Relationship Id="rId18" Type="http://schemas.openxmlformats.org/officeDocument/2006/relationships/tags" Target="../tags/tag338.xml"/><Relationship Id="rId17" Type="http://schemas.openxmlformats.org/officeDocument/2006/relationships/tags" Target="../tags/tag337.xml"/><Relationship Id="rId16" Type="http://schemas.openxmlformats.org/officeDocument/2006/relationships/tags" Target="../tags/tag336.xml"/><Relationship Id="rId15" Type="http://schemas.openxmlformats.org/officeDocument/2006/relationships/image" Target="../media/image100.svg"/><Relationship Id="rId14" Type="http://schemas.openxmlformats.org/officeDocument/2006/relationships/image" Target="../media/image99.png"/><Relationship Id="rId13" Type="http://schemas.openxmlformats.org/officeDocument/2006/relationships/tags" Target="../tags/tag335.xml"/><Relationship Id="rId12" Type="http://schemas.openxmlformats.org/officeDocument/2006/relationships/tags" Target="../tags/tag334.xml"/><Relationship Id="rId11" Type="http://schemas.openxmlformats.org/officeDocument/2006/relationships/tags" Target="../tags/tag333.xml"/><Relationship Id="rId10" Type="http://schemas.openxmlformats.org/officeDocument/2006/relationships/tags" Target="../tags/tag332.xml"/><Relationship Id="rId1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81.xml"/><Relationship Id="rId8" Type="http://schemas.openxmlformats.org/officeDocument/2006/relationships/image" Target="../media/image119.svg"/><Relationship Id="rId7" Type="http://schemas.openxmlformats.org/officeDocument/2006/relationships/image" Target="../media/image118.png"/><Relationship Id="rId6" Type="http://schemas.openxmlformats.org/officeDocument/2006/relationships/tags" Target="../tags/tag380.xml"/><Relationship Id="rId54" Type="http://schemas.openxmlformats.org/officeDocument/2006/relationships/notesSlide" Target="../notesSlides/notesSlide11.xml"/><Relationship Id="rId53" Type="http://schemas.openxmlformats.org/officeDocument/2006/relationships/slideLayout" Target="../slideLayouts/slideLayout7.xml"/><Relationship Id="rId52" Type="http://schemas.openxmlformats.org/officeDocument/2006/relationships/tags" Target="../tags/tag412.xml"/><Relationship Id="rId51" Type="http://schemas.openxmlformats.org/officeDocument/2006/relationships/tags" Target="../tags/tag411.xml"/><Relationship Id="rId50" Type="http://schemas.openxmlformats.org/officeDocument/2006/relationships/image" Target="../media/image131.svg"/><Relationship Id="rId5" Type="http://schemas.openxmlformats.org/officeDocument/2006/relationships/tags" Target="../tags/tag379.xml"/><Relationship Id="rId49" Type="http://schemas.openxmlformats.org/officeDocument/2006/relationships/image" Target="../media/image130.png"/><Relationship Id="rId48" Type="http://schemas.openxmlformats.org/officeDocument/2006/relationships/tags" Target="../tags/tag410.xml"/><Relationship Id="rId47" Type="http://schemas.openxmlformats.org/officeDocument/2006/relationships/tags" Target="../tags/tag409.xml"/><Relationship Id="rId46" Type="http://schemas.openxmlformats.org/officeDocument/2006/relationships/tags" Target="../tags/tag408.xml"/><Relationship Id="rId45" Type="http://schemas.openxmlformats.org/officeDocument/2006/relationships/tags" Target="../tags/tag407.xml"/><Relationship Id="rId44" Type="http://schemas.openxmlformats.org/officeDocument/2006/relationships/tags" Target="../tags/tag406.xml"/><Relationship Id="rId43" Type="http://schemas.openxmlformats.org/officeDocument/2006/relationships/image" Target="../media/image129.svg"/><Relationship Id="rId42" Type="http://schemas.openxmlformats.org/officeDocument/2006/relationships/image" Target="../media/image128.png"/><Relationship Id="rId41" Type="http://schemas.openxmlformats.org/officeDocument/2006/relationships/tags" Target="../tags/tag405.xml"/><Relationship Id="rId40" Type="http://schemas.openxmlformats.org/officeDocument/2006/relationships/tags" Target="../tags/tag404.xml"/><Relationship Id="rId4" Type="http://schemas.openxmlformats.org/officeDocument/2006/relationships/tags" Target="../tags/tag378.xml"/><Relationship Id="rId39" Type="http://schemas.openxmlformats.org/officeDocument/2006/relationships/tags" Target="../tags/tag403.xml"/><Relationship Id="rId38" Type="http://schemas.openxmlformats.org/officeDocument/2006/relationships/tags" Target="../tags/tag402.xml"/><Relationship Id="rId37" Type="http://schemas.openxmlformats.org/officeDocument/2006/relationships/tags" Target="../tags/tag401.xml"/><Relationship Id="rId36" Type="http://schemas.openxmlformats.org/officeDocument/2006/relationships/image" Target="../media/image127.svg"/><Relationship Id="rId35" Type="http://schemas.openxmlformats.org/officeDocument/2006/relationships/image" Target="../media/image126.png"/><Relationship Id="rId34" Type="http://schemas.openxmlformats.org/officeDocument/2006/relationships/tags" Target="../tags/tag400.xml"/><Relationship Id="rId33" Type="http://schemas.openxmlformats.org/officeDocument/2006/relationships/tags" Target="../tags/tag399.xml"/><Relationship Id="rId32" Type="http://schemas.openxmlformats.org/officeDocument/2006/relationships/tags" Target="../tags/tag398.xml"/><Relationship Id="rId31" Type="http://schemas.openxmlformats.org/officeDocument/2006/relationships/tags" Target="../tags/tag397.xml"/><Relationship Id="rId30" Type="http://schemas.openxmlformats.org/officeDocument/2006/relationships/tags" Target="../tags/tag396.xml"/><Relationship Id="rId3" Type="http://schemas.openxmlformats.org/officeDocument/2006/relationships/tags" Target="../tags/tag377.xml"/><Relationship Id="rId29" Type="http://schemas.openxmlformats.org/officeDocument/2006/relationships/image" Target="../media/image125.svg"/><Relationship Id="rId28" Type="http://schemas.openxmlformats.org/officeDocument/2006/relationships/image" Target="../media/image124.png"/><Relationship Id="rId27" Type="http://schemas.openxmlformats.org/officeDocument/2006/relationships/tags" Target="../tags/tag395.xml"/><Relationship Id="rId26" Type="http://schemas.openxmlformats.org/officeDocument/2006/relationships/tags" Target="../tags/tag394.xml"/><Relationship Id="rId25" Type="http://schemas.openxmlformats.org/officeDocument/2006/relationships/tags" Target="../tags/tag393.xml"/><Relationship Id="rId24" Type="http://schemas.openxmlformats.org/officeDocument/2006/relationships/tags" Target="../tags/tag392.xml"/><Relationship Id="rId23" Type="http://schemas.openxmlformats.org/officeDocument/2006/relationships/tags" Target="../tags/tag391.xml"/><Relationship Id="rId22" Type="http://schemas.openxmlformats.org/officeDocument/2006/relationships/image" Target="../media/image123.svg"/><Relationship Id="rId21" Type="http://schemas.openxmlformats.org/officeDocument/2006/relationships/image" Target="../media/image122.png"/><Relationship Id="rId20" Type="http://schemas.openxmlformats.org/officeDocument/2006/relationships/tags" Target="../tags/tag390.xml"/><Relationship Id="rId2" Type="http://schemas.openxmlformats.org/officeDocument/2006/relationships/tags" Target="../tags/tag376.xml"/><Relationship Id="rId19" Type="http://schemas.openxmlformats.org/officeDocument/2006/relationships/tags" Target="../tags/tag389.xml"/><Relationship Id="rId18" Type="http://schemas.openxmlformats.org/officeDocument/2006/relationships/tags" Target="../tags/tag388.xml"/><Relationship Id="rId17" Type="http://schemas.openxmlformats.org/officeDocument/2006/relationships/tags" Target="../tags/tag387.xml"/><Relationship Id="rId16" Type="http://schemas.openxmlformats.org/officeDocument/2006/relationships/tags" Target="../tags/tag386.xml"/><Relationship Id="rId15" Type="http://schemas.openxmlformats.org/officeDocument/2006/relationships/image" Target="../media/image121.svg"/><Relationship Id="rId14" Type="http://schemas.openxmlformats.org/officeDocument/2006/relationships/image" Target="../media/image120.png"/><Relationship Id="rId13" Type="http://schemas.openxmlformats.org/officeDocument/2006/relationships/tags" Target="../tags/tag385.xml"/><Relationship Id="rId12" Type="http://schemas.openxmlformats.org/officeDocument/2006/relationships/tags" Target="../tags/tag384.xml"/><Relationship Id="rId11" Type="http://schemas.openxmlformats.org/officeDocument/2006/relationships/tags" Target="../tags/tag383.xml"/><Relationship Id="rId10" Type="http://schemas.openxmlformats.org/officeDocument/2006/relationships/tags" Target="../tags/tag382.xml"/><Relationship Id="rId1" Type="http://schemas.openxmlformats.org/officeDocument/2006/relationships/tags" Target="../tags/tag375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417.xml"/><Relationship Id="rId4" Type="http://schemas.openxmlformats.org/officeDocument/2006/relationships/tags" Target="../tags/tag416.xml"/><Relationship Id="rId3" Type="http://schemas.openxmlformats.org/officeDocument/2006/relationships/tags" Target="../tags/tag415.xml"/><Relationship Id="rId2" Type="http://schemas.openxmlformats.org/officeDocument/2006/relationships/tags" Target="../tags/tag414.xml"/><Relationship Id="rId1" Type="http://schemas.openxmlformats.org/officeDocument/2006/relationships/tags" Target="../tags/tag413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424.xml"/><Relationship Id="rId8" Type="http://schemas.openxmlformats.org/officeDocument/2006/relationships/tags" Target="../tags/tag423.xml"/><Relationship Id="rId7" Type="http://schemas.openxmlformats.org/officeDocument/2006/relationships/tags" Target="../tags/tag422.xml"/><Relationship Id="rId67" Type="http://schemas.openxmlformats.org/officeDocument/2006/relationships/notesSlide" Target="../notesSlides/notesSlide13.xml"/><Relationship Id="rId66" Type="http://schemas.openxmlformats.org/officeDocument/2006/relationships/slideLayout" Target="../slideLayouts/slideLayout7.xml"/><Relationship Id="rId65" Type="http://schemas.openxmlformats.org/officeDocument/2006/relationships/tags" Target="../tags/tag458.xml"/><Relationship Id="rId64" Type="http://schemas.openxmlformats.org/officeDocument/2006/relationships/image" Target="../media/image154.svg"/><Relationship Id="rId63" Type="http://schemas.openxmlformats.org/officeDocument/2006/relationships/image" Target="../media/image153.png"/><Relationship Id="rId62" Type="http://schemas.openxmlformats.org/officeDocument/2006/relationships/tags" Target="../tags/tag457.xml"/><Relationship Id="rId61" Type="http://schemas.openxmlformats.org/officeDocument/2006/relationships/tags" Target="../tags/tag456.xml"/><Relationship Id="rId60" Type="http://schemas.openxmlformats.org/officeDocument/2006/relationships/tags" Target="../tags/tag455.xml"/><Relationship Id="rId6" Type="http://schemas.openxmlformats.org/officeDocument/2006/relationships/image" Target="../media/image133.svg"/><Relationship Id="rId59" Type="http://schemas.openxmlformats.org/officeDocument/2006/relationships/image" Target="../media/image152.svg"/><Relationship Id="rId58" Type="http://schemas.openxmlformats.org/officeDocument/2006/relationships/image" Target="../media/image151.png"/><Relationship Id="rId57" Type="http://schemas.openxmlformats.org/officeDocument/2006/relationships/tags" Target="../tags/tag454.xml"/><Relationship Id="rId56" Type="http://schemas.openxmlformats.org/officeDocument/2006/relationships/tags" Target="../tags/tag453.xml"/><Relationship Id="rId55" Type="http://schemas.openxmlformats.org/officeDocument/2006/relationships/tags" Target="../tags/tag452.xml"/><Relationship Id="rId54" Type="http://schemas.openxmlformats.org/officeDocument/2006/relationships/image" Target="../media/image150.svg"/><Relationship Id="rId53" Type="http://schemas.openxmlformats.org/officeDocument/2006/relationships/image" Target="../media/image149.png"/><Relationship Id="rId52" Type="http://schemas.openxmlformats.org/officeDocument/2006/relationships/tags" Target="../tags/tag451.xml"/><Relationship Id="rId51" Type="http://schemas.openxmlformats.org/officeDocument/2006/relationships/tags" Target="../tags/tag450.xml"/><Relationship Id="rId50" Type="http://schemas.openxmlformats.org/officeDocument/2006/relationships/tags" Target="../tags/tag449.xml"/><Relationship Id="rId5" Type="http://schemas.openxmlformats.org/officeDocument/2006/relationships/image" Target="../media/image132.png"/><Relationship Id="rId49" Type="http://schemas.openxmlformats.org/officeDocument/2006/relationships/tags" Target="../tags/tag448.xml"/><Relationship Id="rId48" Type="http://schemas.openxmlformats.org/officeDocument/2006/relationships/image" Target="../media/image148.svg"/><Relationship Id="rId47" Type="http://schemas.openxmlformats.org/officeDocument/2006/relationships/image" Target="../media/image147.png"/><Relationship Id="rId46" Type="http://schemas.openxmlformats.org/officeDocument/2006/relationships/tags" Target="../tags/tag447.xml"/><Relationship Id="rId45" Type="http://schemas.openxmlformats.org/officeDocument/2006/relationships/tags" Target="../tags/tag446.xml"/><Relationship Id="rId44" Type="http://schemas.openxmlformats.org/officeDocument/2006/relationships/tags" Target="../tags/tag445.xml"/><Relationship Id="rId43" Type="http://schemas.openxmlformats.org/officeDocument/2006/relationships/image" Target="../media/image146.svg"/><Relationship Id="rId42" Type="http://schemas.openxmlformats.org/officeDocument/2006/relationships/image" Target="../media/image145.png"/><Relationship Id="rId41" Type="http://schemas.openxmlformats.org/officeDocument/2006/relationships/tags" Target="../tags/tag444.xml"/><Relationship Id="rId40" Type="http://schemas.openxmlformats.org/officeDocument/2006/relationships/tags" Target="../tags/tag443.xml"/><Relationship Id="rId4" Type="http://schemas.openxmlformats.org/officeDocument/2006/relationships/tags" Target="../tags/tag421.xml"/><Relationship Id="rId39" Type="http://schemas.openxmlformats.org/officeDocument/2006/relationships/tags" Target="../tags/tag442.xml"/><Relationship Id="rId38" Type="http://schemas.openxmlformats.org/officeDocument/2006/relationships/image" Target="../media/image144.svg"/><Relationship Id="rId37" Type="http://schemas.openxmlformats.org/officeDocument/2006/relationships/image" Target="../media/image143.png"/><Relationship Id="rId36" Type="http://schemas.openxmlformats.org/officeDocument/2006/relationships/tags" Target="../tags/tag441.xml"/><Relationship Id="rId35" Type="http://schemas.openxmlformats.org/officeDocument/2006/relationships/tags" Target="../tags/tag440.xml"/><Relationship Id="rId34" Type="http://schemas.openxmlformats.org/officeDocument/2006/relationships/tags" Target="../tags/tag439.xml"/><Relationship Id="rId33" Type="http://schemas.openxmlformats.org/officeDocument/2006/relationships/tags" Target="../tags/tag438.xml"/><Relationship Id="rId32" Type="http://schemas.openxmlformats.org/officeDocument/2006/relationships/image" Target="../media/image142.svg"/><Relationship Id="rId31" Type="http://schemas.openxmlformats.org/officeDocument/2006/relationships/image" Target="../media/image141.png"/><Relationship Id="rId30" Type="http://schemas.openxmlformats.org/officeDocument/2006/relationships/tags" Target="../tags/tag437.xml"/><Relationship Id="rId3" Type="http://schemas.openxmlformats.org/officeDocument/2006/relationships/tags" Target="../tags/tag420.xml"/><Relationship Id="rId29" Type="http://schemas.openxmlformats.org/officeDocument/2006/relationships/tags" Target="../tags/tag436.xml"/><Relationship Id="rId28" Type="http://schemas.openxmlformats.org/officeDocument/2006/relationships/tags" Target="../tags/tag435.xml"/><Relationship Id="rId27" Type="http://schemas.openxmlformats.org/officeDocument/2006/relationships/image" Target="../media/image140.svg"/><Relationship Id="rId26" Type="http://schemas.openxmlformats.org/officeDocument/2006/relationships/image" Target="../media/image139.png"/><Relationship Id="rId25" Type="http://schemas.openxmlformats.org/officeDocument/2006/relationships/tags" Target="../tags/tag434.xml"/><Relationship Id="rId24" Type="http://schemas.openxmlformats.org/officeDocument/2006/relationships/tags" Target="../tags/tag433.xml"/><Relationship Id="rId23" Type="http://schemas.openxmlformats.org/officeDocument/2006/relationships/tags" Target="../tags/tag432.xml"/><Relationship Id="rId22" Type="http://schemas.openxmlformats.org/officeDocument/2006/relationships/image" Target="../media/image138.svg"/><Relationship Id="rId21" Type="http://schemas.openxmlformats.org/officeDocument/2006/relationships/image" Target="../media/image137.png"/><Relationship Id="rId20" Type="http://schemas.openxmlformats.org/officeDocument/2006/relationships/tags" Target="../tags/tag431.xml"/><Relationship Id="rId2" Type="http://schemas.openxmlformats.org/officeDocument/2006/relationships/tags" Target="../tags/tag419.xml"/><Relationship Id="rId19" Type="http://schemas.openxmlformats.org/officeDocument/2006/relationships/tags" Target="../tags/tag430.xml"/><Relationship Id="rId18" Type="http://schemas.openxmlformats.org/officeDocument/2006/relationships/tags" Target="../tags/tag429.xml"/><Relationship Id="rId17" Type="http://schemas.openxmlformats.org/officeDocument/2006/relationships/tags" Target="../tags/tag428.xml"/><Relationship Id="rId16" Type="http://schemas.openxmlformats.org/officeDocument/2006/relationships/image" Target="../media/image136.svg"/><Relationship Id="rId15" Type="http://schemas.openxmlformats.org/officeDocument/2006/relationships/image" Target="../media/image135.png"/><Relationship Id="rId14" Type="http://schemas.openxmlformats.org/officeDocument/2006/relationships/tags" Target="../tags/tag427.xml"/><Relationship Id="rId13" Type="http://schemas.openxmlformats.org/officeDocument/2006/relationships/tags" Target="../tags/tag426.xml"/><Relationship Id="rId12" Type="http://schemas.openxmlformats.org/officeDocument/2006/relationships/tags" Target="../tags/tag425.xml"/><Relationship Id="rId11" Type="http://schemas.openxmlformats.org/officeDocument/2006/relationships/image" Target="../media/image119.svg"/><Relationship Id="rId10" Type="http://schemas.openxmlformats.org/officeDocument/2006/relationships/image" Target="../media/image134.png"/><Relationship Id="rId1" Type="http://schemas.openxmlformats.org/officeDocument/2006/relationships/tags" Target="../tags/tag418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65.xml"/><Relationship Id="rId8" Type="http://schemas.openxmlformats.org/officeDocument/2006/relationships/tags" Target="../tags/tag464.xml"/><Relationship Id="rId70" Type="http://schemas.openxmlformats.org/officeDocument/2006/relationships/notesSlide" Target="../notesSlides/notesSlide14.xml"/><Relationship Id="rId7" Type="http://schemas.openxmlformats.org/officeDocument/2006/relationships/tags" Target="../tags/tag463.xml"/><Relationship Id="rId69" Type="http://schemas.openxmlformats.org/officeDocument/2006/relationships/slideLayout" Target="../slideLayouts/slideLayout7.xml"/><Relationship Id="rId68" Type="http://schemas.openxmlformats.org/officeDocument/2006/relationships/tags" Target="../tags/tag502.xml"/><Relationship Id="rId67" Type="http://schemas.openxmlformats.org/officeDocument/2006/relationships/tags" Target="../tags/tag501.xml"/><Relationship Id="rId66" Type="http://schemas.openxmlformats.org/officeDocument/2006/relationships/image" Target="../media/image177.svg"/><Relationship Id="rId65" Type="http://schemas.openxmlformats.org/officeDocument/2006/relationships/image" Target="../media/image176.png"/><Relationship Id="rId64" Type="http://schemas.openxmlformats.org/officeDocument/2006/relationships/tags" Target="../tags/tag500.xml"/><Relationship Id="rId63" Type="http://schemas.openxmlformats.org/officeDocument/2006/relationships/tags" Target="../tags/tag499.xml"/><Relationship Id="rId62" Type="http://schemas.openxmlformats.org/officeDocument/2006/relationships/tags" Target="../tags/tag498.xml"/><Relationship Id="rId61" Type="http://schemas.openxmlformats.org/officeDocument/2006/relationships/image" Target="../media/image175.svg"/><Relationship Id="rId60" Type="http://schemas.openxmlformats.org/officeDocument/2006/relationships/image" Target="../media/image174.png"/><Relationship Id="rId6" Type="http://schemas.openxmlformats.org/officeDocument/2006/relationships/image" Target="../media/image156.svg"/><Relationship Id="rId59" Type="http://schemas.openxmlformats.org/officeDocument/2006/relationships/tags" Target="../tags/tag497.xml"/><Relationship Id="rId58" Type="http://schemas.openxmlformats.org/officeDocument/2006/relationships/tags" Target="../tags/tag496.xml"/><Relationship Id="rId57" Type="http://schemas.openxmlformats.org/officeDocument/2006/relationships/tags" Target="../tags/tag495.xml"/><Relationship Id="rId56" Type="http://schemas.openxmlformats.org/officeDocument/2006/relationships/image" Target="../media/image173.svg"/><Relationship Id="rId55" Type="http://schemas.openxmlformats.org/officeDocument/2006/relationships/image" Target="../media/image172.png"/><Relationship Id="rId54" Type="http://schemas.openxmlformats.org/officeDocument/2006/relationships/tags" Target="../tags/tag494.xml"/><Relationship Id="rId53" Type="http://schemas.openxmlformats.org/officeDocument/2006/relationships/tags" Target="../tags/tag493.xml"/><Relationship Id="rId52" Type="http://schemas.openxmlformats.org/officeDocument/2006/relationships/tags" Target="../tags/tag492.xml"/><Relationship Id="rId51" Type="http://schemas.openxmlformats.org/officeDocument/2006/relationships/image" Target="../media/image171.svg"/><Relationship Id="rId50" Type="http://schemas.openxmlformats.org/officeDocument/2006/relationships/image" Target="../media/image170.png"/><Relationship Id="rId5" Type="http://schemas.openxmlformats.org/officeDocument/2006/relationships/image" Target="../media/image155.png"/><Relationship Id="rId49" Type="http://schemas.openxmlformats.org/officeDocument/2006/relationships/tags" Target="../tags/tag491.xml"/><Relationship Id="rId48" Type="http://schemas.openxmlformats.org/officeDocument/2006/relationships/tags" Target="../tags/tag490.xml"/><Relationship Id="rId47" Type="http://schemas.openxmlformats.org/officeDocument/2006/relationships/tags" Target="../tags/tag489.xml"/><Relationship Id="rId46" Type="http://schemas.openxmlformats.org/officeDocument/2006/relationships/image" Target="../media/image169.svg"/><Relationship Id="rId45" Type="http://schemas.openxmlformats.org/officeDocument/2006/relationships/image" Target="../media/image168.png"/><Relationship Id="rId44" Type="http://schemas.openxmlformats.org/officeDocument/2006/relationships/tags" Target="../tags/tag488.xml"/><Relationship Id="rId43" Type="http://schemas.openxmlformats.org/officeDocument/2006/relationships/tags" Target="../tags/tag487.xml"/><Relationship Id="rId42" Type="http://schemas.openxmlformats.org/officeDocument/2006/relationships/tags" Target="../tags/tag486.xml"/><Relationship Id="rId41" Type="http://schemas.openxmlformats.org/officeDocument/2006/relationships/image" Target="../media/image167.svg"/><Relationship Id="rId40" Type="http://schemas.openxmlformats.org/officeDocument/2006/relationships/image" Target="../media/image166.png"/><Relationship Id="rId4" Type="http://schemas.openxmlformats.org/officeDocument/2006/relationships/tags" Target="../tags/tag462.xml"/><Relationship Id="rId39" Type="http://schemas.openxmlformats.org/officeDocument/2006/relationships/tags" Target="../tags/tag485.xml"/><Relationship Id="rId38" Type="http://schemas.openxmlformats.org/officeDocument/2006/relationships/tags" Target="../tags/tag484.xml"/><Relationship Id="rId37" Type="http://schemas.openxmlformats.org/officeDocument/2006/relationships/tags" Target="../tags/tag483.xml"/><Relationship Id="rId36" Type="http://schemas.openxmlformats.org/officeDocument/2006/relationships/image" Target="../media/image165.svg"/><Relationship Id="rId35" Type="http://schemas.openxmlformats.org/officeDocument/2006/relationships/image" Target="../media/image164.png"/><Relationship Id="rId34" Type="http://schemas.openxmlformats.org/officeDocument/2006/relationships/tags" Target="../tags/tag482.xml"/><Relationship Id="rId33" Type="http://schemas.openxmlformats.org/officeDocument/2006/relationships/tags" Target="../tags/tag481.xml"/><Relationship Id="rId32" Type="http://schemas.openxmlformats.org/officeDocument/2006/relationships/tags" Target="../tags/tag480.xml"/><Relationship Id="rId31" Type="http://schemas.openxmlformats.org/officeDocument/2006/relationships/tags" Target="../tags/tag479.xml"/><Relationship Id="rId30" Type="http://schemas.openxmlformats.org/officeDocument/2006/relationships/tags" Target="../tags/tag478.xml"/><Relationship Id="rId3" Type="http://schemas.openxmlformats.org/officeDocument/2006/relationships/tags" Target="../tags/tag461.xml"/><Relationship Id="rId29" Type="http://schemas.openxmlformats.org/officeDocument/2006/relationships/image" Target="../media/image131.svg"/><Relationship Id="rId28" Type="http://schemas.openxmlformats.org/officeDocument/2006/relationships/image" Target="../media/image163.png"/><Relationship Id="rId27" Type="http://schemas.openxmlformats.org/officeDocument/2006/relationships/tags" Target="../tags/tag477.xml"/><Relationship Id="rId26" Type="http://schemas.openxmlformats.org/officeDocument/2006/relationships/tags" Target="../tags/tag476.xml"/><Relationship Id="rId25" Type="http://schemas.openxmlformats.org/officeDocument/2006/relationships/tags" Target="../tags/tag475.xml"/><Relationship Id="rId24" Type="http://schemas.openxmlformats.org/officeDocument/2006/relationships/tags" Target="../tags/tag474.xml"/><Relationship Id="rId23" Type="http://schemas.openxmlformats.org/officeDocument/2006/relationships/image" Target="../media/image162.svg"/><Relationship Id="rId22" Type="http://schemas.openxmlformats.org/officeDocument/2006/relationships/image" Target="../media/image161.png"/><Relationship Id="rId21" Type="http://schemas.openxmlformats.org/officeDocument/2006/relationships/tags" Target="../tags/tag473.xml"/><Relationship Id="rId20" Type="http://schemas.openxmlformats.org/officeDocument/2006/relationships/tags" Target="../tags/tag472.xml"/><Relationship Id="rId2" Type="http://schemas.openxmlformats.org/officeDocument/2006/relationships/tags" Target="../tags/tag460.xml"/><Relationship Id="rId19" Type="http://schemas.openxmlformats.org/officeDocument/2006/relationships/tags" Target="../tags/tag471.xml"/><Relationship Id="rId18" Type="http://schemas.openxmlformats.org/officeDocument/2006/relationships/tags" Target="../tags/tag470.xml"/><Relationship Id="rId17" Type="http://schemas.openxmlformats.org/officeDocument/2006/relationships/image" Target="../media/image160.svg"/><Relationship Id="rId16" Type="http://schemas.openxmlformats.org/officeDocument/2006/relationships/image" Target="../media/image159.png"/><Relationship Id="rId15" Type="http://schemas.openxmlformats.org/officeDocument/2006/relationships/tags" Target="../tags/tag469.xml"/><Relationship Id="rId14" Type="http://schemas.openxmlformats.org/officeDocument/2006/relationships/tags" Target="../tags/tag468.xml"/><Relationship Id="rId13" Type="http://schemas.openxmlformats.org/officeDocument/2006/relationships/tags" Target="../tags/tag467.xml"/><Relationship Id="rId12" Type="http://schemas.openxmlformats.org/officeDocument/2006/relationships/image" Target="../media/image158.svg"/><Relationship Id="rId11" Type="http://schemas.openxmlformats.org/officeDocument/2006/relationships/image" Target="../media/image157.png"/><Relationship Id="rId10" Type="http://schemas.openxmlformats.org/officeDocument/2006/relationships/tags" Target="../tags/tag466.xml"/><Relationship Id="rId1" Type="http://schemas.openxmlformats.org/officeDocument/2006/relationships/tags" Target="../tags/tag459.xml"/></Relationships>
</file>

<file path=ppt/slides/_rels/slide15.xml.rels><?xml version="1.0" encoding="UTF-8" standalone="yes"?>
<Relationships xmlns="http://schemas.openxmlformats.org/package/2006/relationships"><Relationship Id="rId92" Type="http://schemas.openxmlformats.org/officeDocument/2006/relationships/notesSlide" Target="../notesSlides/notesSlide15.xml"/><Relationship Id="rId91" Type="http://schemas.openxmlformats.org/officeDocument/2006/relationships/slideLayout" Target="../slideLayouts/slideLayout7.xml"/><Relationship Id="rId90" Type="http://schemas.openxmlformats.org/officeDocument/2006/relationships/tags" Target="../tags/tag574.xml"/><Relationship Id="rId9" Type="http://schemas.openxmlformats.org/officeDocument/2006/relationships/tags" Target="../tags/tag509.xml"/><Relationship Id="rId89" Type="http://schemas.openxmlformats.org/officeDocument/2006/relationships/tags" Target="../tags/tag573.xml"/><Relationship Id="rId88" Type="http://schemas.openxmlformats.org/officeDocument/2006/relationships/image" Target="../media/image26.svg"/><Relationship Id="rId87" Type="http://schemas.openxmlformats.org/officeDocument/2006/relationships/image" Target="../media/image191.png"/><Relationship Id="rId86" Type="http://schemas.openxmlformats.org/officeDocument/2006/relationships/tags" Target="../tags/tag572.xml"/><Relationship Id="rId85" Type="http://schemas.openxmlformats.org/officeDocument/2006/relationships/tags" Target="../tags/tag571.xml"/><Relationship Id="rId84" Type="http://schemas.openxmlformats.org/officeDocument/2006/relationships/tags" Target="../tags/tag570.xml"/><Relationship Id="rId83" Type="http://schemas.openxmlformats.org/officeDocument/2006/relationships/tags" Target="../tags/tag569.xml"/><Relationship Id="rId82" Type="http://schemas.openxmlformats.org/officeDocument/2006/relationships/tags" Target="../tags/tag568.xml"/><Relationship Id="rId81" Type="http://schemas.openxmlformats.org/officeDocument/2006/relationships/image" Target="../media/image190.svg"/><Relationship Id="rId80" Type="http://schemas.openxmlformats.org/officeDocument/2006/relationships/image" Target="../media/image189.png"/><Relationship Id="rId8" Type="http://schemas.openxmlformats.org/officeDocument/2006/relationships/tags" Target="../tags/tag508.xml"/><Relationship Id="rId79" Type="http://schemas.openxmlformats.org/officeDocument/2006/relationships/tags" Target="../tags/tag567.xml"/><Relationship Id="rId78" Type="http://schemas.openxmlformats.org/officeDocument/2006/relationships/tags" Target="../tags/tag566.xml"/><Relationship Id="rId77" Type="http://schemas.openxmlformats.org/officeDocument/2006/relationships/tags" Target="../tags/tag565.xml"/><Relationship Id="rId76" Type="http://schemas.openxmlformats.org/officeDocument/2006/relationships/tags" Target="../tags/tag564.xml"/><Relationship Id="rId75" Type="http://schemas.openxmlformats.org/officeDocument/2006/relationships/tags" Target="../tags/tag563.xml"/><Relationship Id="rId74" Type="http://schemas.openxmlformats.org/officeDocument/2006/relationships/image" Target="../media/image32.svg"/><Relationship Id="rId73" Type="http://schemas.openxmlformats.org/officeDocument/2006/relationships/image" Target="../media/image188.png"/><Relationship Id="rId72" Type="http://schemas.openxmlformats.org/officeDocument/2006/relationships/tags" Target="../tags/tag562.xml"/><Relationship Id="rId71" Type="http://schemas.openxmlformats.org/officeDocument/2006/relationships/tags" Target="../tags/tag561.xml"/><Relationship Id="rId70" Type="http://schemas.openxmlformats.org/officeDocument/2006/relationships/tags" Target="../tags/tag560.xml"/><Relationship Id="rId7" Type="http://schemas.openxmlformats.org/officeDocument/2006/relationships/tags" Target="../tags/tag507.xml"/><Relationship Id="rId69" Type="http://schemas.openxmlformats.org/officeDocument/2006/relationships/tags" Target="../tags/tag559.xml"/><Relationship Id="rId68" Type="http://schemas.openxmlformats.org/officeDocument/2006/relationships/tags" Target="../tags/tag558.xml"/><Relationship Id="rId67" Type="http://schemas.openxmlformats.org/officeDocument/2006/relationships/image" Target="../media/image187.svg"/><Relationship Id="rId66" Type="http://schemas.openxmlformats.org/officeDocument/2006/relationships/image" Target="../media/image186.png"/><Relationship Id="rId65" Type="http://schemas.openxmlformats.org/officeDocument/2006/relationships/tags" Target="../tags/tag557.xml"/><Relationship Id="rId64" Type="http://schemas.openxmlformats.org/officeDocument/2006/relationships/tags" Target="../tags/tag556.xml"/><Relationship Id="rId63" Type="http://schemas.openxmlformats.org/officeDocument/2006/relationships/tags" Target="../tags/tag555.xml"/><Relationship Id="rId62" Type="http://schemas.openxmlformats.org/officeDocument/2006/relationships/tags" Target="../tags/tag554.xml"/><Relationship Id="rId61" Type="http://schemas.openxmlformats.org/officeDocument/2006/relationships/tags" Target="../tags/tag553.xml"/><Relationship Id="rId60" Type="http://schemas.openxmlformats.org/officeDocument/2006/relationships/tags" Target="../tags/tag552.xml"/><Relationship Id="rId6" Type="http://schemas.openxmlformats.org/officeDocument/2006/relationships/image" Target="../media/image179.svg"/><Relationship Id="rId59" Type="http://schemas.openxmlformats.org/officeDocument/2006/relationships/tags" Target="../tags/tag551.xml"/><Relationship Id="rId58" Type="http://schemas.openxmlformats.org/officeDocument/2006/relationships/tags" Target="../tags/tag550.xml"/><Relationship Id="rId57" Type="http://schemas.openxmlformats.org/officeDocument/2006/relationships/image" Target="../media/image50.svg"/><Relationship Id="rId56" Type="http://schemas.openxmlformats.org/officeDocument/2006/relationships/image" Target="../media/image185.png"/><Relationship Id="rId55" Type="http://schemas.openxmlformats.org/officeDocument/2006/relationships/tags" Target="../tags/tag549.xml"/><Relationship Id="rId54" Type="http://schemas.openxmlformats.org/officeDocument/2006/relationships/tags" Target="../tags/tag548.xml"/><Relationship Id="rId53" Type="http://schemas.openxmlformats.org/officeDocument/2006/relationships/tags" Target="../tags/tag547.xml"/><Relationship Id="rId52" Type="http://schemas.openxmlformats.org/officeDocument/2006/relationships/tags" Target="../tags/tag546.xml"/><Relationship Id="rId51" Type="http://schemas.openxmlformats.org/officeDocument/2006/relationships/tags" Target="../tags/tag545.xml"/><Relationship Id="rId50" Type="http://schemas.openxmlformats.org/officeDocument/2006/relationships/tags" Target="../tags/tag544.xml"/><Relationship Id="rId5" Type="http://schemas.openxmlformats.org/officeDocument/2006/relationships/image" Target="../media/image178.png"/><Relationship Id="rId49" Type="http://schemas.openxmlformats.org/officeDocument/2006/relationships/tags" Target="../tags/tag543.xml"/><Relationship Id="rId48" Type="http://schemas.openxmlformats.org/officeDocument/2006/relationships/tags" Target="../tags/tag542.xml"/><Relationship Id="rId47" Type="http://schemas.openxmlformats.org/officeDocument/2006/relationships/tags" Target="../tags/tag541.xml"/><Relationship Id="rId46" Type="http://schemas.openxmlformats.org/officeDocument/2006/relationships/tags" Target="../tags/tag540.xml"/><Relationship Id="rId45" Type="http://schemas.openxmlformats.org/officeDocument/2006/relationships/tags" Target="../tags/tag539.xml"/><Relationship Id="rId44" Type="http://schemas.openxmlformats.org/officeDocument/2006/relationships/tags" Target="../tags/tag538.xml"/><Relationship Id="rId43" Type="http://schemas.openxmlformats.org/officeDocument/2006/relationships/image" Target="../media/image184.svg"/><Relationship Id="rId42" Type="http://schemas.openxmlformats.org/officeDocument/2006/relationships/image" Target="../media/image183.png"/><Relationship Id="rId41" Type="http://schemas.openxmlformats.org/officeDocument/2006/relationships/tags" Target="../tags/tag537.xml"/><Relationship Id="rId40" Type="http://schemas.openxmlformats.org/officeDocument/2006/relationships/tags" Target="../tags/tag536.xml"/><Relationship Id="rId4" Type="http://schemas.openxmlformats.org/officeDocument/2006/relationships/tags" Target="../tags/tag506.xml"/><Relationship Id="rId39" Type="http://schemas.openxmlformats.org/officeDocument/2006/relationships/tags" Target="../tags/tag535.xml"/><Relationship Id="rId38" Type="http://schemas.openxmlformats.org/officeDocument/2006/relationships/tags" Target="../tags/tag534.xml"/><Relationship Id="rId37" Type="http://schemas.openxmlformats.org/officeDocument/2006/relationships/tags" Target="../tags/tag533.xml"/><Relationship Id="rId36" Type="http://schemas.openxmlformats.org/officeDocument/2006/relationships/tags" Target="../tags/tag532.xml"/><Relationship Id="rId35" Type="http://schemas.openxmlformats.org/officeDocument/2006/relationships/tags" Target="../tags/tag531.xml"/><Relationship Id="rId34" Type="http://schemas.openxmlformats.org/officeDocument/2006/relationships/tags" Target="../tags/tag530.xml"/><Relationship Id="rId33" Type="http://schemas.openxmlformats.org/officeDocument/2006/relationships/tags" Target="../tags/tag529.xml"/><Relationship Id="rId32" Type="http://schemas.openxmlformats.org/officeDocument/2006/relationships/tags" Target="../tags/tag528.xml"/><Relationship Id="rId31" Type="http://schemas.openxmlformats.org/officeDocument/2006/relationships/tags" Target="../tags/tag527.xml"/><Relationship Id="rId30" Type="http://schemas.openxmlformats.org/officeDocument/2006/relationships/tags" Target="../tags/tag526.xml"/><Relationship Id="rId3" Type="http://schemas.openxmlformats.org/officeDocument/2006/relationships/tags" Target="../tags/tag505.xml"/><Relationship Id="rId29" Type="http://schemas.openxmlformats.org/officeDocument/2006/relationships/tags" Target="../tags/tag525.xml"/><Relationship Id="rId28" Type="http://schemas.openxmlformats.org/officeDocument/2006/relationships/tags" Target="../tags/tag524.xml"/><Relationship Id="rId27" Type="http://schemas.openxmlformats.org/officeDocument/2006/relationships/image" Target="../media/image182.svg"/><Relationship Id="rId26" Type="http://schemas.openxmlformats.org/officeDocument/2006/relationships/image" Target="../media/image181.png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4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image" Target="../media/image22.svg"/><Relationship Id="rId12" Type="http://schemas.openxmlformats.org/officeDocument/2006/relationships/image" Target="../media/image180.png"/><Relationship Id="rId11" Type="http://schemas.openxmlformats.org/officeDocument/2006/relationships/tags" Target="../tags/tag511.xml"/><Relationship Id="rId10" Type="http://schemas.openxmlformats.org/officeDocument/2006/relationships/tags" Target="../tags/tag510.xml"/><Relationship Id="rId1" Type="http://schemas.openxmlformats.org/officeDocument/2006/relationships/tags" Target="../tags/tag503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581.xml"/><Relationship Id="rId8" Type="http://schemas.openxmlformats.org/officeDocument/2006/relationships/tags" Target="../tags/tag580.xml"/><Relationship Id="rId7" Type="http://schemas.openxmlformats.org/officeDocument/2006/relationships/tags" Target="../tags/tag579.xml"/><Relationship Id="rId6" Type="http://schemas.openxmlformats.org/officeDocument/2006/relationships/image" Target="../media/image193.svg"/><Relationship Id="rId52" Type="http://schemas.openxmlformats.org/officeDocument/2006/relationships/notesSlide" Target="../notesSlides/notesSlide16.xml"/><Relationship Id="rId51" Type="http://schemas.openxmlformats.org/officeDocument/2006/relationships/slideLayout" Target="../slideLayouts/slideLayout3.xml"/><Relationship Id="rId50" Type="http://schemas.openxmlformats.org/officeDocument/2006/relationships/tags" Target="../tags/tag608.xml"/><Relationship Id="rId5" Type="http://schemas.openxmlformats.org/officeDocument/2006/relationships/image" Target="../media/image192.png"/><Relationship Id="rId49" Type="http://schemas.openxmlformats.org/officeDocument/2006/relationships/tags" Target="../tags/tag607.xml"/><Relationship Id="rId48" Type="http://schemas.openxmlformats.org/officeDocument/2006/relationships/tags" Target="../tags/tag606.xml"/><Relationship Id="rId47" Type="http://schemas.openxmlformats.org/officeDocument/2006/relationships/tags" Target="../tags/tag605.xml"/><Relationship Id="rId46" Type="http://schemas.openxmlformats.org/officeDocument/2006/relationships/image" Target="../media/image206.svg"/><Relationship Id="rId45" Type="http://schemas.openxmlformats.org/officeDocument/2006/relationships/image" Target="../media/image205.png"/><Relationship Id="rId44" Type="http://schemas.openxmlformats.org/officeDocument/2006/relationships/tags" Target="../tags/tag604.xml"/><Relationship Id="rId43" Type="http://schemas.openxmlformats.org/officeDocument/2006/relationships/tags" Target="../tags/tag603.xml"/><Relationship Id="rId42" Type="http://schemas.openxmlformats.org/officeDocument/2006/relationships/tags" Target="../tags/tag602.xml"/><Relationship Id="rId41" Type="http://schemas.openxmlformats.org/officeDocument/2006/relationships/tags" Target="../tags/tag601.xml"/><Relationship Id="rId40" Type="http://schemas.openxmlformats.org/officeDocument/2006/relationships/image" Target="../media/image204.svg"/><Relationship Id="rId4" Type="http://schemas.openxmlformats.org/officeDocument/2006/relationships/tags" Target="../tags/tag578.xml"/><Relationship Id="rId39" Type="http://schemas.openxmlformats.org/officeDocument/2006/relationships/image" Target="../media/image203.png"/><Relationship Id="rId38" Type="http://schemas.openxmlformats.org/officeDocument/2006/relationships/tags" Target="../tags/tag600.xml"/><Relationship Id="rId37" Type="http://schemas.openxmlformats.org/officeDocument/2006/relationships/tags" Target="../tags/tag599.xml"/><Relationship Id="rId36" Type="http://schemas.openxmlformats.org/officeDocument/2006/relationships/tags" Target="../tags/tag598.xml"/><Relationship Id="rId35" Type="http://schemas.openxmlformats.org/officeDocument/2006/relationships/tags" Target="../tags/tag597.xml"/><Relationship Id="rId34" Type="http://schemas.openxmlformats.org/officeDocument/2006/relationships/image" Target="../media/image202.svg"/><Relationship Id="rId33" Type="http://schemas.openxmlformats.org/officeDocument/2006/relationships/image" Target="../media/image201.png"/><Relationship Id="rId32" Type="http://schemas.openxmlformats.org/officeDocument/2006/relationships/tags" Target="../tags/tag596.xml"/><Relationship Id="rId31" Type="http://schemas.openxmlformats.org/officeDocument/2006/relationships/tags" Target="../tags/tag595.xml"/><Relationship Id="rId30" Type="http://schemas.openxmlformats.org/officeDocument/2006/relationships/tags" Target="../tags/tag594.xml"/><Relationship Id="rId3" Type="http://schemas.openxmlformats.org/officeDocument/2006/relationships/tags" Target="../tags/tag577.xml"/><Relationship Id="rId29" Type="http://schemas.openxmlformats.org/officeDocument/2006/relationships/tags" Target="../tags/tag593.xml"/><Relationship Id="rId28" Type="http://schemas.openxmlformats.org/officeDocument/2006/relationships/tags" Target="../tags/tag592.xml"/><Relationship Id="rId27" Type="http://schemas.openxmlformats.org/officeDocument/2006/relationships/tags" Target="../tags/tag591.xml"/><Relationship Id="rId26" Type="http://schemas.openxmlformats.org/officeDocument/2006/relationships/image" Target="../media/image200.svg"/><Relationship Id="rId25" Type="http://schemas.openxmlformats.org/officeDocument/2006/relationships/image" Target="../media/image199.png"/><Relationship Id="rId24" Type="http://schemas.openxmlformats.org/officeDocument/2006/relationships/tags" Target="../tags/tag590.xml"/><Relationship Id="rId23" Type="http://schemas.openxmlformats.org/officeDocument/2006/relationships/tags" Target="../tags/tag589.xml"/><Relationship Id="rId22" Type="http://schemas.openxmlformats.org/officeDocument/2006/relationships/tags" Target="../tags/tag588.xml"/><Relationship Id="rId21" Type="http://schemas.openxmlformats.org/officeDocument/2006/relationships/image" Target="../media/image198.svg"/><Relationship Id="rId20" Type="http://schemas.openxmlformats.org/officeDocument/2006/relationships/image" Target="../media/image197.png"/><Relationship Id="rId2" Type="http://schemas.openxmlformats.org/officeDocument/2006/relationships/tags" Target="../tags/tag576.xml"/><Relationship Id="rId19" Type="http://schemas.openxmlformats.org/officeDocument/2006/relationships/tags" Target="../tags/tag587.xml"/><Relationship Id="rId18" Type="http://schemas.openxmlformats.org/officeDocument/2006/relationships/tags" Target="../tags/tag586.xml"/><Relationship Id="rId17" Type="http://schemas.openxmlformats.org/officeDocument/2006/relationships/tags" Target="../tags/tag585.xml"/><Relationship Id="rId16" Type="http://schemas.openxmlformats.org/officeDocument/2006/relationships/image" Target="../media/image196.svg"/><Relationship Id="rId15" Type="http://schemas.openxmlformats.org/officeDocument/2006/relationships/image" Target="../media/image195.png"/><Relationship Id="rId14" Type="http://schemas.openxmlformats.org/officeDocument/2006/relationships/tags" Target="../tags/tag584.xml"/><Relationship Id="rId13" Type="http://schemas.openxmlformats.org/officeDocument/2006/relationships/tags" Target="../tags/tag583.xml"/><Relationship Id="rId12" Type="http://schemas.openxmlformats.org/officeDocument/2006/relationships/tags" Target="../tags/tag582.xml"/><Relationship Id="rId11" Type="http://schemas.openxmlformats.org/officeDocument/2006/relationships/image" Target="../media/image90.svg"/><Relationship Id="rId10" Type="http://schemas.openxmlformats.org/officeDocument/2006/relationships/image" Target="../media/image194.png"/><Relationship Id="rId1" Type="http://schemas.openxmlformats.org/officeDocument/2006/relationships/tags" Target="../tags/tag575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615.xml"/><Relationship Id="rId8" Type="http://schemas.openxmlformats.org/officeDocument/2006/relationships/tags" Target="../tags/tag614.xml"/><Relationship Id="rId7" Type="http://schemas.openxmlformats.org/officeDocument/2006/relationships/tags" Target="../tags/tag613.xml"/><Relationship Id="rId6" Type="http://schemas.openxmlformats.org/officeDocument/2006/relationships/tags" Target="../tags/tag612.xml"/><Relationship Id="rId5" Type="http://schemas.openxmlformats.org/officeDocument/2006/relationships/image" Target="../media/image208.svg"/><Relationship Id="rId4" Type="http://schemas.openxmlformats.org/officeDocument/2006/relationships/image" Target="../media/image207.png"/><Relationship Id="rId36" Type="http://schemas.openxmlformats.org/officeDocument/2006/relationships/notesSlide" Target="../notesSlides/notesSlide17.xml"/><Relationship Id="rId35" Type="http://schemas.openxmlformats.org/officeDocument/2006/relationships/slideLayout" Target="../slideLayouts/slideLayout3.xml"/><Relationship Id="rId34" Type="http://schemas.openxmlformats.org/officeDocument/2006/relationships/tags" Target="../tags/tag634.xml"/><Relationship Id="rId33" Type="http://schemas.openxmlformats.org/officeDocument/2006/relationships/tags" Target="../tags/tag633.xml"/><Relationship Id="rId32" Type="http://schemas.openxmlformats.org/officeDocument/2006/relationships/tags" Target="../tags/tag632.xml"/><Relationship Id="rId31" Type="http://schemas.openxmlformats.org/officeDocument/2006/relationships/tags" Target="../tags/tag631.xml"/><Relationship Id="rId30" Type="http://schemas.openxmlformats.org/officeDocument/2006/relationships/image" Target="../media/image214.svg"/><Relationship Id="rId3" Type="http://schemas.openxmlformats.org/officeDocument/2006/relationships/tags" Target="../tags/tag611.xml"/><Relationship Id="rId29" Type="http://schemas.openxmlformats.org/officeDocument/2006/relationships/image" Target="../media/image213.png"/><Relationship Id="rId28" Type="http://schemas.openxmlformats.org/officeDocument/2006/relationships/tags" Target="../tags/tag630.xml"/><Relationship Id="rId27" Type="http://schemas.openxmlformats.org/officeDocument/2006/relationships/tags" Target="../tags/tag629.xml"/><Relationship Id="rId26" Type="http://schemas.openxmlformats.org/officeDocument/2006/relationships/tags" Target="../tags/tag628.xml"/><Relationship Id="rId25" Type="http://schemas.openxmlformats.org/officeDocument/2006/relationships/tags" Target="../tags/tag627.xml"/><Relationship Id="rId24" Type="http://schemas.openxmlformats.org/officeDocument/2006/relationships/tags" Target="../tags/tag626.xml"/><Relationship Id="rId23" Type="http://schemas.openxmlformats.org/officeDocument/2006/relationships/image" Target="../media/image212.svg"/><Relationship Id="rId22" Type="http://schemas.openxmlformats.org/officeDocument/2006/relationships/image" Target="../media/image211.png"/><Relationship Id="rId21" Type="http://schemas.openxmlformats.org/officeDocument/2006/relationships/tags" Target="../tags/tag625.xml"/><Relationship Id="rId20" Type="http://schemas.openxmlformats.org/officeDocument/2006/relationships/tags" Target="../tags/tag624.xml"/><Relationship Id="rId2" Type="http://schemas.openxmlformats.org/officeDocument/2006/relationships/tags" Target="../tags/tag610.xml"/><Relationship Id="rId19" Type="http://schemas.openxmlformats.org/officeDocument/2006/relationships/tags" Target="../tags/tag623.xml"/><Relationship Id="rId18" Type="http://schemas.openxmlformats.org/officeDocument/2006/relationships/tags" Target="../tags/tag622.xml"/><Relationship Id="rId17" Type="http://schemas.openxmlformats.org/officeDocument/2006/relationships/tags" Target="../tags/tag621.xml"/><Relationship Id="rId16" Type="http://schemas.openxmlformats.org/officeDocument/2006/relationships/image" Target="../media/image210.svg"/><Relationship Id="rId15" Type="http://schemas.openxmlformats.org/officeDocument/2006/relationships/image" Target="../media/image209.png"/><Relationship Id="rId14" Type="http://schemas.openxmlformats.org/officeDocument/2006/relationships/tags" Target="../tags/tag620.xml"/><Relationship Id="rId13" Type="http://schemas.openxmlformats.org/officeDocument/2006/relationships/tags" Target="../tags/tag619.xml"/><Relationship Id="rId12" Type="http://schemas.openxmlformats.org/officeDocument/2006/relationships/tags" Target="../tags/tag618.xml"/><Relationship Id="rId11" Type="http://schemas.openxmlformats.org/officeDocument/2006/relationships/tags" Target="../tags/tag617.xml"/><Relationship Id="rId10" Type="http://schemas.openxmlformats.org/officeDocument/2006/relationships/tags" Target="../tags/tag616.xml"/><Relationship Id="rId1" Type="http://schemas.openxmlformats.org/officeDocument/2006/relationships/tags" Target="../tags/tag609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643.xml"/><Relationship Id="rId8" Type="http://schemas.openxmlformats.org/officeDocument/2006/relationships/tags" Target="../tags/tag642.xml"/><Relationship Id="rId7" Type="http://schemas.openxmlformats.org/officeDocument/2006/relationships/tags" Target="../tags/tag641.xml"/><Relationship Id="rId6" Type="http://schemas.openxmlformats.org/officeDocument/2006/relationships/tags" Target="../tags/tag640.xml"/><Relationship Id="rId5" Type="http://schemas.openxmlformats.org/officeDocument/2006/relationships/tags" Target="../tags/tag639.xml"/><Relationship Id="rId41" Type="http://schemas.openxmlformats.org/officeDocument/2006/relationships/notesSlide" Target="../notesSlides/notesSlide18.xml"/><Relationship Id="rId40" Type="http://schemas.openxmlformats.org/officeDocument/2006/relationships/slideLayout" Target="../slideLayouts/slideLayout3.xml"/><Relationship Id="rId4" Type="http://schemas.openxmlformats.org/officeDocument/2006/relationships/tags" Target="../tags/tag638.xml"/><Relationship Id="rId39" Type="http://schemas.openxmlformats.org/officeDocument/2006/relationships/tags" Target="../tags/tag667.xml"/><Relationship Id="rId38" Type="http://schemas.openxmlformats.org/officeDocument/2006/relationships/tags" Target="../tags/tag666.xml"/><Relationship Id="rId37" Type="http://schemas.openxmlformats.org/officeDocument/2006/relationships/tags" Target="../tags/tag665.xml"/><Relationship Id="rId36" Type="http://schemas.openxmlformats.org/officeDocument/2006/relationships/tags" Target="../tags/tag664.xml"/><Relationship Id="rId35" Type="http://schemas.openxmlformats.org/officeDocument/2006/relationships/image" Target="../media/image220.svg"/><Relationship Id="rId34" Type="http://schemas.openxmlformats.org/officeDocument/2006/relationships/image" Target="../media/image219.png"/><Relationship Id="rId33" Type="http://schemas.openxmlformats.org/officeDocument/2006/relationships/tags" Target="../tags/tag663.xml"/><Relationship Id="rId32" Type="http://schemas.openxmlformats.org/officeDocument/2006/relationships/tags" Target="../tags/tag662.xml"/><Relationship Id="rId31" Type="http://schemas.openxmlformats.org/officeDocument/2006/relationships/tags" Target="../tags/tag661.xml"/><Relationship Id="rId30" Type="http://schemas.openxmlformats.org/officeDocument/2006/relationships/tags" Target="../tags/tag660.xml"/><Relationship Id="rId3" Type="http://schemas.openxmlformats.org/officeDocument/2006/relationships/tags" Target="../tags/tag637.xml"/><Relationship Id="rId29" Type="http://schemas.openxmlformats.org/officeDocument/2006/relationships/tags" Target="../tags/tag659.xml"/><Relationship Id="rId28" Type="http://schemas.openxmlformats.org/officeDocument/2006/relationships/image" Target="../media/image218.svg"/><Relationship Id="rId27" Type="http://schemas.openxmlformats.org/officeDocument/2006/relationships/image" Target="../media/image217.png"/><Relationship Id="rId26" Type="http://schemas.openxmlformats.org/officeDocument/2006/relationships/tags" Target="../tags/tag658.xml"/><Relationship Id="rId25" Type="http://schemas.openxmlformats.org/officeDocument/2006/relationships/tags" Target="../tags/tag657.xml"/><Relationship Id="rId24" Type="http://schemas.openxmlformats.org/officeDocument/2006/relationships/tags" Target="../tags/tag656.xml"/><Relationship Id="rId23" Type="http://schemas.openxmlformats.org/officeDocument/2006/relationships/tags" Target="../tags/tag655.xml"/><Relationship Id="rId22" Type="http://schemas.openxmlformats.org/officeDocument/2006/relationships/tags" Target="../tags/tag654.xml"/><Relationship Id="rId21" Type="http://schemas.openxmlformats.org/officeDocument/2006/relationships/image" Target="../media/image216.svg"/><Relationship Id="rId20" Type="http://schemas.openxmlformats.org/officeDocument/2006/relationships/image" Target="../media/image215.png"/><Relationship Id="rId2" Type="http://schemas.openxmlformats.org/officeDocument/2006/relationships/tags" Target="../tags/tag636.xml"/><Relationship Id="rId19" Type="http://schemas.openxmlformats.org/officeDocument/2006/relationships/tags" Target="../tags/tag653.xml"/><Relationship Id="rId18" Type="http://schemas.openxmlformats.org/officeDocument/2006/relationships/tags" Target="../tags/tag652.xml"/><Relationship Id="rId17" Type="http://schemas.openxmlformats.org/officeDocument/2006/relationships/tags" Target="../tags/tag651.xml"/><Relationship Id="rId16" Type="http://schemas.openxmlformats.org/officeDocument/2006/relationships/tags" Target="../tags/tag650.xml"/><Relationship Id="rId15" Type="http://schemas.openxmlformats.org/officeDocument/2006/relationships/tags" Target="../tags/tag649.xml"/><Relationship Id="rId14" Type="http://schemas.openxmlformats.org/officeDocument/2006/relationships/tags" Target="../tags/tag648.xml"/><Relationship Id="rId13" Type="http://schemas.openxmlformats.org/officeDocument/2006/relationships/tags" Target="../tags/tag647.xml"/><Relationship Id="rId12" Type="http://schemas.openxmlformats.org/officeDocument/2006/relationships/tags" Target="../tags/tag646.xml"/><Relationship Id="rId11" Type="http://schemas.openxmlformats.org/officeDocument/2006/relationships/tags" Target="../tags/tag645.xml"/><Relationship Id="rId10" Type="http://schemas.openxmlformats.org/officeDocument/2006/relationships/tags" Target="../tags/tag644.xml"/><Relationship Id="rId1" Type="http://schemas.openxmlformats.org/officeDocument/2006/relationships/tags" Target="../tags/tag635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676.xml"/><Relationship Id="rId8" Type="http://schemas.openxmlformats.org/officeDocument/2006/relationships/tags" Target="../tags/tag675.xml"/><Relationship Id="rId7" Type="http://schemas.openxmlformats.org/officeDocument/2006/relationships/tags" Target="../tags/tag674.xml"/><Relationship Id="rId6" Type="http://schemas.openxmlformats.org/officeDocument/2006/relationships/tags" Target="../tags/tag673.xml"/><Relationship Id="rId50" Type="http://schemas.openxmlformats.org/officeDocument/2006/relationships/notesSlide" Target="../notesSlides/notesSlide19.xml"/><Relationship Id="rId5" Type="http://schemas.openxmlformats.org/officeDocument/2006/relationships/tags" Target="../tags/tag672.xml"/><Relationship Id="rId49" Type="http://schemas.openxmlformats.org/officeDocument/2006/relationships/slideLayout" Target="../slideLayouts/slideLayout3.xml"/><Relationship Id="rId48" Type="http://schemas.openxmlformats.org/officeDocument/2006/relationships/tags" Target="../tags/tag709.xml"/><Relationship Id="rId47" Type="http://schemas.openxmlformats.org/officeDocument/2006/relationships/tags" Target="../tags/tag708.xml"/><Relationship Id="rId46" Type="http://schemas.openxmlformats.org/officeDocument/2006/relationships/tags" Target="../tags/tag707.xml"/><Relationship Id="rId45" Type="http://schemas.openxmlformats.org/officeDocument/2006/relationships/tags" Target="../tags/tag706.xml"/><Relationship Id="rId44" Type="http://schemas.openxmlformats.org/officeDocument/2006/relationships/tags" Target="../tags/tag705.xml"/><Relationship Id="rId43" Type="http://schemas.openxmlformats.org/officeDocument/2006/relationships/tags" Target="../tags/tag704.xml"/><Relationship Id="rId42" Type="http://schemas.openxmlformats.org/officeDocument/2006/relationships/tags" Target="../tags/tag703.xml"/><Relationship Id="rId41" Type="http://schemas.openxmlformats.org/officeDocument/2006/relationships/tags" Target="../tags/tag702.xml"/><Relationship Id="rId40" Type="http://schemas.openxmlformats.org/officeDocument/2006/relationships/tags" Target="../tags/tag701.xml"/><Relationship Id="rId4" Type="http://schemas.openxmlformats.org/officeDocument/2006/relationships/tags" Target="../tags/tag671.xml"/><Relationship Id="rId39" Type="http://schemas.openxmlformats.org/officeDocument/2006/relationships/tags" Target="../tags/tag700.xml"/><Relationship Id="rId38" Type="http://schemas.openxmlformats.org/officeDocument/2006/relationships/image" Target="../media/image225.svg"/><Relationship Id="rId37" Type="http://schemas.openxmlformats.org/officeDocument/2006/relationships/image" Target="../media/image224.png"/><Relationship Id="rId36" Type="http://schemas.openxmlformats.org/officeDocument/2006/relationships/tags" Target="../tags/tag699.xml"/><Relationship Id="rId35" Type="http://schemas.openxmlformats.org/officeDocument/2006/relationships/tags" Target="../tags/tag698.xml"/><Relationship Id="rId34" Type="http://schemas.openxmlformats.org/officeDocument/2006/relationships/tags" Target="../tags/tag697.xml"/><Relationship Id="rId33" Type="http://schemas.openxmlformats.org/officeDocument/2006/relationships/tags" Target="../tags/tag696.xml"/><Relationship Id="rId32" Type="http://schemas.openxmlformats.org/officeDocument/2006/relationships/tags" Target="../tags/tag695.xml"/><Relationship Id="rId31" Type="http://schemas.openxmlformats.org/officeDocument/2006/relationships/tags" Target="../tags/tag694.xml"/><Relationship Id="rId30" Type="http://schemas.openxmlformats.org/officeDocument/2006/relationships/tags" Target="../tags/tag693.xml"/><Relationship Id="rId3" Type="http://schemas.openxmlformats.org/officeDocument/2006/relationships/tags" Target="../tags/tag670.xml"/><Relationship Id="rId29" Type="http://schemas.openxmlformats.org/officeDocument/2006/relationships/tags" Target="../tags/tag692.xml"/><Relationship Id="rId28" Type="http://schemas.openxmlformats.org/officeDocument/2006/relationships/tags" Target="../tags/tag691.xml"/><Relationship Id="rId27" Type="http://schemas.openxmlformats.org/officeDocument/2006/relationships/tags" Target="../tags/tag690.xml"/><Relationship Id="rId26" Type="http://schemas.openxmlformats.org/officeDocument/2006/relationships/tags" Target="../tags/tag689.xml"/><Relationship Id="rId25" Type="http://schemas.openxmlformats.org/officeDocument/2006/relationships/tags" Target="../tags/tag688.xml"/><Relationship Id="rId24" Type="http://schemas.openxmlformats.org/officeDocument/2006/relationships/tags" Target="../tags/tag687.xml"/><Relationship Id="rId23" Type="http://schemas.openxmlformats.org/officeDocument/2006/relationships/image" Target="../media/image223.svg"/><Relationship Id="rId22" Type="http://schemas.openxmlformats.org/officeDocument/2006/relationships/image" Target="../media/image207.png"/><Relationship Id="rId21" Type="http://schemas.openxmlformats.org/officeDocument/2006/relationships/tags" Target="../tags/tag686.xml"/><Relationship Id="rId20" Type="http://schemas.openxmlformats.org/officeDocument/2006/relationships/tags" Target="../tags/tag685.xml"/><Relationship Id="rId2" Type="http://schemas.openxmlformats.org/officeDocument/2006/relationships/tags" Target="../tags/tag669.xml"/><Relationship Id="rId19" Type="http://schemas.openxmlformats.org/officeDocument/2006/relationships/tags" Target="../tags/tag684.xml"/><Relationship Id="rId18" Type="http://schemas.openxmlformats.org/officeDocument/2006/relationships/tags" Target="../tags/tag683.xml"/><Relationship Id="rId17" Type="http://schemas.openxmlformats.org/officeDocument/2006/relationships/tags" Target="../tags/tag682.xml"/><Relationship Id="rId16" Type="http://schemas.openxmlformats.org/officeDocument/2006/relationships/image" Target="../media/image222.svg"/><Relationship Id="rId15" Type="http://schemas.openxmlformats.org/officeDocument/2006/relationships/image" Target="../media/image221.png"/><Relationship Id="rId14" Type="http://schemas.openxmlformats.org/officeDocument/2006/relationships/tags" Target="../tags/tag681.xml"/><Relationship Id="rId13" Type="http://schemas.openxmlformats.org/officeDocument/2006/relationships/tags" Target="../tags/tag680.xml"/><Relationship Id="rId12" Type="http://schemas.openxmlformats.org/officeDocument/2006/relationships/tags" Target="../tags/tag679.xml"/><Relationship Id="rId11" Type="http://schemas.openxmlformats.org/officeDocument/2006/relationships/tags" Target="../tags/tag678.xml"/><Relationship Id="rId10" Type="http://schemas.openxmlformats.org/officeDocument/2006/relationships/tags" Target="../tags/tag677.xml"/><Relationship Id="rId1" Type="http://schemas.openxmlformats.org/officeDocument/2006/relationships/tags" Target="../tags/tag668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716.xml"/><Relationship Id="rId8" Type="http://schemas.openxmlformats.org/officeDocument/2006/relationships/image" Target="../media/image227.svg"/><Relationship Id="rId71" Type="http://schemas.openxmlformats.org/officeDocument/2006/relationships/notesSlide" Target="../notesSlides/notesSlide20.xml"/><Relationship Id="rId70" Type="http://schemas.openxmlformats.org/officeDocument/2006/relationships/slideLayout" Target="../slideLayouts/slideLayout3.xml"/><Relationship Id="rId7" Type="http://schemas.openxmlformats.org/officeDocument/2006/relationships/image" Target="../media/image226.png"/><Relationship Id="rId69" Type="http://schemas.openxmlformats.org/officeDocument/2006/relationships/tags" Target="../tags/tag766.xml"/><Relationship Id="rId68" Type="http://schemas.openxmlformats.org/officeDocument/2006/relationships/tags" Target="../tags/tag765.xml"/><Relationship Id="rId67" Type="http://schemas.openxmlformats.org/officeDocument/2006/relationships/image" Target="../media/image235.svg"/><Relationship Id="rId66" Type="http://schemas.openxmlformats.org/officeDocument/2006/relationships/image" Target="../media/image234.png"/><Relationship Id="rId65" Type="http://schemas.openxmlformats.org/officeDocument/2006/relationships/tags" Target="../tags/tag764.xml"/><Relationship Id="rId64" Type="http://schemas.openxmlformats.org/officeDocument/2006/relationships/tags" Target="../tags/tag763.xml"/><Relationship Id="rId63" Type="http://schemas.openxmlformats.org/officeDocument/2006/relationships/tags" Target="../tags/tag762.xml"/><Relationship Id="rId62" Type="http://schemas.openxmlformats.org/officeDocument/2006/relationships/tags" Target="../tags/tag761.xml"/><Relationship Id="rId61" Type="http://schemas.openxmlformats.org/officeDocument/2006/relationships/tags" Target="../tags/tag760.xml"/><Relationship Id="rId60" Type="http://schemas.openxmlformats.org/officeDocument/2006/relationships/image" Target="../media/image233.svg"/><Relationship Id="rId6" Type="http://schemas.openxmlformats.org/officeDocument/2006/relationships/tags" Target="../tags/tag715.xml"/><Relationship Id="rId59" Type="http://schemas.openxmlformats.org/officeDocument/2006/relationships/image" Target="../media/image232.png"/><Relationship Id="rId58" Type="http://schemas.openxmlformats.org/officeDocument/2006/relationships/tags" Target="../tags/tag759.xml"/><Relationship Id="rId57" Type="http://schemas.openxmlformats.org/officeDocument/2006/relationships/tags" Target="../tags/tag758.xml"/><Relationship Id="rId56" Type="http://schemas.openxmlformats.org/officeDocument/2006/relationships/tags" Target="../tags/tag757.xml"/><Relationship Id="rId55" Type="http://schemas.openxmlformats.org/officeDocument/2006/relationships/tags" Target="../tags/tag756.xml"/><Relationship Id="rId54" Type="http://schemas.openxmlformats.org/officeDocument/2006/relationships/tags" Target="../tags/tag755.xml"/><Relationship Id="rId53" Type="http://schemas.openxmlformats.org/officeDocument/2006/relationships/tags" Target="../tags/tag754.xml"/><Relationship Id="rId52" Type="http://schemas.openxmlformats.org/officeDocument/2006/relationships/tags" Target="../tags/tag753.xml"/><Relationship Id="rId51" Type="http://schemas.openxmlformats.org/officeDocument/2006/relationships/tags" Target="../tags/tag752.xml"/><Relationship Id="rId50" Type="http://schemas.openxmlformats.org/officeDocument/2006/relationships/tags" Target="../tags/tag751.xml"/><Relationship Id="rId5" Type="http://schemas.openxmlformats.org/officeDocument/2006/relationships/tags" Target="../tags/tag714.xml"/><Relationship Id="rId49" Type="http://schemas.openxmlformats.org/officeDocument/2006/relationships/image" Target="../media/image231.svg"/><Relationship Id="rId48" Type="http://schemas.openxmlformats.org/officeDocument/2006/relationships/image" Target="../media/image230.png"/><Relationship Id="rId47" Type="http://schemas.openxmlformats.org/officeDocument/2006/relationships/tags" Target="../tags/tag750.xml"/><Relationship Id="rId46" Type="http://schemas.openxmlformats.org/officeDocument/2006/relationships/tags" Target="../tags/tag749.xml"/><Relationship Id="rId45" Type="http://schemas.openxmlformats.org/officeDocument/2006/relationships/tags" Target="../tags/tag748.xml"/><Relationship Id="rId44" Type="http://schemas.openxmlformats.org/officeDocument/2006/relationships/tags" Target="../tags/tag747.xml"/><Relationship Id="rId43" Type="http://schemas.openxmlformats.org/officeDocument/2006/relationships/tags" Target="../tags/tag746.xml"/><Relationship Id="rId42" Type="http://schemas.openxmlformats.org/officeDocument/2006/relationships/image" Target="../media/image223.svg"/><Relationship Id="rId41" Type="http://schemas.openxmlformats.org/officeDocument/2006/relationships/image" Target="../media/image207.png"/><Relationship Id="rId40" Type="http://schemas.openxmlformats.org/officeDocument/2006/relationships/tags" Target="../tags/tag745.xml"/><Relationship Id="rId4" Type="http://schemas.openxmlformats.org/officeDocument/2006/relationships/tags" Target="../tags/tag713.xml"/><Relationship Id="rId39" Type="http://schemas.openxmlformats.org/officeDocument/2006/relationships/tags" Target="../tags/tag744.xml"/><Relationship Id="rId38" Type="http://schemas.openxmlformats.org/officeDocument/2006/relationships/tags" Target="../tags/tag743.xml"/><Relationship Id="rId37" Type="http://schemas.openxmlformats.org/officeDocument/2006/relationships/tags" Target="../tags/tag742.xml"/><Relationship Id="rId36" Type="http://schemas.openxmlformats.org/officeDocument/2006/relationships/tags" Target="../tags/tag741.xml"/><Relationship Id="rId35" Type="http://schemas.openxmlformats.org/officeDocument/2006/relationships/tags" Target="../tags/tag740.xml"/><Relationship Id="rId34" Type="http://schemas.openxmlformats.org/officeDocument/2006/relationships/tags" Target="../tags/tag739.xml"/><Relationship Id="rId33" Type="http://schemas.openxmlformats.org/officeDocument/2006/relationships/tags" Target="../tags/tag738.xml"/><Relationship Id="rId32" Type="http://schemas.openxmlformats.org/officeDocument/2006/relationships/tags" Target="../tags/tag737.xml"/><Relationship Id="rId31" Type="http://schemas.openxmlformats.org/officeDocument/2006/relationships/tags" Target="../tags/tag736.xml"/><Relationship Id="rId30" Type="http://schemas.openxmlformats.org/officeDocument/2006/relationships/tags" Target="../tags/tag735.xml"/><Relationship Id="rId3" Type="http://schemas.openxmlformats.org/officeDocument/2006/relationships/tags" Target="../tags/tag712.xml"/><Relationship Id="rId29" Type="http://schemas.openxmlformats.org/officeDocument/2006/relationships/tags" Target="../tags/tag734.xml"/><Relationship Id="rId28" Type="http://schemas.openxmlformats.org/officeDocument/2006/relationships/tags" Target="../tags/tag733.xml"/><Relationship Id="rId27" Type="http://schemas.openxmlformats.org/officeDocument/2006/relationships/tags" Target="../tags/tag732.xml"/><Relationship Id="rId26" Type="http://schemas.openxmlformats.org/officeDocument/2006/relationships/tags" Target="../tags/tag731.xml"/><Relationship Id="rId25" Type="http://schemas.openxmlformats.org/officeDocument/2006/relationships/tags" Target="../tags/tag730.xml"/><Relationship Id="rId24" Type="http://schemas.openxmlformats.org/officeDocument/2006/relationships/tags" Target="../tags/tag729.xml"/><Relationship Id="rId23" Type="http://schemas.openxmlformats.org/officeDocument/2006/relationships/tags" Target="../tags/tag728.xml"/><Relationship Id="rId22" Type="http://schemas.openxmlformats.org/officeDocument/2006/relationships/image" Target="../media/image229.svg"/><Relationship Id="rId21" Type="http://schemas.openxmlformats.org/officeDocument/2006/relationships/image" Target="../media/image228.png"/><Relationship Id="rId20" Type="http://schemas.openxmlformats.org/officeDocument/2006/relationships/tags" Target="../tags/tag727.xml"/><Relationship Id="rId2" Type="http://schemas.openxmlformats.org/officeDocument/2006/relationships/tags" Target="../tags/tag711.xml"/><Relationship Id="rId19" Type="http://schemas.openxmlformats.org/officeDocument/2006/relationships/tags" Target="../tags/tag726.xml"/><Relationship Id="rId18" Type="http://schemas.openxmlformats.org/officeDocument/2006/relationships/tags" Target="../tags/tag725.xml"/><Relationship Id="rId17" Type="http://schemas.openxmlformats.org/officeDocument/2006/relationships/tags" Target="../tags/tag724.xml"/><Relationship Id="rId16" Type="http://schemas.openxmlformats.org/officeDocument/2006/relationships/tags" Target="../tags/tag723.xml"/><Relationship Id="rId15" Type="http://schemas.openxmlformats.org/officeDocument/2006/relationships/tags" Target="../tags/tag722.xml"/><Relationship Id="rId14" Type="http://schemas.openxmlformats.org/officeDocument/2006/relationships/tags" Target="../tags/tag721.xml"/><Relationship Id="rId13" Type="http://schemas.openxmlformats.org/officeDocument/2006/relationships/tags" Target="../tags/tag720.xml"/><Relationship Id="rId12" Type="http://schemas.openxmlformats.org/officeDocument/2006/relationships/tags" Target="../tags/tag719.xml"/><Relationship Id="rId11" Type="http://schemas.openxmlformats.org/officeDocument/2006/relationships/tags" Target="../tags/tag718.xml"/><Relationship Id="rId10" Type="http://schemas.openxmlformats.org/officeDocument/2006/relationships/tags" Target="../tags/tag717.xml"/><Relationship Id="rId1" Type="http://schemas.openxmlformats.org/officeDocument/2006/relationships/tags" Target="../tags/tag710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773.xml"/><Relationship Id="rId8" Type="http://schemas.openxmlformats.org/officeDocument/2006/relationships/tags" Target="../tags/tag772.xml"/><Relationship Id="rId7" Type="http://schemas.openxmlformats.org/officeDocument/2006/relationships/tags" Target="../tags/tag771.xml"/><Relationship Id="rId6" Type="http://schemas.openxmlformats.org/officeDocument/2006/relationships/image" Target="../media/image237.svg"/><Relationship Id="rId5" Type="http://schemas.openxmlformats.org/officeDocument/2006/relationships/image" Target="../media/image236.png"/><Relationship Id="rId4" Type="http://schemas.openxmlformats.org/officeDocument/2006/relationships/tags" Target="../tags/tag770.xml"/><Relationship Id="rId3" Type="http://schemas.openxmlformats.org/officeDocument/2006/relationships/tags" Target="../tags/tag769.xml"/><Relationship Id="rId25" Type="http://schemas.openxmlformats.org/officeDocument/2006/relationships/notesSlide" Target="../notesSlides/notesSlide21.xml"/><Relationship Id="rId24" Type="http://schemas.openxmlformats.org/officeDocument/2006/relationships/slideLayout" Target="../slideLayouts/slideLayout3.xml"/><Relationship Id="rId23" Type="http://schemas.openxmlformats.org/officeDocument/2006/relationships/tags" Target="../tags/tag785.xml"/><Relationship Id="rId22" Type="http://schemas.openxmlformats.org/officeDocument/2006/relationships/tags" Target="../tags/tag784.xml"/><Relationship Id="rId21" Type="http://schemas.openxmlformats.org/officeDocument/2006/relationships/tags" Target="../tags/tag783.xml"/><Relationship Id="rId20" Type="http://schemas.openxmlformats.org/officeDocument/2006/relationships/tags" Target="../tags/tag782.xml"/><Relationship Id="rId2" Type="http://schemas.openxmlformats.org/officeDocument/2006/relationships/tags" Target="../tags/tag768.xml"/><Relationship Id="rId19" Type="http://schemas.openxmlformats.org/officeDocument/2006/relationships/tags" Target="../tags/tag781.xml"/><Relationship Id="rId18" Type="http://schemas.openxmlformats.org/officeDocument/2006/relationships/tags" Target="../tags/tag780.xml"/><Relationship Id="rId17" Type="http://schemas.openxmlformats.org/officeDocument/2006/relationships/tags" Target="../tags/tag779.xml"/><Relationship Id="rId16" Type="http://schemas.openxmlformats.org/officeDocument/2006/relationships/tags" Target="../tags/tag778.xml"/><Relationship Id="rId15" Type="http://schemas.openxmlformats.org/officeDocument/2006/relationships/tags" Target="../tags/tag777.xml"/><Relationship Id="rId14" Type="http://schemas.openxmlformats.org/officeDocument/2006/relationships/tags" Target="../tags/tag776.xml"/><Relationship Id="rId13" Type="http://schemas.openxmlformats.org/officeDocument/2006/relationships/image" Target="../media/image239.svg"/><Relationship Id="rId12" Type="http://schemas.openxmlformats.org/officeDocument/2006/relationships/image" Target="../media/image238.png"/><Relationship Id="rId11" Type="http://schemas.openxmlformats.org/officeDocument/2006/relationships/tags" Target="../tags/tag775.xml"/><Relationship Id="rId10" Type="http://schemas.openxmlformats.org/officeDocument/2006/relationships/tags" Target="../tags/tag774.xml"/><Relationship Id="rId1" Type="http://schemas.openxmlformats.org/officeDocument/2006/relationships/tags" Target="../tags/tag767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792.xml"/><Relationship Id="rId8" Type="http://schemas.openxmlformats.org/officeDocument/2006/relationships/tags" Target="../tags/tag791.xml"/><Relationship Id="rId7" Type="http://schemas.openxmlformats.org/officeDocument/2006/relationships/tags" Target="../tags/tag790.xml"/><Relationship Id="rId62" Type="http://schemas.openxmlformats.org/officeDocument/2006/relationships/notesSlide" Target="../notesSlides/notesSlide22.xml"/><Relationship Id="rId61" Type="http://schemas.openxmlformats.org/officeDocument/2006/relationships/slideLayout" Target="../slideLayouts/slideLayout3.xml"/><Relationship Id="rId60" Type="http://schemas.openxmlformats.org/officeDocument/2006/relationships/tags" Target="../tags/tag837.xml"/><Relationship Id="rId6" Type="http://schemas.openxmlformats.org/officeDocument/2006/relationships/image" Target="../media/image240.svg"/><Relationship Id="rId59" Type="http://schemas.openxmlformats.org/officeDocument/2006/relationships/tags" Target="../tags/tag836.xml"/><Relationship Id="rId58" Type="http://schemas.openxmlformats.org/officeDocument/2006/relationships/tags" Target="../tags/tag835.xml"/><Relationship Id="rId57" Type="http://schemas.openxmlformats.org/officeDocument/2006/relationships/tags" Target="../tags/tag834.xml"/><Relationship Id="rId56" Type="http://schemas.openxmlformats.org/officeDocument/2006/relationships/tags" Target="../tags/tag833.xml"/><Relationship Id="rId55" Type="http://schemas.openxmlformats.org/officeDocument/2006/relationships/tags" Target="../tags/tag832.xml"/><Relationship Id="rId54" Type="http://schemas.openxmlformats.org/officeDocument/2006/relationships/tags" Target="../tags/tag831.xml"/><Relationship Id="rId53" Type="http://schemas.openxmlformats.org/officeDocument/2006/relationships/image" Target="../media/image242.svg"/><Relationship Id="rId52" Type="http://schemas.openxmlformats.org/officeDocument/2006/relationships/image" Target="../media/image241.png"/><Relationship Id="rId51" Type="http://schemas.openxmlformats.org/officeDocument/2006/relationships/tags" Target="../tags/tag830.xml"/><Relationship Id="rId50" Type="http://schemas.openxmlformats.org/officeDocument/2006/relationships/tags" Target="../tags/tag829.xml"/><Relationship Id="rId5" Type="http://schemas.openxmlformats.org/officeDocument/2006/relationships/image" Target="../media/image57.png"/><Relationship Id="rId49" Type="http://schemas.openxmlformats.org/officeDocument/2006/relationships/tags" Target="../tags/tag828.xml"/><Relationship Id="rId48" Type="http://schemas.openxmlformats.org/officeDocument/2006/relationships/tags" Target="../tags/tag827.xml"/><Relationship Id="rId47" Type="http://schemas.openxmlformats.org/officeDocument/2006/relationships/tags" Target="../tags/tag826.xml"/><Relationship Id="rId46" Type="http://schemas.openxmlformats.org/officeDocument/2006/relationships/tags" Target="../tags/tag825.xml"/><Relationship Id="rId45" Type="http://schemas.openxmlformats.org/officeDocument/2006/relationships/tags" Target="../tags/tag824.xml"/><Relationship Id="rId44" Type="http://schemas.openxmlformats.org/officeDocument/2006/relationships/tags" Target="../tags/tag823.xml"/><Relationship Id="rId43" Type="http://schemas.openxmlformats.org/officeDocument/2006/relationships/tags" Target="../tags/tag822.xml"/><Relationship Id="rId42" Type="http://schemas.openxmlformats.org/officeDocument/2006/relationships/tags" Target="../tags/tag821.xml"/><Relationship Id="rId41" Type="http://schemas.openxmlformats.org/officeDocument/2006/relationships/image" Target="../media/image208.svg"/><Relationship Id="rId40" Type="http://schemas.openxmlformats.org/officeDocument/2006/relationships/image" Target="../media/image207.png"/><Relationship Id="rId4" Type="http://schemas.openxmlformats.org/officeDocument/2006/relationships/tags" Target="../tags/tag789.xml"/><Relationship Id="rId39" Type="http://schemas.openxmlformats.org/officeDocument/2006/relationships/tags" Target="../tags/tag820.xml"/><Relationship Id="rId38" Type="http://schemas.openxmlformats.org/officeDocument/2006/relationships/tags" Target="../tags/tag819.xml"/><Relationship Id="rId37" Type="http://schemas.openxmlformats.org/officeDocument/2006/relationships/tags" Target="../tags/tag818.xml"/><Relationship Id="rId36" Type="http://schemas.openxmlformats.org/officeDocument/2006/relationships/tags" Target="../tags/tag817.xml"/><Relationship Id="rId35" Type="http://schemas.openxmlformats.org/officeDocument/2006/relationships/tags" Target="../tags/tag816.xml"/><Relationship Id="rId34" Type="http://schemas.openxmlformats.org/officeDocument/2006/relationships/tags" Target="../tags/tag815.xml"/><Relationship Id="rId33" Type="http://schemas.openxmlformats.org/officeDocument/2006/relationships/tags" Target="../tags/tag814.xml"/><Relationship Id="rId32" Type="http://schemas.openxmlformats.org/officeDocument/2006/relationships/tags" Target="../tags/tag813.xml"/><Relationship Id="rId31" Type="http://schemas.openxmlformats.org/officeDocument/2006/relationships/tags" Target="../tags/tag812.xml"/><Relationship Id="rId30" Type="http://schemas.openxmlformats.org/officeDocument/2006/relationships/tags" Target="../tags/tag811.xml"/><Relationship Id="rId3" Type="http://schemas.openxmlformats.org/officeDocument/2006/relationships/tags" Target="../tags/tag788.xml"/><Relationship Id="rId29" Type="http://schemas.openxmlformats.org/officeDocument/2006/relationships/tags" Target="../tags/tag810.xml"/><Relationship Id="rId28" Type="http://schemas.openxmlformats.org/officeDocument/2006/relationships/tags" Target="../tags/tag809.xml"/><Relationship Id="rId27" Type="http://schemas.openxmlformats.org/officeDocument/2006/relationships/tags" Target="../tags/tag808.xml"/><Relationship Id="rId26" Type="http://schemas.openxmlformats.org/officeDocument/2006/relationships/tags" Target="../tags/tag807.xml"/><Relationship Id="rId25" Type="http://schemas.openxmlformats.org/officeDocument/2006/relationships/tags" Target="../tags/tag806.xml"/><Relationship Id="rId24" Type="http://schemas.openxmlformats.org/officeDocument/2006/relationships/tags" Target="../tags/tag805.xml"/><Relationship Id="rId23" Type="http://schemas.openxmlformats.org/officeDocument/2006/relationships/image" Target="../media/image239.svg"/><Relationship Id="rId22" Type="http://schemas.openxmlformats.org/officeDocument/2006/relationships/image" Target="../media/image238.png"/><Relationship Id="rId21" Type="http://schemas.openxmlformats.org/officeDocument/2006/relationships/tags" Target="../tags/tag804.xml"/><Relationship Id="rId20" Type="http://schemas.openxmlformats.org/officeDocument/2006/relationships/tags" Target="../tags/tag803.xml"/><Relationship Id="rId2" Type="http://schemas.openxmlformats.org/officeDocument/2006/relationships/tags" Target="../tags/tag787.xml"/><Relationship Id="rId19" Type="http://schemas.openxmlformats.org/officeDocument/2006/relationships/tags" Target="../tags/tag802.xml"/><Relationship Id="rId18" Type="http://schemas.openxmlformats.org/officeDocument/2006/relationships/tags" Target="../tags/tag801.xml"/><Relationship Id="rId17" Type="http://schemas.openxmlformats.org/officeDocument/2006/relationships/tags" Target="../tags/tag800.xml"/><Relationship Id="rId16" Type="http://schemas.openxmlformats.org/officeDocument/2006/relationships/tags" Target="../tags/tag799.xml"/><Relationship Id="rId15" Type="http://schemas.openxmlformats.org/officeDocument/2006/relationships/tags" Target="../tags/tag798.xml"/><Relationship Id="rId14" Type="http://schemas.openxmlformats.org/officeDocument/2006/relationships/tags" Target="../tags/tag797.xml"/><Relationship Id="rId13" Type="http://schemas.openxmlformats.org/officeDocument/2006/relationships/tags" Target="../tags/tag796.xml"/><Relationship Id="rId12" Type="http://schemas.openxmlformats.org/officeDocument/2006/relationships/tags" Target="../tags/tag795.xml"/><Relationship Id="rId11" Type="http://schemas.openxmlformats.org/officeDocument/2006/relationships/tags" Target="../tags/tag794.xml"/><Relationship Id="rId10" Type="http://schemas.openxmlformats.org/officeDocument/2006/relationships/tags" Target="../tags/tag793.xml"/><Relationship Id="rId1" Type="http://schemas.openxmlformats.org/officeDocument/2006/relationships/tags" Target="../tags/tag786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8.svg"/><Relationship Id="rId8" Type="http://schemas.openxmlformats.org/officeDocument/2006/relationships/image" Target="../media/image207.png"/><Relationship Id="rId7" Type="http://schemas.openxmlformats.org/officeDocument/2006/relationships/tags" Target="../tags/tag844.xml"/><Relationship Id="rId6" Type="http://schemas.openxmlformats.org/officeDocument/2006/relationships/tags" Target="../tags/tag843.xml"/><Relationship Id="rId5" Type="http://schemas.openxmlformats.org/officeDocument/2006/relationships/tags" Target="../tags/tag842.xml"/><Relationship Id="rId4" Type="http://schemas.openxmlformats.org/officeDocument/2006/relationships/tags" Target="../tags/tag841.xml"/><Relationship Id="rId30" Type="http://schemas.openxmlformats.org/officeDocument/2006/relationships/notesSlide" Target="../notesSlides/notesSlide23.xml"/><Relationship Id="rId3" Type="http://schemas.openxmlformats.org/officeDocument/2006/relationships/tags" Target="../tags/tag840.xml"/><Relationship Id="rId29" Type="http://schemas.openxmlformats.org/officeDocument/2006/relationships/slideLayout" Target="../slideLayouts/slideLayout3.xml"/><Relationship Id="rId28" Type="http://schemas.openxmlformats.org/officeDocument/2006/relationships/tags" Target="../tags/tag861.xml"/><Relationship Id="rId27" Type="http://schemas.openxmlformats.org/officeDocument/2006/relationships/tags" Target="../tags/tag860.xml"/><Relationship Id="rId26" Type="http://schemas.openxmlformats.org/officeDocument/2006/relationships/tags" Target="../tags/tag859.xml"/><Relationship Id="rId25" Type="http://schemas.openxmlformats.org/officeDocument/2006/relationships/tags" Target="../tags/tag858.xml"/><Relationship Id="rId24" Type="http://schemas.openxmlformats.org/officeDocument/2006/relationships/tags" Target="../tags/tag857.xml"/><Relationship Id="rId23" Type="http://schemas.openxmlformats.org/officeDocument/2006/relationships/tags" Target="../tags/tag856.xml"/><Relationship Id="rId22" Type="http://schemas.openxmlformats.org/officeDocument/2006/relationships/tags" Target="../tags/tag855.xml"/><Relationship Id="rId21" Type="http://schemas.openxmlformats.org/officeDocument/2006/relationships/image" Target="../media/image244.svg"/><Relationship Id="rId20" Type="http://schemas.openxmlformats.org/officeDocument/2006/relationships/image" Target="../media/image243.png"/><Relationship Id="rId2" Type="http://schemas.openxmlformats.org/officeDocument/2006/relationships/tags" Target="../tags/tag839.xml"/><Relationship Id="rId19" Type="http://schemas.openxmlformats.org/officeDocument/2006/relationships/tags" Target="../tags/tag854.xml"/><Relationship Id="rId18" Type="http://schemas.openxmlformats.org/officeDocument/2006/relationships/tags" Target="../tags/tag853.xml"/><Relationship Id="rId17" Type="http://schemas.openxmlformats.org/officeDocument/2006/relationships/tags" Target="../tags/tag852.xml"/><Relationship Id="rId16" Type="http://schemas.openxmlformats.org/officeDocument/2006/relationships/tags" Target="../tags/tag851.xml"/><Relationship Id="rId15" Type="http://schemas.openxmlformats.org/officeDocument/2006/relationships/tags" Target="../tags/tag850.xml"/><Relationship Id="rId14" Type="http://schemas.openxmlformats.org/officeDocument/2006/relationships/tags" Target="../tags/tag849.xml"/><Relationship Id="rId13" Type="http://schemas.openxmlformats.org/officeDocument/2006/relationships/tags" Target="../tags/tag848.xml"/><Relationship Id="rId12" Type="http://schemas.openxmlformats.org/officeDocument/2006/relationships/tags" Target="../tags/tag847.xml"/><Relationship Id="rId11" Type="http://schemas.openxmlformats.org/officeDocument/2006/relationships/tags" Target="../tags/tag846.xml"/><Relationship Id="rId10" Type="http://schemas.openxmlformats.org/officeDocument/2006/relationships/tags" Target="../tags/tag845.xml"/><Relationship Id="rId1" Type="http://schemas.openxmlformats.org/officeDocument/2006/relationships/tags" Target="../tags/tag838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868.xml"/><Relationship Id="rId8" Type="http://schemas.openxmlformats.org/officeDocument/2006/relationships/tags" Target="../tags/tag867.xml"/><Relationship Id="rId7" Type="http://schemas.openxmlformats.org/officeDocument/2006/relationships/tags" Target="../tags/tag866.xml"/><Relationship Id="rId6" Type="http://schemas.openxmlformats.org/officeDocument/2006/relationships/image" Target="../media/image4.svg"/><Relationship Id="rId55" Type="http://schemas.openxmlformats.org/officeDocument/2006/relationships/notesSlide" Target="../notesSlides/notesSlide24.xml"/><Relationship Id="rId54" Type="http://schemas.openxmlformats.org/officeDocument/2006/relationships/slideLayout" Target="../slideLayouts/slideLayout3.xml"/><Relationship Id="rId53" Type="http://schemas.openxmlformats.org/officeDocument/2006/relationships/tags" Target="../tags/tag904.xml"/><Relationship Id="rId52" Type="http://schemas.openxmlformats.org/officeDocument/2006/relationships/tags" Target="../tags/tag903.xml"/><Relationship Id="rId51" Type="http://schemas.openxmlformats.org/officeDocument/2006/relationships/tags" Target="../tags/tag902.xml"/><Relationship Id="rId50" Type="http://schemas.openxmlformats.org/officeDocument/2006/relationships/tags" Target="../tags/tag901.xml"/><Relationship Id="rId5" Type="http://schemas.openxmlformats.org/officeDocument/2006/relationships/image" Target="../media/image245.png"/><Relationship Id="rId49" Type="http://schemas.openxmlformats.org/officeDocument/2006/relationships/tags" Target="../tags/tag900.xml"/><Relationship Id="rId48" Type="http://schemas.openxmlformats.org/officeDocument/2006/relationships/tags" Target="../tags/tag899.xml"/><Relationship Id="rId47" Type="http://schemas.openxmlformats.org/officeDocument/2006/relationships/tags" Target="../tags/tag898.xml"/><Relationship Id="rId46" Type="http://schemas.openxmlformats.org/officeDocument/2006/relationships/tags" Target="../tags/tag897.xml"/><Relationship Id="rId45" Type="http://schemas.openxmlformats.org/officeDocument/2006/relationships/tags" Target="../tags/tag896.xml"/><Relationship Id="rId44" Type="http://schemas.openxmlformats.org/officeDocument/2006/relationships/tags" Target="../tags/tag895.xml"/><Relationship Id="rId43" Type="http://schemas.openxmlformats.org/officeDocument/2006/relationships/tags" Target="../tags/tag894.xml"/><Relationship Id="rId42" Type="http://schemas.openxmlformats.org/officeDocument/2006/relationships/image" Target="../media/image109.svg"/><Relationship Id="rId41" Type="http://schemas.openxmlformats.org/officeDocument/2006/relationships/image" Target="../media/image108.png"/><Relationship Id="rId40" Type="http://schemas.openxmlformats.org/officeDocument/2006/relationships/tags" Target="../tags/tag893.xml"/><Relationship Id="rId4" Type="http://schemas.openxmlformats.org/officeDocument/2006/relationships/tags" Target="../tags/tag865.xml"/><Relationship Id="rId39" Type="http://schemas.openxmlformats.org/officeDocument/2006/relationships/tags" Target="../tags/tag892.xml"/><Relationship Id="rId38" Type="http://schemas.openxmlformats.org/officeDocument/2006/relationships/tags" Target="../tags/tag891.xml"/><Relationship Id="rId37" Type="http://schemas.openxmlformats.org/officeDocument/2006/relationships/tags" Target="../tags/tag890.xml"/><Relationship Id="rId36" Type="http://schemas.openxmlformats.org/officeDocument/2006/relationships/tags" Target="../tags/tag889.xml"/><Relationship Id="rId35" Type="http://schemas.openxmlformats.org/officeDocument/2006/relationships/tags" Target="../tags/tag888.xml"/><Relationship Id="rId34" Type="http://schemas.openxmlformats.org/officeDocument/2006/relationships/tags" Target="../tags/tag887.xml"/><Relationship Id="rId33" Type="http://schemas.openxmlformats.org/officeDocument/2006/relationships/tags" Target="../tags/tag886.xml"/><Relationship Id="rId32" Type="http://schemas.openxmlformats.org/officeDocument/2006/relationships/tags" Target="../tags/tag885.xml"/><Relationship Id="rId31" Type="http://schemas.openxmlformats.org/officeDocument/2006/relationships/tags" Target="../tags/tag884.xml"/><Relationship Id="rId30" Type="http://schemas.openxmlformats.org/officeDocument/2006/relationships/image" Target="../media/image251.svg"/><Relationship Id="rId3" Type="http://schemas.openxmlformats.org/officeDocument/2006/relationships/tags" Target="../tags/tag864.xml"/><Relationship Id="rId29" Type="http://schemas.openxmlformats.org/officeDocument/2006/relationships/image" Target="../media/image250.png"/><Relationship Id="rId28" Type="http://schemas.openxmlformats.org/officeDocument/2006/relationships/tags" Target="../tags/tag883.xml"/><Relationship Id="rId27" Type="http://schemas.openxmlformats.org/officeDocument/2006/relationships/tags" Target="../tags/tag882.xml"/><Relationship Id="rId26" Type="http://schemas.openxmlformats.org/officeDocument/2006/relationships/tags" Target="../tags/tag881.xml"/><Relationship Id="rId25" Type="http://schemas.openxmlformats.org/officeDocument/2006/relationships/tags" Target="../tags/tag880.xml"/><Relationship Id="rId24" Type="http://schemas.openxmlformats.org/officeDocument/2006/relationships/tags" Target="../tags/tag879.xml"/><Relationship Id="rId23" Type="http://schemas.openxmlformats.org/officeDocument/2006/relationships/tags" Target="../tags/tag878.xml"/><Relationship Id="rId22" Type="http://schemas.openxmlformats.org/officeDocument/2006/relationships/tags" Target="../tags/tag877.xml"/><Relationship Id="rId21" Type="http://schemas.openxmlformats.org/officeDocument/2006/relationships/tags" Target="../tags/tag876.xml"/><Relationship Id="rId20" Type="http://schemas.openxmlformats.org/officeDocument/2006/relationships/image" Target="../media/image249.svg"/><Relationship Id="rId2" Type="http://schemas.openxmlformats.org/officeDocument/2006/relationships/tags" Target="../tags/tag863.xml"/><Relationship Id="rId19" Type="http://schemas.openxmlformats.org/officeDocument/2006/relationships/image" Target="../media/image248.png"/><Relationship Id="rId18" Type="http://schemas.openxmlformats.org/officeDocument/2006/relationships/tags" Target="../tags/tag875.xml"/><Relationship Id="rId17" Type="http://schemas.openxmlformats.org/officeDocument/2006/relationships/tags" Target="../tags/tag874.xml"/><Relationship Id="rId16" Type="http://schemas.openxmlformats.org/officeDocument/2006/relationships/tags" Target="../tags/tag873.xml"/><Relationship Id="rId15" Type="http://schemas.openxmlformats.org/officeDocument/2006/relationships/tags" Target="../tags/tag872.xml"/><Relationship Id="rId14" Type="http://schemas.openxmlformats.org/officeDocument/2006/relationships/tags" Target="../tags/tag871.xml"/><Relationship Id="rId13" Type="http://schemas.openxmlformats.org/officeDocument/2006/relationships/image" Target="../media/image247.svg"/><Relationship Id="rId12" Type="http://schemas.openxmlformats.org/officeDocument/2006/relationships/image" Target="../media/image246.png"/><Relationship Id="rId11" Type="http://schemas.openxmlformats.org/officeDocument/2006/relationships/tags" Target="../tags/tag870.xml"/><Relationship Id="rId10" Type="http://schemas.openxmlformats.org/officeDocument/2006/relationships/tags" Target="../tags/tag869.xml"/><Relationship Id="rId1" Type="http://schemas.openxmlformats.org/officeDocument/2006/relationships/tags" Target="../tags/tag862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912.xml"/><Relationship Id="rId8" Type="http://schemas.openxmlformats.org/officeDocument/2006/relationships/tags" Target="../tags/tag911.xml"/><Relationship Id="rId7" Type="http://schemas.openxmlformats.org/officeDocument/2006/relationships/tags" Target="../tags/tag910.xml"/><Relationship Id="rId6" Type="http://schemas.openxmlformats.org/officeDocument/2006/relationships/tags" Target="../tags/tag909.xml"/><Relationship Id="rId5" Type="http://schemas.openxmlformats.org/officeDocument/2006/relationships/tags" Target="../tags/tag908.xml"/><Relationship Id="rId4" Type="http://schemas.openxmlformats.org/officeDocument/2006/relationships/tags" Target="../tags/tag907.xml"/><Relationship Id="rId33" Type="http://schemas.openxmlformats.org/officeDocument/2006/relationships/notesSlide" Target="../notesSlides/notesSlide25.xml"/><Relationship Id="rId32" Type="http://schemas.openxmlformats.org/officeDocument/2006/relationships/slideLayout" Target="../slideLayouts/slideLayout3.xml"/><Relationship Id="rId31" Type="http://schemas.openxmlformats.org/officeDocument/2006/relationships/tags" Target="../tags/tag928.xml"/><Relationship Id="rId30" Type="http://schemas.openxmlformats.org/officeDocument/2006/relationships/tags" Target="../tags/tag927.xml"/><Relationship Id="rId3" Type="http://schemas.openxmlformats.org/officeDocument/2006/relationships/tags" Target="../tags/tag906.xml"/><Relationship Id="rId29" Type="http://schemas.openxmlformats.org/officeDocument/2006/relationships/image" Target="../media/image254.svg"/><Relationship Id="rId28" Type="http://schemas.openxmlformats.org/officeDocument/2006/relationships/image" Target="../media/image224.png"/><Relationship Id="rId27" Type="http://schemas.openxmlformats.org/officeDocument/2006/relationships/tags" Target="../tags/tag926.xml"/><Relationship Id="rId26" Type="http://schemas.openxmlformats.org/officeDocument/2006/relationships/tags" Target="../tags/tag925.xml"/><Relationship Id="rId25" Type="http://schemas.openxmlformats.org/officeDocument/2006/relationships/tags" Target="../tags/tag924.xml"/><Relationship Id="rId24" Type="http://schemas.openxmlformats.org/officeDocument/2006/relationships/tags" Target="../tags/tag923.xml"/><Relationship Id="rId23" Type="http://schemas.openxmlformats.org/officeDocument/2006/relationships/tags" Target="../tags/tag922.xml"/><Relationship Id="rId22" Type="http://schemas.openxmlformats.org/officeDocument/2006/relationships/image" Target="../media/image253.svg"/><Relationship Id="rId21" Type="http://schemas.openxmlformats.org/officeDocument/2006/relationships/image" Target="../media/image252.png"/><Relationship Id="rId20" Type="http://schemas.openxmlformats.org/officeDocument/2006/relationships/tags" Target="../tags/tag921.xml"/><Relationship Id="rId2" Type="http://schemas.openxmlformats.org/officeDocument/2006/relationships/tags" Target="../tags/tag905.xml"/><Relationship Id="rId19" Type="http://schemas.openxmlformats.org/officeDocument/2006/relationships/tags" Target="../tags/tag920.xml"/><Relationship Id="rId18" Type="http://schemas.openxmlformats.org/officeDocument/2006/relationships/tags" Target="../tags/tag919.xml"/><Relationship Id="rId17" Type="http://schemas.openxmlformats.org/officeDocument/2006/relationships/tags" Target="../tags/tag918.xml"/><Relationship Id="rId16" Type="http://schemas.openxmlformats.org/officeDocument/2006/relationships/tags" Target="../tags/tag917.xml"/><Relationship Id="rId15" Type="http://schemas.openxmlformats.org/officeDocument/2006/relationships/image" Target="../media/image4.svg"/><Relationship Id="rId14" Type="http://schemas.openxmlformats.org/officeDocument/2006/relationships/image" Target="../media/image245.png"/><Relationship Id="rId13" Type="http://schemas.openxmlformats.org/officeDocument/2006/relationships/tags" Target="../tags/tag916.xml"/><Relationship Id="rId12" Type="http://schemas.openxmlformats.org/officeDocument/2006/relationships/tags" Target="../tags/tag915.xml"/><Relationship Id="rId11" Type="http://schemas.openxmlformats.org/officeDocument/2006/relationships/tags" Target="../tags/tag914.xml"/><Relationship Id="rId10" Type="http://schemas.openxmlformats.org/officeDocument/2006/relationships/tags" Target="../tags/tag913.xml"/><Relationship Id="rId1" Type="http://schemas.openxmlformats.org/officeDocument/2006/relationships/chart" Target="../charts/chart3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tags" Target="../tags/tag935.xml"/><Relationship Id="rId8" Type="http://schemas.openxmlformats.org/officeDocument/2006/relationships/tags" Target="../tags/tag934.xml"/><Relationship Id="rId77" Type="http://schemas.openxmlformats.org/officeDocument/2006/relationships/notesSlide" Target="../notesSlides/notesSlide26.xml"/><Relationship Id="rId76" Type="http://schemas.openxmlformats.org/officeDocument/2006/relationships/slideLayout" Target="../slideLayouts/slideLayout3.xml"/><Relationship Id="rId75" Type="http://schemas.openxmlformats.org/officeDocument/2006/relationships/tags" Target="../tags/tag979.xml"/><Relationship Id="rId74" Type="http://schemas.openxmlformats.org/officeDocument/2006/relationships/tags" Target="../tags/tag978.xml"/><Relationship Id="rId73" Type="http://schemas.openxmlformats.org/officeDocument/2006/relationships/image" Target="../media/image274.svg"/><Relationship Id="rId72" Type="http://schemas.openxmlformats.org/officeDocument/2006/relationships/image" Target="../media/image273.png"/><Relationship Id="rId71" Type="http://schemas.openxmlformats.org/officeDocument/2006/relationships/tags" Target="../tags/tag977.xml"/><Relationship Id="rId70" Type="http://schemas.openxmlformats.org/officeDocument/2006/relationships/tags" Target="../tags/tag976.xml"/><Relationship Id="rId7" Type="http://schemas.openxmlformats.org/officeDocument/2006/relationships/tags" Target="../tags/tag933.xml"/><Relationship Id="rId69" Type="http://schemas.openxmlformats.org/officeDocument/2006/relationships/tags" Target="../tags/tag975.xml"/><Relationship Id="rId68" Type="http://schemas.openxmlformats.org/officeDocument/2006/relationships/tags" Target="../tags/tag974.xml"/><Relationship Id="rId67" Type="http://schemas.openxmlformats.org/officeDocument/2006/relationships/image" Target="../media/image272.svg"/><Relationship Id="rId66" Type="http://schemas.openxmlformats.org/officeDocument/2006/relationships/image" Target="../media/image271.png"/><Relationship Id="rId65" Type="http://schemas.openxmlformats.org/officeDocument/2006/relationships/tags" Target="../tags/tag973.xml"/><Relationship Id="rId64" Type="http://schemas.openxmlformats.org/officeDocument/2006/relationships/tags" Target="../tags/tag972.xml"/><Relationship Id="rId63" Type="http://schemas.openxmlformats.org/officeDocument/2006/relationships/tags" Target="../tags/tag971.xml"/><Relationship Id="rId62" Type="http://schemas.openxmlformats.org/officeDocument/2006/relationships/image" Target="../media/image270.svg"/><Relationship Id="rId61" Type="http://schemas.openxmlformats.org/officeDocument/2006/relationships/image" Target="../media/image221.png"/><Relationship Id="rId60" Type="http://schemas.openxmlformats.org/officeDocument/2006/relationships/tags" Target="../tags/tag970.xml"/><Relationship Id="rId6" Type="http://schemas.openxmlformats.org/officeDocument/2006/relationships/image" Target="../media/image4.svg"/><Relationship Id="rId59" Type="http://schemas.openxmlformats.org/officeDocument/2006/relationships/tags" Target="../tags/tag969.xml"/><Relationship Id="rId58" Type="http://schemas.openxmlformats.org/officeDocument/2006/relationships/tags" Target="../tags/tag968.xml"/><Relationship Id="rId57" Type="http://schemas.openxmlformats.org/officeDocument/2006/relationships/tags" Target="../tags/tag967.xml"/><Relationship Id="rId56" Type="http://schemas.openxmlformats.org/officeDocument/2006/relationships/image" Target="../media/image269.svg"/><Relationship Id="rId55" Type="http://schemas.openxmlformats.org/officeDocument/2006/relationships/image" Target="../media/image268.png"/><Relationship Id="rId54" Type="http://schemas.openxmlformats.org/officeDocument/2006/relationships/tags" Target="../tags/tag966.xml"/><Relationship Id="rId53" Type="http://schemas.openxmlformats.org/officeDocument/2006/relationships/tags" Target="../tags/tag965.xml"/><Relationship Id="rId52" Type="http://schemas.openxmlformats.org/officeDocument/2006/relationships/tags" Target="../tags/tag964.xml"/><Relationship Id="rId51" Type="http://schemas.openxmlformats.org/officeDocument/2006/relationships/tags" Target="../tags/tag963.xml"/><Relationship Id="rId50" Type="http://schemas.openxmlformats.org/officeDocument/2006/relationships/image" Target="../media/image267.svg"/><Relationship Id="rId5" Type="http://schemas.openxmlformats.org/officeDocument/2006/relationships/image" Target="../media/image245.png"/><Relationship Id="rId49" Type="http://schemas.openxmlformats.org/officeDocument/2006/relationships/image" Target="../media/image266.png"/><Relationship Id="rId48" Type="http://schemas.openxmlformats.org/officeDocument/2006/relationships/tags" Target="../tags/tag962.xml"/><Relationship Id="rId47" Type="http://schemas.openxmlformats.org/officeDocument/2006/relationships/tags" Target="../tags/tag961.xml"/><Relationship Id="rId46" Type="http://schemas.openxmlformats.org/officeDocument/2006/relationships/tags" Target="../tags/tag960.xml"/><Relationship Id="rId45" Type="http://schemas.openxmlformats.org/officeDocument/2006/relationships/tags" Target="../tags/tag959.xml"/><Relationship Id="rId44" Type="http://schemas.openxmlformats.org/officeDocument/2006/relationships/image" Target="../media/image265.svg"/><Relationship Id="rId43" Type="http://schemas.openxmlformats.org/officeDocument/2006/relationships/image" Target="../media/image264.png"/><Relationship Id="rId42" Type="http://schemas.openxmlformats.org/officeDocument/2006/relationships/tags" Target="../tags/tag958.xml"/><Relationship Id="rId41" Type="http://schemas.openxmlformats.org/officeDocument/2006/relationships/tags" Target="../tags/tag957.xml"/><Relationship Id="rId40" Type="http://schemas.openxmlformats.org/officeDocument/2006/relationships/tags" Target="../tags/tag956.xml"/><Relationship Id="rId4" Type="http://schemas.openxmlformats.org/officeDocument/2006/relationships/tags" Target="../tags/tag932.xml"/><Relationship Id="rId39" Type="http://schemas.openxmlformats.org/officeDocument/2006/relationships/tags" Target="../tags/tag955.xml"/><Relationship Id="rId38" Type="http://schemas.openxmlformats.org/officeDocument/2006/relationships/image" Target="../media/image263.svg"/><Relationship Id="rId37" Type="http://schemas.openxmlformats.org/officeDocument/2006/relationships/image" Target="../media/image262.png"/><Relationship Id="rId36" Type="http://schemas.openxmlformats.org/officeDocument/2006/relationships/tags" Target="../tags/tag954.xml"/><Relationship Id="rId35" Type="http://schemas.openxmlformats.org/officeDocument/2006/relationships/tags" Target="../tags/tag953.xml"/><Relationship Id="rId34" Type="http://schemas.openxmlformats.org/officeDocument/2006/relationships/tags" Target="../tags/tag952.xml"/><Relationship Id="rId33" Type="http://schemas.openxmlformats.org/officeDocument/2006/relationships/tags" Target="../tags/tag951.xml"/><Relationship Id="rId32" Type="http://schemas.openxmlformats.org/officeDocument/2006/relationships/image" Target="../media/image76.svg"/><Relationship Id="rId31" Type="http://schemas.openxmlformats.org/officeDocument/2006/relationships/image" Target="../media/image261.png"/><Relationship Id="rId30" Type="http://schemas.openxmlformats.org/officeDocument/2006/relationships/tags" Target="../tags/tag950.xml"/><Relationship Id="rId3" Type="http://schemas.openxmlformats.org/officeDocument/2006/relationships/tags" Target="../tags/tag931.xml"/><Relationship Id="rId29" Type="http://schemas.openxmlformats.org/officeDocument/2006/relationships/tags" Target="../tags/tag949.xml"/><Relationship Id="rId28" Type="http://schemas.openxmlformats.org/officeDocument/2006/relationships/tags" Target="../tags/tag948.xml"/><Relationship Id="rId27" Type="http://schemas.openxmlformats.org/officeDocument/2006/relationships/tags" Target="../tags/tag947.xml"/><Relationship Id="rId26" Type="http://schemas.openxmlformats.org/officeDocument/2006/relationships/tags" Target="../tags/tag946.xml"/><Relationship Id="rId25" Type="http://schemas.openxmlformats.org/officeDocument/2006/relationships/tags" Target="../tags/tag945.xml"/><Relationship Id="rId24" Type="http://schemas.openxmlformats.org/officeDocument/2006/relationships/image" Target="../media/image260.svg"/><Relationship Id="rId23" Type="http://schemas.openxmlformats.org/officeDocument/2006/relationships/image" Target="../media/image259.png"/><Relationship Id="rId22" Type="http://schemas.openxmlformats.org/officeDocument/2006/relationships/tags" Target="../tags/tag944.xml"/><Relationship Id="rId21" Type="http://schemas.openxmlformats.org/officeDocument/2006/relationships/tags" Target="../tags/tag943.xml"/><Relationship Id="rId20" Type="http://schemas.openxmlformats.org/officeDocument/2006/relationships/tags" Target="../tags/tag942.xml"/><Relationship Id="rId2" Type="http://schemas.openxmlformats.org/officeDocument/2006/relationships/tags" Target="../tags/tag930.xml"/><Relationship Id="rId19" Type="http://schemas.openxmlformats.org/officeDocument/2006/relationships/tags" Target="../tags/tag941.xml"/><Relationship Id="rId18" Type="http://schemas.openxmlformats.org/officeDocument/2006/relationships/tags" Target="../tags/tag940.xml"/><Relationship Id="rId17" Type="http://schemas.openxmlformats.org/officeDocument/2006/relationships/image" Target="../media/image258.svg"/><Relationship Id="rId16" Type="http://schemas.openxmlformats.org/officeDocument/2006/relationships/image" Target="../media/image257.png"/><Relationship Id="rId15" Type="http://schemas.openxmlformats.org/officeDocument/2006/relationships/tags" Target="../tags/tag939.xml"/><Relationship Id="rId14" Type="http://schemas.openxmlformats.org/officeDocument/2006/relationships/tags" Target="../tags/tag938.xml"/><Relationship Id="rId13" Type="http://schemas.openxmlformats.org/officeDocument/2006/relationships/tags" Target="../tags/tag937.xml"/><Relationship Id="rId12" Type="http://schemas.openxmlformats.org/officeDocument/2006/relationships/tags" Target="../tags/tag936.xml"/><Relationship Id="rId11" Type="http://schemas.openxmlformats.org/officeDocument/2006/relationships/image" Target="../media/image256.svg"/><Relationship Id="rId10" Type="http://schemas.openxmlformats.org/officeDocument/2006/relationships/image" Target="../media/image255.png"/><Relationship Id="rId1" Type="http://schemas.openxmlformats.org/officeDocument/2006/relationships/tags" Target="../tags/tag929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986.xml"/><Relationship Id="rId8" Type="http://schemas.openxmlformats.org/officeDocument/2006/relationships/image" Target="../media/image276.svg"/><Relationship Id="rId7" Type="http://schemas.openxmlformats.org/officeDocument/2006/relationships/image" Target="../media/image275.png"/><Relationship Id="rId6" Type="http://schemas.openxmlformats.org/officeDocument/2006/relationships/tags" Target="../tags/tag985.xml"/><Relationship Id="rId5" Type="http://schemas.openxmlformats.org/officeDocument/2006/relationships/tags" Target="../tags/tag984.xml"/><Relationship Id="rId42" Type="http://schemas.openxmlformats.org/officeDocument/2006/relationships/notesSlide" Target="../notesSlides/notesSlide27.xml"/><Relationship Id="rId41" Type="http://schemas.openxmlformats.org/officeDocument/2006/relationships/slideLayout" Target="../slideLayouts/slideLayout3.xml"/><Relationship Id="rId40" Type="http://schemas.openxmlformats.org/officeDocument/2006/relationships/tags" Target="../tags/tag1011.xml"/><Relationship Id="rId4" Type="http://schemas.openxmlformats.org/officeDocument/2006/relationships/tags" Target="../tags/tag983.xml"/><Relationship Id="rId39" Type="http://schemas.openxmlformats.org/officeDocument/2006/relationships/tags" Target="../tags/tag1010.xml"/><Relationship Id="rId38" Type="http://schemas.openxmlformats.org/officeDocument/2006/relationships/tags" Target="../tags/tag1009.xml"/><Relationship Id="rId37" Type="http://schemas.openxmlformats.org/officeDocument/2006/relationships/tags" Target="../tags/tag1008.xml"/><Relationship Id="rId36" Type="http://schemas.openxmlformats.org/officeDocument/2006/relationships/tags" Target="../tags/tag1007.xml"/><Relationship Id="rId35" Type="http://schemas.openxmlformats.org/officeDocument/2006/relationships/tags" Target="../tags/tag1006.xml"/><Relationship Id="rId34" Type="http://schemas.openxmlformats.org/officeDocument/2006/relationships/tags" Target="../tags/tag1005.xml"/><Relationship Id="rId33" Type="http://schemas.openxmlformats.org/officeDocument/2006/relationships/tags" Target="../tags/tag1004.xml"/><Relationship Id="rId32" Type="http://schemas.openxmlformats.org/officeDocument/2006/relationships/tags" Target="../tags/tag1003.xml"/><Relationship Id="rId31" Type="http://schemas.openxmlformats.org/officeDocument/2006/relationships/tags" Target="../tags/tag1002.xml"/><Relationship Id="rId30" Type="http://schemas.openxmlformats.org/officeDocument/2006/relationships/tags" Target="../tags/tag1001.xml"/><Relationship Id="rId3" Type="http://schemas.openxmlformats.org/officeDocument/2006/relationships/tags" Target="../tags/tag982.xml"/><Relationship Id="rId29" Type="http://schemas.openxmlformats.org/officeDocument/2006/relationships/image" Target="../media/image280.svg"/><Relationship Id="rId28" Type="http://schemas.openxmlformats.org/officeDocument/2006/relationships/image" Target="../media/image279.png"/><Relationship Id="rId27" Type="http://schemas.openxmlformats.org/officeDocument/2006/relationships/tags" Target="../tags/tag1000.xml"/><Relationship Id="rId26" Type="http://schemas.openxmlformats.org/officeDocument/2006/relationships/tags" Target="../tags/tag999.xml"/><Relationship Id="rId25" Type="http://schemas.openxmlformats.org/officeDocument/2006/relationships/tags" Target="../tags/tag998.xml"/><Relationship Id="rId24" Type="http://schemas.openxmlformats.org/officeDocument/2006/relationships/tags" Target="../tags/tag997.xml"/><Relationship Id="rId23" Type="http://schemas.openxmlformats.org/officeDocument/2006/relationships/tags" Target="../tags/tag996.xml"/><Relationship Id="rId22" Type="http://schemas.openxmlformats.org/officeDocument/2006/relationships/image" Target="../media/image278.svg"/><Relationship Id="rId21" Type="http://schemas.openxmlformats.org/officeDocument/2006/relationships/image" Target="../media/image277.png"/><Relationship Id="rId20" Type="http://schemas.openxmlformats.org/officeDocument/2006/relationships/tags" Target="../tags/tag995.xml"/><Relationship Id="rId2" Type="http://schemas.openxmlformats.org/officeDocument/2006/relationships/tags" Target="../tags/tag981.xml"/><Relationship Id="rId19" Type="http://schemas.openxmlformats.org/officeDocument/2006/relationships/tags" Target="../tags/tag994.xml"/><Relationship Id="rId18" Type="http://schemas.openxmlformats.org/officeDocument/2006/relationships/tags" Target="../tags/tag993.xml"/><Relationship Id="rId17" Type="http://schemas.openxmlformats.org/officeDocument/2006/relationships/tags" Target="../tags/tag992.xml"/><Relationship Id="rId16" Type="http://schemas.openxmlformats.org/officeDocument/2006/relationships/tags" Target="../tags/tag991.xml"/><Relationship Id="rId15" Type="http://schemas.openxmlformats.org/officeDocument/2006/relationships/image" Target="../media/image218.svg"/><Relationship Id="rId14" Type="http://schemas.openxmlformats.org/officeDocument/2006/relationships/image" Target="../media/image217.png"/><Relationship Id="rId13" Type="http://schemas.openxmlformats.org/officeDocument/2006/relationships/tags" Target="../tags/tag990.xml"/><Relationship Id="rId12" Type="http://schemas.openxmlformats.org/officeDocument/2006/relationships/tags" Target="../tags/tag989.xml"/><Relationship Id="rId11" Type="http://schemas.openxmlformats.org/officeDocument/2006/relationships/tags" Target="../tags/tag988.xml"/><Relationship Id="rId10" Type="http://schemas.openxmlformats.org/officeDocument/2006/relationships/tags" Target="../tags/tag987.xml"/><Relationship Id="rId1" Type="http://schemas.openxmlformats.org/officeDocument/2006/relationships/tags" Target="../tags/tag980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1018.xml"/><Relationship Id="rId8" Type="http://schemas.openxmlformats.org/officeDocument/2006/relationships/tags" Target="../tags/tag1017.xml"/><Relationship Id="rId7" Type="http://schemas.openxmlformats.org/officeDocument/2006/relationships/image" Target="../media/image218.svg"/><Relationship Id="rId6" Type="http://schemas.openxmlformats.org/officeDocument/2006/relationships/image" Target="../media/image217.png"/><Relationship Id="rId5" Type="http://schemas.openxmlformats.org/officeDocument/2006/relationships/tags" Target="../tags/tag1016.xml"/><Relationship Id="rId4" Type="http://schemas.openxmlformats.org/officeDocument/2006/relationships/tags" Target="../tags/tag1015.xml"/><Relationship Id="rId3" Type="http://schemas.openxmlformats.org/officeDocument/2006/relationships/tags" Target="../tags/tag1014.xml"/><Relationship Id="rId2" Type="http://schemas.openxmlformats.org/officeDocument/2006/relationships/tags" Target="../tags/tag1013.xml"/><Relationship Id="rId11" Type="http://schemas.openxmlformats.org/officeDocument/2006/relationships/notesSlide" Target="../notesSlides/notesSlide28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012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1027.xml"/><Relationship Id="rId8" Type="http://schemas.openxmlformats.org/officeDocument/2006/relationships/tags" Target="../tags/tag1026.xml"/><Relationship Id="rId7" Type="http://schemas.openxmlformats.org/officeDocument/2006/relationships/tags" Target="../tags/tag1025.xml"/><Relationship Id="rId6" Type="http://schemas.openxmlformats.org/officeDocument/2006/relationships/tags" Target="../tags/tag1024.xml"/><Relationship Id="rId5" Type="http://schemas.openxmlformats.org/officeDocument/2006/relationships/tags" Target="../tags/tag1023.xml"/><Relationship Id="rId41" Type="http://schemas.openxmlformats.org/officeDocument/2006/relationships/notesSlide" Target="../notesSlides/notesSlide29.xml"/><Relationship Id="rId40" Type="http://schemas.openxmlformats.org/officeDocument/2006/relationships/slideLayout" Target="../slideLayouts/slideLayout7.xml"/><Relationship Id="rId4" Type="http://schemas.openxmlformats.org/officeDocument/2006/relationships/tags" Target="../tags/tag1022.xml"/><Relationship Id="rId39" Type="http://schemas.openxmlformats.org/officeDocument/2006/relationships/tags" Target="../tags/tag1057.xml"/><Relationship Id="rId38" Type="http://schemas.openxmlformats.org/officeDocument/2006/relationships/tags" Target="../tags/tag1056.xml"/><Relationship Id="rId37" Type="http://schemas.openxmlformats.org/officeDocument/2006/relationships/tags" Target="../tags/tag1055.xml"/><Relationship Id="rId36" Type="http://schemas.openxmlformats.org/officeDocument/2006/relationships/tags" Target="../tags/tag1054.xml"/><Relationship Id="rId35" Type="http://schemas.openxmlformats.org/officeDocument/2006/relationships/tags" Target="../tags/tag1053.xml"/><Relationship Id="rId34" Type="http://schemas.openxmlformats.org/officeDocument/2006/relationships/tags" Target="../tags/tag1052.xml"/><Relationship Id="rId33" Type="http://schemas.openxmlformats.org/officeDocument/2006/relationships/tags" Target="../tags/tag1051.xml"/><Relationship Id="rId32" Type="http://schemas.openxmlformats.org/officeDocument/2006/relationships/tags" Target="../tags/tag1050.xml"/><Relationship Id="rId31" Type="http://schemas.openxmlformats.org/officeDocument/2006/relationships/tags" Target="../tags/tag1049.xml"/><Relationship Id="rId30" Type="http://schemas.openxmlformats.org/officeDocument/2006/relationships/tags" Target="../tags/tag1048.xml"/><Relationship Id="rId3" Type="http://schemas.openxmlformats.org/officeDocument/2006/relationships/tags" Target="../tags/tag1021.xml"/><Relationship Id="rId29" Type="http://schemas.openxmlformats.org/officeDocument/2006/relationships/tags" Target="../tags/tag1047.xml"/><Relationship Id="rId28" Type="http://schemas.openxmlformats.org/officeDocument/2006/relationships/tags" Target="../tags/tag1046.xml"/><Relationship Id="rId27" Type="http://schemas.openxmlformats.org/officeDocument/2006/relationships/tags" Target="../tags/tag1045.xml"/><Relationship Id="rId26" Type="http://schemas.openxmlformats.org/officeDocument/2006/relationships/tags" Target="../tags/tag1044.xml"/><Relationship Id="rId25" Type="http://schemas.openxmlformats.org/officeDocument/2006/relationships/tags" Target="../tags/tag1043.xml"/><Relationship Id="rId24" Type="http://schemas.openxmlformats.org/officeDocument/2006/relationships/tags" Target="../tags/tag1042.xml"/><Relationship Id="rId23" Type="http://schemas.openxmlformats.org/officeDocument/2006/relationships/tags" Target="../tags/tag1041.xml"/><Relationship Id="rId22" Type="http://schemas.openxmlformats.org/officeDocument/2006/relationships/tags" Target="../tags/tag1040.xml"/><Relationship Id="rId21" Type="http://schemas.openxmlformats.org/officeDocument/2006/relationships/tags" Target="../tags/tag1039.xml"/><Relationship Id="rId20" Type="http://schemas.openxmlformats.org/officeDocument/2006/relationships/tags" Target="../tags/tag1038.xml"/><Relationship Id="rId2" Type="http://schemas.openxmlformats.org/officeDocument/2006/relationships/tags" Target="../tags/tag1020.xml"/><Relationship Id="rId19" Type="http://schemas.openxmlformats.org/officeDocument/2006/relationships/tags" Target="../tags/tag1037.xml"/><Relationship Id="rId18" Type="http://schemas.openxmlformats.org/officeDocument/2006/relationships/tags" Target="../tags/tag1036.xml"/><Relationship Id="rId17" Type="http://schemas.openxmlformats.org/officeDocument/2006/relationships/tags" Target="../tags/tag1035.xml"/><Relationship Id="rId16" Type="http://schemas.openxmlformats.org/officeDocument/2006/relationships/tags" Target="../tags/tag1034.xml"/><Relationship Id="rId15" Type="http://schemas.openxmlformats.org/officeDocument/2006/relationships/tags" Target="../tags/tag1033.xml"/><Relationship Id="rId14" Type="http://schemas.openxmlformats.org/officeDocument/2006/relationships/tags" Target="../tags/tag1032.xml"/><Relationship Id="rId13" Type="http://schemas.openxmlformats.org/officeDocument/2006/relationships/tags" Target="../tags/tag1031.xml"/><Relationship Id="rId12" Type="http://schemas.openxmlformats.org/officeDocument/2006/relationships/tags" Target="../tags/tag1030.xml"/><Relationship Id="rId11" Type="http://schemas.openxmlformats.org/officeDocument/2006/relationships/tags" Target="../tags/tag1029.xml"/><Relationship Id="rId10" Type="http://schemas.openxmlformats.org/officeDocument/2006/relationships/tags" Target="../tags/tag1028.xml"/><Relationship Id="rId1" Type="http://schemas.openxmlformats.org/officeDocument/2006/relationships/tags" Target="../tags/tag1019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1066.xml"/><Relationship Id="rId8" Type="http://schemas.openxmlformats.org/officeDocument/2006/relationships/tags" Target="../tags/tag1065.xml"/><Relationship Id="rId7" Type="http://schemas.openxmlformats.org/officeDocument/2006/relationships/tags" Target="../tags/tag1064.xml"/><Relationship Id="rId6" Type="http://schemas.openxmlformats.org/officeDocument/2006/relationships/tags" Target="../tags/tag1063.xml"/><Relationship Id="rId5" Type="http://schemas.openxmlformats.org/officeDocument/2006/relationships/tags" Target="../tags/tag1062.xml"/><Relationship Id="rId4" Type="http://schemas.openxmlformats.org/officeDocument/2006/relationships/tags" Target="../tags/tag1061.xml"/><Relationship Id="rId3" Type="http://schemas.openxmlformats.org/officeDocument/2006/relationships/tags" Target="../tags/tag1060.xml"/><Relationship Id="rId2" Type="http://schemas.openxmlformats.org/officeDocument/2006/relationships/tags" Target="../tags/tag1059.xml"/><Relationship Id="rId15" Type="http://schemas.openxmlformats.org/officeDocument/2006/relationships/notesSlide" Target="../notesSlides/notesSlide30.xml"/><Relationship Id="rId14" Type="http://schemas.openxmlformats.org/officeDocument/2006/relationships/slideLayout" Target="../slideLayouts/slideLayout3.xml"/><Relationship Id="rId13" Type="http://schemas.openxmlformats.org/officeDocument/2006/relationships/tags" Target="../tags/tag1070.xml"/><Relationship Id="rId12" Type="http://schemas.openxmlformats.org/officeDocument/2006/relationships/tags" Target="../tags/tag1069.xml"/><Relationship Id="rId11" Type="http://schemas.openxmlformats.org/officeDocument/2006/relationships/tags" Target="../tags/tag1068.xml"/><Relationship Id="rId10" Type="http://schemas.openxmlformats.org/officeDocument/2006/relationships/tags" Target="../tags/tag1067.xml"/><Relationship Id="rId1" Type="http://schemas.openxmlformats.org/officeDocument/2006/relationships/tags" Target="../tags/tag105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93" Type="http://schemas.openxmlformats.org/officeDocument/2006/relationships/notesSlide" Target="../notesSlides/notesSlide32.xml"/><Relationship Id="rId92" Type="http://schemas.openxmlformats.org/officeDocument/2006/relationships/slideLayout" Target="../slideLayouts/slideLayout7.xml"/><Relationship Id="rId91" Type="http://schemas.openxmlformats.org/officeDocument/2006/relationships/tags" Target="../tags/tag1133.xml"/><Relationship Id="rId90" Type="http://schemas.openxmlformats.org/officeDocument/2006/relationships/image" Target="../media/image299.svg"/><Relationship Id="rId9" Type="http://schemas.openxmlformats.org/officeDocument/2006/relationships/tags" Target="../tags/tag1079.xml"/><Relationship Id="rId89" Type="http://schemas.openxmlformats.org/officeDocument/2006/relationships/image" Target="../media/image298.png"/><Relationship Id="rId88" Type="http://schemas.openxmlformats.org/officeDocument/2006/relationships/tags" Target="../tags/tag1132.xml"/><Relationship Id="rId87" Type="http://schemas.openxmlformats.org/officeDocument/2006/relationships/tags" Target="../tags/tag1131.xml"/><Relationship Id="rId86" Type="http://schemas.openxmlformats.org/officeDocument/2006/relationships/tags" Target="../tags/tag1130.xml"/><Relationship Id="rId85" Type="http://schemas.openxmlformats.org/officeDocument/2006/relationships/tags" Target="../tags/tag1129.xml"/><Relationship Id="rId84" Type="http://schemas.openxmlformats.org/officeDocument/2006/relationships/image" Target="../media/image198.svg"/><Relationship Id="rId83" Type="http://schemas.openxmlformats.org/officeDocument/2006/relationships/image" Target="../media/image197.png"/><Relationship Id="rId82" Type="http://schemas.openxmlformats.org/officeDocument/2006/relationships/tags" Target="../tags/tag1128.xml"/><Relationship Id="rId81" Type="http://schemas.openxmlformats.org/officeDocument/2006/relationships/tags" Target="../tags/tag1127.xml"/><Relationship Id="rId80" Type="http://schemas.openxmlformats.org/officeDocument/2006/relationships/tags" Target="../tags/tag1126.xml"/><Relationship Id="rId8" Type="http://schemas.openxmlformats.org/officeDocument/2006/relationships/tags" Target="../tags/tag1078.xml"/><Relationship Id="rId79" Type="http://schemas.openxmlformats.org/officeDocument/2006/relationships/tags" Target="../tags/tag1125.xml"/><Relationship Id="rId78" Type="http://schemas.openxmlformats.org/officeDocument/2006/relationships/image" Target="../media/image297.svg"/><Relationship Id="rId77" Type="http://schemas.openxmlformats.org/officeDocument/2006/relationships/image" Target="../media/image296.png"/><Relationship Id="rId76" Type="http://schemas.openxmlformats.org/officeDocument/2006/relationships/tags" Target="../tags/tag1124.xml"/><Relationship Id="rId75" Type="http://schemas.openxmlformats.org/officeDocument/2006/relationships/tags" Target="../tags/tag1123.xml"/><Relationship Id="rId74" Type="http://schemas.openxmlformats.org/officeDocument/2006/relationships/tags" Target="../tags/tag1122.xml"/><Relationship Id="rId73" Type="http://schemas.openxmlformats.org/officeDocument/2006/relationships/tags" Target="../tags/tag1121.xml"/><Relationship Id="rId72" Type="http://schemas.openxmlformats.org/officeDocument/2006/relationships/image" Target="../media/image295.svg"/><Relationship Id="rId71" Type="http://schemas.openxmlformats.org/officeDocument/2006/relationships/image" Target="../media/image294.png"/><Relationship Id="rId70" Type="http://schemas.openxmlformats.org/officeDocument/2006/relationships/tags" Target="../tags/tag1120.xml"/><Relationship Id="rId7" Type="http://schemas.openxmlformats.org/officeDocument/2006/relationships/tags" Target="../tags/tag1077.xml"/><Relationship Id="rId69" Type="http://schemas.openxmlformats.org/officeDocument/2006/relationships/tags" Target="../tags/tag1119.xml"/><Relationship Id="rId68" Type="http://schemas.openxmlformats.org/officeDocument/2006/relationships/tags" Target="../tags/tag1118.xml"/><Relationship Id="rId67" Type="http://schemas.openxmlformats.org/officeDocument/2006/relationships/tags" Target="../tags/tag1117.xml"/><Relationship Id="rId66" Type="http://schemas.openxmlformats.org/officeDocument/2006/relationships/image" Target="../media/image107.svg"/><Relationship Id="rId65" Type="http://schemas.openxmlformats.org/officeDocument/2006/relationships/image" Target="../media/image293.png"/><Relationship Id="rId64" Type="http://schemas.openxmlformats.org/officeDocument/2006/relationships/tags" Target="../tags/tag1116.xml"/><Relationship Id="rId63" Type="http://schemas.openxmlformats.org/officeDocument/2006/relationships/tags" Target="../tags/tag1115.xml"/><Relationship Id="rId62" Type="http://schemas.openxmlformats.org/officeDocument/2006/relationships/tags" Target="../tags/tag1114.xml"/><Relationship Id="rId61" Type="http://schemas.openxmlformats.org/officeDocument/2006/relationships/tags" Target="../tags/tag1113.xml"/><Relationship Id="rId60" Type="http://schemas.openxmlformats.org/officeDocument/2006/relationships/image" Target="../media/image74.svg"/><Relationship Id="rId6" Type="http://schemas.openxmlformats.org/officeDocument/2006/relationships/tags" Target="../tags/tag1076.xml"/><Relationship Id="rId59" Type="http://schemas.openxmlformats.org/officeDocument/2006/relationships/image" Target="../media/image292.png"/><Relationship Id="rId58" Type="http://schemas.openxmlformats.org/officeDocument/2006/relationships/tags" Target="../tags/tag1112.xml"/><Relationship Id="rId57" Type="http://schemas.openxmlformats.org/officeDocument/2006/relationships/tags" Target="../tags/tag1111.xml"/><Relationship Id="rId56" Type="http://schemas.openxmlformats.org/officeDocument/2006/relationships/tags" Target="../tags/tag1110.xml"/><Relationship Id="rId55" Type="http://schemas.openxmlformats.org/officeDocument/2006/relationships/tags" Target="../tags/tag1109.xml"/><Relationship Id="rId54" Type="http://schemas.openxmlformats.org/officeDocument/2006/relationships/image" Target="../media/image291.svg"/><Relationship Id="rId53" Type="http://schemas.openxmlformats.org/officeDocument/2006/relationships/image" Target="../media/image290.png"/><Relationship Id="rId52" Type="http://schemas.openxmlformats.org/officeDocument/2006/relationships/tags" Target="../tags/tag1108.xml"/><Relationship Id="rId51" Type="http://schemas.openxmlformats.org/officeDocument/2006/relationships/tags" Target="../tags/tag1107.xml"/><Relationship Id="rId50" Type="http://schemas.openxmlformats.org/officeDocument/2006/relationships/tags" Target="../tags/tag1106.xml"/><Relationship Id="rId5" Type="http://schemas.openxmlformats.org/officeDocument/2006/relationships/tags" Target="../tags/tag1075.xml"/><Relationship Id="rId49" Type="http://schemas.openxmlformats.org/officeDocument/2006/relationships/tags" Target="../tags/tag1105.xml"/><Relationship Id="rId48" Type="http://schemas.openxmlformats.org/officeDocument/2006/relationships/image" Target="../media/image289.svg"/><Relationship Id="rId47" Type="http://schemas.openxmlformats.org/officeDocument/2006/relationships/image" Target="../media/image288.png"/><Relationship Id="rId46" Type="http://schemas.openxmlformats.org/officeDocument/2006/relationships/tags" Target="../tags/tag1104.xml"/><Relationship Id="rId45" Type="http://schemas.openxmlformats.org/officeDocument/2006/relationships/tags" Target="../tags/tag1103.xml"/><Relationship Id="rId44" Type="http://schemas.openxmlformats.org/officeDocument/2006/relationships/tags" Target="../tags/tag1102.xml"/><Relationship Id="rId43" Type="http://schemas.openxmlformats.org/officeDocument/2006/relationships/tags" Target="../tags/tag1101.xml"/><Relationship Id="rId42" Type="http://schemas.openxmlformats.org/officeDocument/2006/relationships/image" Target="../media/image90.svg"/><Relationship Id="rId41" Type="http://schemas.openxmlformats.org/officeDocument/2006/relationships/image" Target="../media/image194.png"/><Relationship Id="rId40" Type="http://schemas.openxmlformats.org/officeDocument/2006/relationships/tags" Target="../tags/tag1100.xml"/><Relationship Id="rId4" Type="http://schemas.openxmlformats.org/officeDocument/2006/relationships/tags" Target="../tags/tag1074.xml"/><Relationship Id="rId39" Type="http://schemas.openxmlformats.org/officeDocument/2006/relationships/tags" Target="../tags/tag1099.xml"/><Relationship Id="rId38" Type="http://schemas.openxmlformats.org/officeDocument/2006/relationships/tags" Target="../tags/tag1098.xml"/><Relationship Id="rId37" Type="http://schemas.openxmlformats.org/officeDocument/2006/relationships/tags" Target="../tags/tag1097.xml"/><Relationship Id="rId36" Type="http://schemas.openxmlformats.org/officeDocument/2006/relationships/image" Target="../media/image287.svg"/><Relationship Id="rId35" Type="http://schemas.openxmlformats.org/officeDocument/2006/relationships/image" Target="../media/image286.png"/><Relationship Id="rId34" Type="http://schemas.openxmlformats.org/officeDocument/2006/relationships/tags" Target="../tags/tag1096.xml"/><Relationship Id="rId33" Type="http://schemas.openxmlformats.org/officeDocument/2006/relationships/tags" Target="../tags/tag1095.xml"/><Relationship Id="rId32" Type="http://schemas.openxmlformats.org/officeDocument/2006/relationships/tags" Target="../tags/tag1094.xml"/><Relationship Id="rId31" Type="http://schemas.openxmlformats.org/officeDocument/2006/relationships/tags" Target="../tags/tag1093.xml"/><Relationship Id="rId30" Type="http://schemas.openxmlformats.org/officeDocument/2006/relationships/image" Target="../media/image285.svg"/><Relationship Id="rId3" Type="http://schemas.openxmlformats.org/officeDocument/2006/relationships/tags" Target="../tags/tag1073.xml"/><Relationship Id="rId29" Type="http://schemas.openxmlformats.org/officeDocument/2006/relationships/image" Target="../media/image61.png"/><Relationship Id="rId28" Type="http://schemas.openxmlformats.org/officeDocument/2006/relationships/tags" Target="../tags/tag1092.xml"/><Relationship Id="rId27" Type="http://schemas.openxmlformats.org/officeDocument/2006/relationships/tags" Target="../tags/tag1091.xml"/><Relationship Id="rId26" Type="http://schemas.openxmlformats.org/officeDocument/2006/relationships/tags" Target="../tags/tag1090.xml"/><Relationship Id="rId25" Type="http://schemas.openxmlformats.org/officeDocument/2006/relationships/tags" Target="../tags/tag1089.xml"/><Relationship Id="rId24" Type="http://schemas.openxmlformats.org/officeDocument/2006/relationships/image" Target="../media/image284.svg"/><Relationship Id="rId23" Type="http://schemas.openxmlformats.org/officeDocument/2006/relationships/image" Target="../media/image283.png"/><Relationship Id="rId22" Type="http://schemas.openxmlformats.org/officeDocument/2006/relationships/tags" Target="../tags/tag1088.xml"/><Relationship Id="rId21" Type="http://schemas.openxmlformats.org/officeDocument/2006/relationships/tags" Target="../tags/tag1087.xml"/><Relationship Id="rId20" Type="http://schemas.openxmlformats.org/officeDocument/2006/relationships/tags" Target="../tags/tag1086.xml"/><Relationship Id="rId2" Type="http://schemas.openxmlformats.org/officeDocument/2006/relationships/tags" Target="../tags/tag1072.xml"/><Relationship Id="rId19" Type="http://schemas.openxmlformats.org/officeDocument/2006/relationships/tags" Target="../tags/tag1085.xml"/><Relationship Id="rId18" Type="http://schemas.openxmlformats.org/officeDocument/2006/relationships/image" Target="../media/image282.svg"/><Relationship Id="rId17" Type="http://schemas.openxmlformats.org/officeDocument/2006/relationships/image" Target="../media/image281.png"/><Relationship Id="rId16" Type="http://schemas.openxmlformats.org/officeDocument/2006/relationships/tags" Target="../tags/tag1084.xml"/><Relationship Id="rId15" Type="http://schemas.openxmlformats.org/officeDocument/2006/relationships/tags" Target="../tags/tag1083.xml"/><Relationship Id="rId14" Type="http://schemas.openxmlformats.org/officeDocument/2006/relationships/tags" Target="../tags/tag1082.xml"/><Relationship Id="rId13" Type="http://schemas.openxmlformats.org/officeDocument/2006/relationships/tags" Target="../tags/tag1081.xml"/><Relationship Id="rId12" Type="http://schemas.openxmlformats.org/officeDocument/2006/relationships/image" Target="../media/image109.svg"/><Relationship Id="rId11" Type="http://schemas.openxmlformats.org/officeDocument/2006/relationships/image" Target="../media/image108.png"/><Relationship Id="rId10" Type="http://schemas.openxmlformats.org/officeDocument/2006/relationships/tags" Target="../tags/tag1080.xml"/><Relationship Id="rId1" Type="http://schemas.openxmlformats.org/officeDocument/2006/relationships/tags" Target="../tags/tag1071.xml"/></Relationships>
</file>

<file path=ppt/slides/_rels/slide33.xml.rels><?xml version="1.0" encoding="UTF-8" standalone="yes"?>
<Relationships xmlns="http://schemas.openxmlformats.org/package/2006/relationships"><Relationship Id="rId99" Type="http://schemas.openxmlformats.org/officeDocument/2006/relationships/tags" Target="../tags/tag1196.xml"/><Relationship Id="rId98" Type="http://schemas.openxmlformats.org/officeDocument/2006/relationships/tags" Target="../tags/tag1195.xml"/><Relationship Id="rId97" Type="http://schemas.openxmlformats.org/officeDocument/2006/relationships/image" Target="../media/image335.svg"/><Relationship Id="rId96" Type="http://schemas.openxmlformats.org/officeDocument/2006/relationships/image" Target="../media/image334.png"/><Relationship Id="rId95" Type="http://schemas.openxmlformats.org/officeDocument/2006/relationships/tags" Target="../tags/tag1194.xml"/><Relationship Id="rId94" Type="http://schemas.openxmlformats.org/officeDocument/2006/relationships/tags" Target="../tags/tag1193.xml"/><Relationship Id="rId93" Type="http://schemas.openxmlformats.org/officeDocument/2006/relationships/tags" Target="../tags/tag1192.xml"/><Relationship Id="rId92" Type="http://schemas.openxmlformats.org/officeDocument/2006/relationships/image" Target="../media/image333.svg"/><Relationship Id="rId91" Type="http://schemas.openxmlformats.org/officeDocument/2006/relationships/image" Target="../media/image332.png"/><Relationship Id="rId90" Type="http://schemas.openxmlformats.org/officeDocument/2006/relationships/tags" Target="../tags/tag1191.xml"/><Relationship Id="rId9" Type="http://schemas.openxmlformats.org/officeDocument/2006/relationships/image" Target="../media/image302.png"/><Relationship Id="rId89" Type="http://schemas.openxmlformats.org/officeDocument/2006/relationships/tags" Target="../tags/tag1190.xml"/><Relationship Id="rId88" Type="http://schemas.openxmlformats.org/officeDocument/2006/relationships/tags" Target="../tags/tag1189.xml"/><Relationship Id="rId87" Type="http://schemas.openxmlformats.org/officeDocument/2006/relationships/image" Target="../media/image331.svg"/><Relationship Id="rId86" Type="http://schemas.openxmlformats.org/officeDocument/2006/relationships/image" Target="../media/image330.png"/><Relationship Id="rId85" Type="http://schemas.openxmlformats.org/officeDocument/2006/relationships/tags" Target="../tags/tag1188.xml"/><Relationship Id="rId84" Type="http://schemas.openxmlformats.org/officeDocument/2006/relationships/tags" Target="../tags/tag1187.xml"/><Relationship Id="rId83" Type="http://schemas.openxmlformats.org/officeDocument/2006/relationships/tags" Target="../tags/tag1186.xml"/><Relationship Id="rId82" Type="http://schemas.openxmlformats.org/officeDocument/2006/relationships/image" Target="../media/image329.svg"/><Relationship Id="rId81" Type="http://schemas.openxmlformats.org/officeDocument/2006/relationships/image" Target="../media/image328.png"/><Relationship Id="rId80" Type="http://schemas.openxmlformats.org/officeDocument/2006/relationships/tags" Target="../tags/tag1185.xml"/><Relationship Id="rId8" Type="http://schemas.openxmlformats.org/officeDocument/2006/relationships/tags" Target="../tags/tag1139.xml"/><Relationship Id="rId79" Type="http://schemas.openxmlformats.org/officeDocument/2006/relationships/tags" Target="../tags/tag1184.xml"/><Relationship Id="rId78" Type="http://schemas.openxmlformats.org/officeDocument/2006/relationships/tags" Target="../tags/tag1183.xml"/><Relationship Id="rId77" Type="http://schemas.openxmlformats.org/officeDocument/2006/relationships/tags" Target="../tags/tag1182.xml"/><Relationship Id="rId76" Type="http://schemas.openxmlformats.org/officeDocument/2006/relationships/tags" Target="../tags/tag1181.xml"/><Relationship Id="rId75" Type="http://schemas.openxmlformats.org/officeDocument/2006/relationships/image" Target="../media/image327.svg"/><Relationship Id="rId74" Type="http://schemas.openxmlformats.org/officeDocument/2006/relationships/image" Target="../media/image326.png"/><Relationship Id="rId73" Type="http://schemas.openxmlformats.org/officeDocument/2006/relationships/tags" Target="../tags/tag1180.xml"/><Relationship Id="rId72" Type="http://schemas.openxmlformats.org/officeDocument/2006/relationships/tags" Target="../tags/tag1179.xml"/><Relationship Id="rId71" Type="http://schemas.openxmlformats.org/officeDocument/2006/relationships/image" Target="../media/image325.svg"/><Relationship Id="rId70" Type="http://schemas.openxmlformats.org/officeDocument/2006/relationships/image" Target="../media/image324.png"/><Relationship Id="rId7" Type="http://schemas.openxmlformats.org/officeDocument/2006/relationships/tags" Target="../tags/tag1138.xml"/><Relationship Id="rId69" Type="http://schemas.openxmlformats.org/officeDocument/2006/relationships/tags" Target="../tags/tag1178.xml"/><Relationship Id="rId68" Type="http://schemas.openxmlformats.org/officeDocument/2006/relationships/tags" Target="../tags/tag1177.xml"/><Relationship Id="rId67" Type="http://schemas.openxmlformats.org/officeDocument/2006/relationships/image" Target="../media/image323.svg"/><Relationship Id="rId66" Type="http://schemas.openxmlformats.org/officeDocument/2006/relationships/image" Target="../media/image322.png"/><Relationship Id="rId65" Type="http://schemas.openxmlformats.org/officeDocument/2006/relationships/tags" Target="../tags/tag1176.xml"/><Relationship Id="rId64" Type="http://schemas.openxmlformats.org/officeDocument/2006/relationships/tags" Target="../tags/tag1175.xml"/><Relationship Id="rId63" Type="http://schemas.openxmlformats.org/officeDocument/2006/relationships/tags" Target="../tags/tag1174.xml"/><Relationship Id="rId62" Type="http://schemas.openxmlformats.org/officeDocument/2006/relationships/tags" Target="../tags/tag1173.xml"/><Relationship Id="rId61" Type="http://schemas.openxmlformats.org/officeDocument/2006/relationships/image" Target="../media/image321.svg"/><Relationship Id="rId60" Type="http://schemas.openxmlformats.org/officeDocument/2006/relationships/image" Target="../media/image320.png"/><Relationship Id="rId6" Type="http://schemas.openxmlformats.org/officeDocument/2006/relationships/image" Target="../media/image301.svg"/><Relationship Id="rId59" Type="http://schemas.openxmlformats.org/officeDocument/2006/relationships/tags" Target="../tags/tag1172.xml"/><Relationship Id="rId58" Type="http://schemas.openxmlformats.org/officeDocument/2006/relationships/tags" Target="../tags/tag1171.xml"/><Relationship Id="rId57" Type="http://schemas.openxmlformats.org/officeDocument/2006/relationships/tags" Target="../tags/tag1170.xml"/><Relationship Id="rId56" Type="http://schemas.openxmlformats.org/officeDocument/2006/relationships/tags" Target="../tags/tag1169.xml"/><Relationship Id="rId55" Type="http://schemas.openxmlformats.org/officeDocument/2006/relationships/image" Target="../media/image319.svg"/><Relationship Id="rId54" Type="http://schemas.openxmlformats.org/officeDocument/2006/relationships/image" Target="../media/image318.png"/><Relationship Id="rId53" Type="http://schemas.openxmlformats.org/officeDocument/2006/relationships/tags" Target="../tags/tag1168.xml"/><Relationship Id="rId52" Type="http://schemas.openxmlformats.org/officeDocument/2006/relationships/tags" Target="../tags/tag1167.xml"/><Relationship Id="rId51" Type="http://schemas.openxmlformats.org/officeDocument/2006/relationships/tags" Target="../tags/tag1166.xml"/><Relationship Id="rId50" Type="http://schemas.openxmlformats.org/officeDocument/2006/relationships/tags" Target="../tags/tag1165.xml"/><Relationship Id="rId5" Type="http://schemas.openxmlformats.org/officeDocument/2006/relationships/image" Target="../media/image300.png"/><Relationship Id="rId49" Type="http://schemas.openxmlformats.org/officeDocument/2006/relationships/image" Target="../media/image317.svg"/><Relationship Id="rId48" Type="http://schemas.openxmlformats.org/officeDocument/2006/relationships/image" Target="../media/image316.png"/><Relationship Id="rId47" Type="http://schemas.openxmlformats.org/officeDocument/2006/relationships/tags" Target="../tags/tag1164.xml"/><Relationship Id="rId46" Type="http://schemas.openxmlformats.org/officeDocument/2006/relationships/tags" Target="../tags/tag1163.xml"/><Relationship Id="rId45" Type="http://schemas.openxmlformats.org/officeDocument/2006/relationships/tags" Target="../tags/tag1162.xml"/><Relationship Id="rId44" Type="http://schemas.openxmlformats.org/officeDocument/2006/relationships/image" Target="../media/image315.svg"/><Relationship Id="rId43" Type="http://schemas.openxmlformats.org/officeDocument/2006/relationships/image" Target="../media/image314.png"/><Relationship Id="rId42" Type="http://schemas.openxmlformats.org/officeDocument/2006/relationships/tags" Target="../tags/tag1161.xml"/><Relationship Id="rId41" Type="http://schemas.openxmlformats.org/officeDocument/2006/relationships/tags" Target="../tags/tag1160.xml"/><Relationship Id="rId40" Type="http://schemas.openxmlformats.org/officeDocument/2006/relationships/tags" Target="../tags/tag1159.xml"/><Relationship Id="rId4" Type="http://schemas.openxmlformats.org/officeDocument/2006/relationships/tags" Target="../tags/tag1137.xml"/><Relationship Id="rId39" Type="http://schemas.openxmlformats.org/officeDocument/2006/relationships/tags" Target="../tags/tag1158.xml"/><Relationship Id="rId38" Type="http://schemas.openxmlformats.org/officeDocument/2006/relationships/image" Target="../media/image313.svg"/><Relationship Id="rId37" Type="http://schemas.openxmlformats.org/officeDocument/2006/relationships/image" Target="../media/image312.png"/><Relationship Id="rId36" Type="http://schemas.openxmlformats.org/officeDocument/2006/relationships/tags" Target="../tags/tag1157.xml"/><Relationship Id="rId35" Type="http://schemas.openxmlformats.org/officeDocument/2006/relationships/tags" Target="../tags/tag1156.xml"/><Relationship Id="rId34" Type="http://schemas.openxmlformats.org/officeDocument/2006/relationships/tags" Target="../tags/tag1155.xml"/><Relationship Id="rId33" Type="http://schemas.openxmlformats.org/officeDocument/2006/relationships/tags" Target="../tags/tag1154.xml"/><Relationship Id="rId32" Type="http://schemas.openxmlformats.org/officeDocument/2006/relationships/image" Target="../media/image311.svg"/><Relationship Id="rId31" Type="http://schemas.openxmlformats.org/officeDocument/2006/relationships/image" Target="../media/image310.png"/><Relationship Id="rId30" Type="http://schemas.openxmlformats.org/officeDocument/2006/relationships/tags" Target="../tags/tag1153.xml"/><Relationship Id="rId3" Type="http://schemas.openxmlformats.org/officeDocument/2006/relationships/tags" Target="../tags/tag1136.xml"/><Relationship Id="rId29" Type="http://schemas.openxmlformats.org/officeDocument/2006/relationships/tags" Target="../tags/tag1152.xml"/><Relationship Id="rId28" Type="http://schemas.openxmlformats.org/officeDocument/2006/relationships/tags" Target="../tags/tag1151.xml"/><Relationship Id="rId27" Type="http://schemas.openxmlformats.org/officeDocument/2006/relationships/tags" Target="../tags/tag1150.xml"/><Relationship Id="rId26" Type="http://schemas.openxmlformats.org/officeDocument/2006/relationships/image" Target="../media/image309.svg"/><Relationship Id="rId25" Type="http://schemas.openxmlformats.org/officeDocument/2006/relationships/image" Target="../media/image308.png"/><Relationship Id="rId24" Type="http://schemas.openxmlformats.org/officeDocument/2006/relationships/tags" Target="../tags/tag1149.xml"/><Relationship Id="rId23" Type="http://schemas.openxmlformats.org/officeDocument/2006/relationships/tags" Target="../tags/tag1148.xml"/><Relationship Id="rId22" Type="http://schemas.openxmlformats.org/officeDocument/2006/relationships/tags" Target="../tags/tag1147.xml"/><Relationship Id="rId21" Type="http://schemas.openxmlformats.org/officeDocument/2006/relationships/tags" Target="../tags/tag1146.xml"/><Relationship Id="rId20" Type="http://schemas.openxmlformats.org/officeDocument/2006/relationships/image" Target="../media/image307.svg"/><Relationship Id="rId2" Type="http://schemas.openxmlformats.org/officeDocument/2006/relationships/tags" Target="../tags/tag1135.xml"/><Relationship Id="rId19" Type="http://schemas.openxmlformats.org/officeDocument/2006/relationships/image" Target="../media/image306.png"/><Relationship Id="rId18" Type="http://schemas.openxmlformats.org/officeDocument/2006/relationships/tags" Target="../tags/tag1145.xml"/><Relationship Id="rId17" Type="http://schemas.openxmlformats.org/officeDocument/2006/relationships/tags" Target="../tags/tag1144.xml"/><Relationship Id="rId16" Type="http://schemas.openxmlformats.org/officeDocument/2006/relationships/tags" Target="../tags/tag1143.xml"/><Relationship Id="rId15" Type="http://schemas.openxmlformats.org/officeDocument/2006/relationships/tags" Target="../tags/tag1142.xml"/><Relationship Id="rId14" Type="http://schemas.openxmlformats.org/officeDocument/2006/relationships/image" Target="../media/image305.svg"/><Relationship Id="rId13" Type="http://schemas.openxmlformats.org/officeDocument/2006/relationships/image" Target="../media/image304.png"/><Relationship Id="rId12" Type="http://schemas.openxmlformats.org/officeDocument/2006/relationships/tags" Target="../tags/tag1141.xml"/><Relationship Id="rId110" Type="http://schemas.openxmlformats.org/officeDocument/2006/relationships/notesSlide" Target="../notesSlides/notesSlide33.xml"/><Relationship Id="rId11" Type="http://schemas.openxmlformats.org/officeDocument/2006/relationships/tags" Target="../tags/tag1140.xml"/><Relationship Id="rId109" Type="http://schemas.openxmlformats.org/officeDocument/2006/relationships/slideLayout" Target="../slideLayouts/slideLayout7.xml"/><Relationship Id="rId108" Type="http://schemas.openxmlformats.org/officeDocument/2006/relationships/tags" Target="../tags/tag1201.xml"/><Relationship Id="rId107" Type="http://schemas.openxmlformats.org/officeDocument/2006/relationships/image" Target="../media/image339.svg"/><Relationship Id="rId106" Type="http://schemas.openxmlformats.org/officeDocument/2006/relationships/image" Target="../media/image338.png"/><Relationship Id="rId105" Type="http://schemas.openxmlformats.org/officeDocument/2006/relationships/tags" Target="../tags/tag1200.xml"/><Relationship Id="rId104" Type="http://schemas.openxmlformats.org/officeDocument/2006/relationships/tags" Target="../tags/tag1199.xml"/><Relationship Id="rId103" Type="http://schemas.openxmlformats.org/officeDocument/2006/relationships/tags" Target="../tags/tag1198.xml"/><Relationship Id="rId102" Type="http://schemas.openxmlformats.org/officeDocument/2006/relationships/image" Target="../media/image337.svg"/><Relationship Id="rId101" Type="http://schemas.openxmlformats.org/officeDocument/2006/relationships/image" Target="../media/image336.png"/><Relationship Id="rId100" Type="http://schemas.openxmlformats.org/officeDocument/2006/relationships/tags" Target="../tags/tag1197.xml"/><Relationship Id="rId10" Type="http://schemas.openxmlformats.org/officeDocument/2006/relationships/image" Target="../media/image303.svg"/><Relationship Id="rId1" Type="http://schemas.openxmlformats.org/officeDocument/2006/relationships/tags" Target="../tags/tag1134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tags" Target="../tags/tag1210.xml"/><Relationship Id="rId8" Type="http://schemas.openxmlformats.org/officeDocument/2006/relationships/tags" Target="../tags/tag1209.xml"/><Relationship Id="rId76" Type="http://schemas.openxmlformats.org/officeDocument/2006/relationships/notesSlide" Target="../notesSlides/notesSlide34.xml"/><Relationship Id="rId75" Type="http://schemas.openxmlformats.org/officeDocument/2006/relationships/slideLayout" Target="../slideLayouts/slideLayout7.xml"/><Relationship Id="rId74" Type="http://schemas.openxmlformats.org/officeDocument/2006/relationships/tags" Target="../tags/tag1275.xml"/><Relationship Id="rId73" Type="http://schemas.openxmlformats.org/officeDocument/2006/relationships/tags" Target="../tags/tag1274.xml"/><Relationship Id="rId72" Type="http://schemas.openxmlformats.org/officeDocument/2006/relationships/tags" Target="../tags/tag1273.xml"/><Relationship Id="rId71" Type="http://schemas.openxmlformats.org/officeDocument/2006/relationships/tags" Target="../tags/tag1272.xml"/><Relationship Id="rId70" Type="http://schemas.openxmlformats.org/officeDocument/2006/relationships/tags" Target="../tags/tag1271.xml"/><Relationship Id="rId7" Type="http://schemas.openxmlformats.org/officeDocument/2006/relationships/tags" Target="../tags/tag1208.xml"/><Relationship Id="rId69" Type="http://schemas.openxmlformats.org/officeDocument/2006/relationships/tags" Target="../tags/tag1270.xml"/><Relationship Id="rId68" Type="http://schemas.openxmlformats.org/officeDocument/2006/relationships/tags" Target="../tags/tag1269.xml"/><Relationship Id="rId67" Type="http://schemas.openxmlformats.org/officeDocument/2006/relationships/tags" Target="../tags/tag1268.xml"/><Relationship Id="rId66" Type="http://schemas.openxmlformats.org/officeDocument/2006/relationships/tags" Target="../tags/tag1267.xml"/><Relationship Id="rId65" Type="http://schemas.openxmlformats.org/officeDocument/2006/relationships/tags" Target="../tags/tag1266.xml"/><Relationship Id="rId64" Type="http://schemas.openxmlformats.org/officeDocument/2006/relationships/tags" Target="../tags/tag1265.xml"/><Relationship Id="rId63" Type="http://schemas.openxmlformats.org/officeDocument/2006/relationships/tags" Target="../tags/tag1264.xml"/><Relationship Id="rId62" Type="http://schemas.openxmlformats.org/officeDocument/2006/relationships/tags" Target="../tags/tag1263.xml"/><Relationship Id="rId61" Type="http://schemas.openxmlformats.org/officeDocument/2006/relationships/tags" Target="../tags/tag1262.xml"/><Relationship Id="rId60" Type="http://schemas.openxmlformats.org/officeDocument/2006/relationships/tags" Target="../tags/tag1261.xml"/><Relationship Id="rId6" Type="http://schemas.openxmlformats.org/officeDocument/2006/relationships/tags" Target="../tags/tag1207.xml"/><Relationship Id="rId59" Type="http://schemas.openxmlformats.org/officeDocument/2006/relationships/tags" Target="../tags/tag1260.xml"/><Relationship Id="rId58" Type="http://schemas.openxmlformats.org/officeDocument/2006/relationships/tags" Target="../tags/tag1259.xml"/><Relationship Id="rId57" Type="http://schemas.openxmlformats.org/officeDocument/2006/relationships/tags" Target="../tags/tag1258.xml"/><Relationship Id="rId56" Type="http://schemas.openxmlformats.org/officeDocument/2006/relationships/tags" Target="../tags/tag1257.xml"/><Relationship Id="rId55" Type="http://schemas.openxmlformats.org/officeDocument/2006/relationships/tags" Target="../tags/tag1256.xml"/><Relationship Id="rId54" Type="http://schemas.openxmlformats.org/officeDocument/2006/relationships/tags" Target="../tags/tag1255.xml"/><Relationship Id="rId53" Type="http://schemas.openxmlformats.org/officeDocument/2006/relationships/tags" Target="../tags/tag1254.xml"/><Relationship Id="rId52" Type="http://schemas.openxmlformats.org/officeDocument/2006/relationships/tags" Target="../tags/tag1253.xml"/><Relationship Id="rId51" Type="http://schemas.openxmlformats.org/officeDocument/2006/relationships/tags" Target="../tags/tag1252.xml"/><Relationship Id="rId50" Type="http://schemas.openxmlformats.org/officeDocument/2006/relationships/tags" Target="../tags/tag1251.xml"/><Relationship Id="rId5" Type="http://schemas.openxmlformats.org/officeDocument/2006/relationships/tags" Target="../tags/tag1206.xml"/><Relationship Id="rId49" Type="http://schemas.openxmlformats.org/officeDocument/2006/relationships/tags" Target="../tags/tag1250.xml"/><Relationship Id="rId48" Type="http://schemas.openxmlformats.org/officeDocument/2006/relationships/tags" Target="../tags/tag1249.xml"/><Relationship Id="rId47" Type="http://schemas.openxmlformats.org/officeDocument/2006/relationships/tags" Target="../tags/tag1248.xml"/><Relationship Id="rId46" Type="http://schemas.openxmlformats.org/officeDocument/2006/relationships/tags" Target="../tags/tag1247.xml"/><Relationship Id="rId45" Type="http://schemas.openxmlformats.org/officeDocument/2006/relationships/tags" Target="../tags/tag1246.xml"/><Relationship Id="rId44" Type="http://schemas.openxmlformats.org/officeDocument/2006/relationships/tags" Target="../tags/tag1245.xml"/><Relationship Id="rId43" Type="http://schemas.openxmlformats.org/officeDocument/2006/relationships/tags" Target="../tags/tag1244.xml"/><Relationship Id="rId42" Type="http://schemas.openxmlformats.org/officeDocument/2006/relationships/tags" Target="../tags/tag1243.xml"/><Relationship Id="rId41" Type="http://schemas.openxmlformats.org/officeDocument/2006/relationships/tags" Target="../tags/tag1242.xml"/><Relationship Id="rId40" Type="http://schemas.openxmlformats.org/officeDocument/2006/relationships/tags" Target="../tags/tag1241.xml"/><Relationship Id="rId4" Type="http://schemas.openxmlformats.org/officeDocument/2006/relationships/tags" Target="../tags/tag1205.xml"/><Relationship Id="rId39" Type="http://schemas.openxmlformats.org/officeDocument/2006/relationships/tags" Target="../tags/tag1240.xml"/><Relationship Id="rId38" Type="http://schemas.openxmlformats.org/officeDocument/2006/relationships/tags" Target="../tags/tag1239.xml"/><Relationship Id="rId37" Type="http://schemas.openxmlformats.org/officeDocument/2006/relationships/tags" Target="../tags/tag1238.xml"/><Relationship Id="rId36" Type="http://schemas.openxmlformats.org/officeDocument/2006/relationships/tags" Target="../tags/tag1237.xml"/><Relationship Id="rId35" Type="http://schemas.openxmlformats.org/officeDocument/2006/relationships/tags" Target="../tags/tag1236.xml"/><Relationship Id="rId34" Type="http://schemas.openxmlformats.org/officeDocument/2006/relationships/tags" Target="../tags/tag1235.xml"/><Relationship Id="rId33" Type="http://schemas.openxmlformats.org/officeDocument/2006/relationships/tags" Target="../tags/tag1234.xml"/><Relationship Id="rId32" Type="http://schemas.openxmlformats.org/officeDocument/2006/relationships/tags" Target="../tags/tag1233.xml"/><Relationship Id="rId31" Type="http://schemas.openxmlformats.org/officeDocument/2006/relationships/tags" Target="../tags/tag1232.xml"/><Relationship Id="rId30" Type="http://schemas.openxmlformats.org/officeDocument/2006/relationships/tags" Target="../tags/tag1231.xml"/><Relationship Id="rId3" Type="http://schemas.openxmlformats.org/officeDocument/2006/relationships/tags" Target="../tags/tag1204.xml"/><Relationship Id="rId29" Type="http://schemas.openxmlformats.org/officeDocument/2006/relationships/tags" Target="../tags/tag1230.xml"/><Relationship Id="rId28" Type="http://schemas.openxmlformats.org/officeDocument/2006/relationships/tags" Target="../tags/tag1229.xml"/><Relationship Id="rId27" Type="http://schemas.openxmlformats.org/officeDocument/2006/relationships/tags" Target="../tags/tag1228.xml"/><Relationship Id="rId26" Type="http://schemas.openxmlformats.org/officeDocument/2006/relationships/tags" Target="../tags/tag1227.xml"/><Relationship Id="rId25" Type="http://schemas.openxmlformats.org/officeDocument/2006/relationships/tags" Target="../tags/tag1226.xml"/><Relationship Id="rId24" Type="http://schemas.openxmlformats.org/officeDocument/2006/relationships/tags" Target="../tags/tag1225.xml"/><Relationship Id="rId23" Type="http://schemas.openxmlformats.org/officeDocument/2006/relationships/tags" Target="../tags/tag1224.xml"/><Relationship Id="rId22" Type="http://schemas.openxmlformats.org/officeDocument/2006/relationships/tags" Target="../tags/tag1223.xml"/><Relationship Id="rId21" Type="http://schemas.openxmlformats.org/officeDocument/2006/relationships/tags" Target="../tags/tag1222.xml"/><Relationship Id="rId20" Type="http://schemas.openxmlformats.org/officeDocument/2006/relationships/tags" Target="../tags/tag1221.xml"/><Relationship Id="rId2" Type="http://schemas.openxmlformats.org/officeDocument/2006/relationships/tags" Target="../tags/tag1203.xml"/><Relationship Id="rId19" Type="http://schemas.openxmlformats.org/officeDocument/2006/relationships/tags" Target="../tags/tag1220.xml"/><Relationship Id="rId18" Type="http://schemas.openxmlformats.org/officeDocument/2006/relationships/tags" Target="../tags/tag1219.xml"/><Relationship Id="rId17" Type="http://schemas.openxmlformats.org/officeDocument/2006/relationships/tags" Target="../tags/tag1218.xml"/><Relationship Id="rId16" Type="http://schemas.openxmlformats.org/officeDocument/2006/relationships/tags" Target="../tags/tag1217.xml"/><Relationship Id="rId15" Type="http://schemas.openxmlformats.org/officeDocument/2006/relationships/tags" Target="../tags/tag1216.xml"/><Relationship Id="rId14" Type="http://schemas.openxmlformats.org/officeDocument/2006/relationships/tags" Target="../tags/tag1215.xml"/><Relationship Id="rId13" Type="http://schemas.openxmlformats.org/officeDocument/2006/relationships/tags" Target="../tags/tag1214.xml"/><Relationship Id="rId12" Type="http://schemas.openxmlformats.org/officeDocument/2006/relationships/tags" Target="../tags/tag1213.xml"/><Relationship Id="rId11" Type="http://schemas.openxmlformats.org/officeDocument/2006/relationships/tags" Target="../tags/tag1212.xml"/><Relationship Id="rId10" Type="http://schemas.openxmlformats.org/officeDocument/2006/relationships/tags" Target="../tags/tag1211.xml"/><Relationship Id="rId1" Type="http://schemas.openxmlformats.org/officeDocument/2006/relationships/tags" Target="../tags/tag120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mtClean="0"/>
              <a:t>封装与前期</a:t>
            </a:r>
            <a:r>
              <a:rPr lang="zh-CN" altLang="en-US" smtClean="0"/>
              <a:t>开发</a:t>
            </a:r>
            <a:br>
              <a:rPr lang="zh-CN" altLang="en-US" smtClean="0"/>
            </a:br>
            <a:endParaRPr lang="zh-CN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前期开发阶段</a:t>
            </a:r>
            <a:r>
              <a:rPr lang="zh-CN" altLang="en-US" dirty="0" smtClean="0"/>
              <a:t>总览</a:t>
            </a:r>
            <a:endParaRPr lang="en-US" altLang="zh-CN" dirty="0" smtClean="0"/>
          </a:p>
          <a:p>
            <a:r>
              <a:rPr lang="zh-CN" altLang="en-US" dirty="0" smtClean="0"/>
              <a:t>前期开发流程</a:t>
            </a:r>
            <a:r>
              <a:rPr lang="zh-CN" altLang="en-US" dirty="0" smtClean="0"/>
              <a:t>演进</a:t>
            </a:r>
            <a:endParaRPr lang="zh-CN" altLang="en-US" dirty="0" smtClean="0"/>
          </a:p>
          <a:p>
            <a:r>
              <a:rPr lang="zh-CN" altLang="en-US" dirty="0" smtClean="0"/>
              <a:t>工作交接与</a:t>
            </a:r>
            <a:r>
              <a:rPr lang="zh-CN" altLang="en-US" dirty="0" smtClean="0"/>
              <a:t>总结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858385" y="304292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开发阶段总览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开发阶段总览</a:t>
            </a:r>
            <a:endParaRPr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253365" y="1115060"/>
            <a:ext cx="5419725" cy="1190625"/>
          </a:xfrm>
          <a:custGeom>
            <a:avLst/>
            <a:gdLst>
              <a:gd name="sw" fmla="*/ 1 w 8535"/>
              <a:gd name="sh" fmla="*/ 1 h 1875"/>
              <a:gd name="mins" fmla="min sw sh"/>
              <a:gd name="dsw" fmla="+- 0 sw mins"/>
              <a:gd name="dsh" fmla="+- 0 sh mins"/>
              <a:gd name="p0x0" fmla="*/ 420 w 8535"/>
              <a:gd name="p0y0" fmla="*/ 0 h 1875"/>
              <a:gd name="p0x1" fmla="*/ 8115 w 8535"/>
              <a:gd name="p0y1" fmla="*/ 0 h 1875"/>
              <a:gd name="p0x2" fmla="*/ 8346 w 8535"/>
              <a:gd name="p0y2" fmla="*/ 0 h 1875"/>
              <a:gd name="p0x3" fmla="*/ 8535 w 8535"/>
              <a:gd name="p0y3" fmla="*/ 188 h 1875"/>
              <a:gd name="p0x4" fmla="*/ 8535 w 8535"/>
              <a:gd name="p0y4" fmla="*/ 420 h 1875"/>
              <a:gd name="p0x5" fmla="*/ 8535 w 8535"/>
              <a:gd name="p0y5" fmla="*/ 1455 h 1875"/>
              <a:gd name="p0x6" fmla="*/ 8535 w 8535"/>
              <a:gd name="p0y6" fmla="*/ 1686 h 1875"/>
              <a:gd name="p0x7" fmla="*/ 8346 w 8535"/>
              <a:gd name="p0y7" fmla="*/ 1875 h 1875"/>
              <a:gd name="p0x8" fmla="*/ 8115 w 8535"/>
              <a:gd name="p0y8" fmla="*/ 1875 h 1875"/>
              <a:gd name="p0x9" fmla="*/ 420 w 8535"/>
              <a:gd name="p0y9" fmla="*/ 1875 h 1875"/>
              <a:gd name="p0x10" fmla="*/ 188 w 8535"/>
              <a:gd name="p0y10" fmla="*/ 1875 h 1875"/>
              <a:gd name="p0x11" fmla="*/ 0 w 8535"/>
              <a:gd name="p0y11" fmla="*/ 1686 h 1875"/>
              <a:gd name="p0x12" fmla="*/ 0 w 8535"/>
              <a:gd name="p0y12" fmla="*/ 1455 h 1875"/>
              <a:gd name="p0x13" fmla="*/ 0 w 8535"/>
              <a:gd name="p0y13" fmla="*/ 420 h 1875"/>
              <a:gd name="p0x14" fmla="*/ 0 w 8535"/>
              <a:gd name="p0y14" fmla="*/ 188 h 1875"/>
              <a:gd name="p0x15" fmla="*/ 188 w 8535"/>
              <a:gd name="p0y15" fmla="*/ 0 h 1875"/>
              <a:gd name="p0x16" fmla="*/ 420 w 8535"/>
              <a:gd name="p0y16" fmla="*/ 0 h 18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任意多边形 1"/>
          <p:cNvSpPr/>
          <p:nvPr>
            <p:custDataLst>
              <p:tags r:id="rId3"/>
            </p:custDataLst>
          </p:nvPr>
        </p:nvSpPr>
        <p:spPr>
          <a:xfrm>
            <a:off x="448945" y="131064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575227" y="1370647"/>
            <a:ext cx="433168" cy="2990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1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sz="21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982345" y="1362075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基线环境</a:t>
            </a:r>
            <a:endParaRPr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448945" y="1829753"/>
            <a:ext cx="50292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打通</a:t>
            </a:r>
            <a:r>
              <a:rPr lang="en-US" altLang="zh-CN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 baseline</a:t>
            </a:r>
            <a:endParaRPr lang="en-US" altLang="zh-CN" sz="15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448945" y="2013947"/>
            <a:ext cx="50292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建立稳定基线环境，为后续迭代提供可靠基准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8"/>
            </p:custDataLst>
          </p:nvPr>
        </p:nvSpPr>
        <p:spPr>
          <a:xfrm>
            <a:off x="5873115" y="1115060"/>
            <a:ext cx="5419725" cy="1190625"/>
          </a:xfrm>
          <a:custGeom>
            <a:avLst/>
            <a:gdLst>
              <a:gd name="sw" fmla="*/ 1 w 8535"/>
              <a:gd name="sh" fmla="*/ 1 h 1875"/>
              <a:gd name="mins" fmla="min sw sh"/>
              <a:gd name="dsw" fmla="+- 0 sw mins"/>
              <a:gd name="dsh" fmla="+- 0 sh mins"/>
              <a:gd name="p0x0" fmla="*/ 420 w 8535"/>
              <a:gd name="p0y0" fmla="*/ 0 h 1875"/>
              <a:gd name="p0x1" fmla="*/ 8115 w 8535"/>
              <a:gd name="p0y1" fmla="*/ 0 h 1875"/>
              <a:gd name="p0x2" fmla="*/ 8346 w 8535"/>
              <a:gd name="p0y2" fmla="*/ 0 h 1875"/>
              <a:gd name="p0x3" fmla="*/ 8535 w 8535"/>
              <a:gd name="p0y3" fmla="*/ 188 h 1875"/>
              <a:gd name="p0x4" fmla="*/ 8535 w 8535"/>
              <a:gd name="p0y4" fmla="*/ 420 h 1875"/>
              <a:gd name="p0x5" fmla="*/ 8535 w 8535"/>
              <a:gd name="p0y5" fmla="*/ 1455 h 1875"/>
              <a:gd name="p0x6" fmla="*/ 8535 w 8535"/>
              <a:gd name="p0y6" fmla="*/ 1686 h 1875"/>
              <a:gd name="p0x7" fmla="*/ 8346 w 8535"/>
              <a:gd name="p0y7" fmla="*/ 1875 h 1875"/>
              <a:gd name="p0x8" fmla="*/ 8115 w 8535"/>
              <a:gd name="p0y8" fmla="*/ 1875 h 1875"/>
              <a:gd name="p0x9" fmla="*/ 420 w 8535"/>
              <a:gd name="p0y9" fmla="*/ 1875 h 1875"/>
              <a:gd name="p0x10" fmla="*/ 188 w 8535"/>
              <a:gd name="p0y10" fmla="*/ 1875 h 1875"/>
              <a:gd name="p0x11" fmla="*/ 0 w 8535"/>
              <a:gd name="p0y11" fmla="*/ 1686 h 1875"/>
              <a:gd name="p0x12" fmla="*/ 0 w 8535"/>
              <a:gd name="p0y12" fmla="*/ 1455 h 1875"/>
              <a:gd name="p0x13" fmla="*/ 0 w 8535"/>
              <a:gd name="p0y13" fmla="*/ 420 h 1875"/>
              <a:gd name="p0x14" fmla="*/ 0 w 8535"/>
              <a:gd name="p0y14" fmla="*/ 188 h 1875"/>
              <a:gd name="p0x15" fmla="*/ 188 w 8535"/>
              <a:gd name="p0y15" fmla="*/ 0 h 1875"/>
              <a:gd name="p0x16" fmla="*/ 420 w 8535"/>
              <a:gd name="p0y16" fmla="*/ 0 h 18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9"/>
            </p:custDataLst>
          </p:nvPr>
        </p:nvSpPr>
        <p:spPr>
          <a:xfrm>
            <a:off x="6068695" y="131064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6194977" y="1370647"/>
            <a:ext cx="433168" cy="2990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1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sz="21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6602095" y="1362075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指标采集</a:t>
            </a:r>
            <a:endParaRPr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6068695" y="1829753"/>
            <a:ext cx="50292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补齐</a:t>
            </a:r>
            <a:r>
              <a:rPr lang="en-US" altLang="zh-CN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 Cache</a:t>
            </a:r>
            <a:r>
              <a:rPr lang="zh-CN" altLang="en-US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相关指标</a:t>
            </a:r>
            <a:endParaRPr lang="zh-CN" altLang="en-US" sz="15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6068695" y="2013947"/>
            <a:ext cx="50292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搭建评测仪表盘，实现关键指标可视化监控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4"/>
            </p:custDataLst>
          </p:nvPr>
        </p:nvSpPr>
        <p:spPr>
          <a:xfrm>
            <a:off x="253365" y="2505710"/>
            <a:ext cx="5419725" cy="1190625"/>
          </a:xfrm>
          <a:custGeom>
            <a:avLst/>
            <a:gdLst>
              <a:gd name="sw" fmla="*/ 1 w 8535"/>
              <a:gd name="sh" fmla="*/ 1 h 1875"/>
              <a:gd name="mins" fmla="min sw sh"/>
              <a:gd name="dsw" fmla="+- 0 sw mins"/>
              <a:gd name="dsh" fmla="+- 0 sh mins"/>
              <a:gd name="p0x0" fmla="*/ 420 w 8535"/>
              <a:gd name="p0y0" fmla="*/ 0 h 1875"/>
              <a:gd name="p0x1" fmla="*/ 8115 w 8535"/>
              <a:gd name="p0y1" fmla="*/ 0 h 1875"/>
              <a:gd name="p0x2" fmla="*/ 8346 w 8535"/>
              <a:gd name="p0y2" fmla="*/ 0 h 1875"/>
              <a:gd name="p0x3" fmla="*/ 8535 w 8535"/>
              <a:gd name="p0y3" fmla="*/ 188 h 1875"/>
              <a:gd name="p0x4" fmla="*/ 8535 w 8535"/>
              <a:gd name="p0y4" fmla="*/ 420 h 1875"/>
              <a:gd name="p0x5" fmla="*/ 8535 w 8535"/>
              <a:gd name="p0y5" fmla="*/ 1455 h 1875"/>
              <a:gd name="p0x6" fmla="*/ 8535 w 8535"/>
              <a:gd name="p0y6" fmla="*/ 1686 h 1875"/>
              <a:gd name="p0x7" fmla="*/ 8346 w 8535"/>
              <a:gd name="p0y7" fmla="*/ 1875 h 1875"/>
              <a:gd name="p0x8" fmla="*/ 8115 w 8535"/>
              <a:gd name="p0y8" fmla="*/ 1875 h 1875"/>
              <a:gd name="p0x9" fmla="*/ 420 w 8535"/>
              <a:gd name="p0y9" fmla="*/ 1875 h 1875"/>
              <a:gd name="p0x10" fmla="*/ 188 w 8535"/>
              <a:gd name="p0y10" fmla="*/ 1875 h 1875"/>
              <a:gd name="p0x11" fmla="*/ 0 w 8535"/>
              <a:gd name="p0y11" fmla="*/ 1686 h 1875"/>
              <a:gd name="p0x12" fmla="*/ 0 w 8535"/>
              <a:gd name="p0y12" fmla="*/ 1455 h 1875"/>
              <a:gd name="p0x13" fmla="*/ 0 w 8535"/>
              <a:gd name="p0y13" fmla="*/ 420 h 1875"/>
              <a:gd name="p0x14" fmla="*/ 0 w 8535"/>
              <a:gd name="p0y14" fmla="*/ 188 h 1875"/>
              <a:gd name="p0x15" fmla="*/ 188 w 8535"/>
              <a:gd name="p0y15" fmla="*/ 0 h 1875"/>
              <a:gd name="p0x16" fmla="*/ 420 w 8535"/>
              <a:gd name="p0y16" fmla="*/ 0 h 18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5"/>
            </p:custDataLst>
          </p:nvPr>
        </p:nvSpPr>
        <p:spPr>
          <a:xfrm>
            <a:off x="448945" y="270129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>
            <a:off x="575227" y="2761298"/>
            <a:ext cx="433168" cy="2990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1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sz="21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7"/>
            </p:custDataLst>
          </p:nvPr>
        </p:nvSpPr>
        <p:spPr>
          <a:xfrm>
            <a:off x="982345" y="2752725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最小闭环</a:t>
            </a:r>
            <a:endParaRPr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8"/>
            </p:custDataLst>
          </p:nvPr>
        </p:nvSpPr>
        <p:spPr>
          <a:xfrm>
            <a:off x="448945" y="3220403"/>
            <a:ext cx="50292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纯</a:t>
            </a:r>
            <a:r>
              <a:rPr lang="en-US" altLang="zh-CN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Python/</a:t>
            </a:r>
            <a:r>
              <a:rPr lang="zh-CN" altLang="en-US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类模拟器验证</a:t>
            </a:r>
            <a:endParaRPr lang="zh-CN" altLang="en-US" sz="15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9"/>
            </p:custDataLst>
          </p:nvPr>
        </p:nvSpPr>
        <p:spPr>
          <a:xfrm>
            <a:off x="448945" y="3404597"/>
            <a:ext cx="50292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验证控制逻辑正确性，快速迭代核心算法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0"/>
            </p:custDataLst>
          </p:nvPr>
        </p:nvSpPr>
        <p:spPr>
          <a:xfrm>
            <a:off x="5873115" y="2505710"/>
            <a:ext cx="5419725" cy="1190625"/>
          </a:xfrm>
          <a:custGeom>
            <a:avLst/>
            <a:gdLst>
              <a:gd name="sw" fmla="*/ 1 w 8535"/>
              <a:gd name="sh" fmla="*/ 1 h 1875"/>
              <a:gd name="mins" fmla="min sw sh"/>
              <a:gd name="dsw" fmla="+- 0 sw mins"/>
              <a:gd name="dsh" fmla="+- 0 sh mins"/>
              <a:gd name="p0x0" fmla="*/ 420 w 8535"/>
              <a:gd name="p0y0" fmla="*/ 0 h 1875"/>
              <a:gd name="p0x1" fmla="*/ 8115 w 8535"/>
              <a:gd name="p0y1" fmla="*/ 0 h 1875"/>
              <a:gd name="p0x2" fmla="*/ 8346 w 8535"/>
              <a:gd name="p0y2" fmla="*/ 0 h 1875"/>
              <a:gd name="p0x3" fmla="*/ 8535 w 8535"/>
              <a:gd name="p0y3" fmla="*/ 188 h 1875"/>
              <a:gd name="p0x4" fmla="*/ 8535 w 8535"/>
              <a:gd name="p0y4" fmla="*/ 420 h 1875"/>
              <a:gd name="p0x5" fmla="*/ 8535 w 8535"/>
              <a:gd name="p0y5" fmla="*/ 1455 h 1875"/>
              <a:gd name="p0x6" fmla="*/ 8535 w 8535"/>
              <a:gd name="p0y6" fmla="*/ 1686 h 1875"/>
              <a:gd name="p0x7" fmla="*/ 8346 w 8535"/>
              <a:gd name="p0y7" fmla="*/ 1875 h 1875"/>
              <a:gd name="p0x8" fmla="*/ 8115 w 8535"/>
              <a:gd name="p0y8" fmla="*/ 1875 h 1875"/>
              <a:gd name="p0x9" fmla="*/ 420 w 8535"/>
              <a:gd name="p0y9" fmla="*/ 1875 h 1875"/>
              <a:gd name="p0x10" fmla="*/ 188 w 8535"/>
              <a:gd name="p0y10" fmla="*/ 1875 h 1875"/>
              <a:gd name="p0x11" fmla="*/ 0 w 8535"/>
              <a:gd name="p0y11" fmla="*/ 1686 h 1875"/>
              <a:gd name="p0x12" fmla="*/ 0 w 8535"/>
              <a:gd name="p0y12" fmla="*/ 1455 h 1875"/>
              <a:gd name="p0x13" fmla="*/ 0 w 8535"/>
              <a:gd name="p0y13" fmla="*/ 420 h 1875"/>
              <a:gd name="p0x14" fmla="*/ 0 w 8535"/>
              <a:gd name="p0y14" fmla="*/ 188 h 1875"/>
              <a:gd name="p0x15" fmla="*/ 188 w 8535"/>
              <a:gd name="p0y15" fmla="*/ 0 h 1875"/>
              <a:gd name="p0x16" fmla="*/ 420 w 8535"/>
              <a:gd name="p0y16" fmla="*/ 0 h 18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21"/>
            </p:custDataLst>
          </p:nvPr>
        </p:nvSpPr>
        <p:spPr>
          <a:xfrm>
            <a:off x="6068695" y="270129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2"/>
            </p:custDataLst>
          </p:nvPr>
        </p:nvSpPr>
        <p:spPr>
          <a:xfrm>
            <a:off x="6194977" y="2761298"/>
            <a:ext cx="433168" cy="2990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1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sz="21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3"/>
            </p:custDataLst>
          </p:nvPr>
        </p:nvSpPr>
        <p:spPr>
          <a:xfrm>
            <a:off x="6602095" y="2752725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真实接入</a:t>
            </a:r>
            <a:endParaRPr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4"/>
            </p:custDataLst>
          </p:nvPr>
        </p:nvSpPr>
        <p:spPr>
          <a:xfrm>
            <a:off x="6068695" y="3220403"/>
            <a:ext cx="50292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接入真实</a:t>
            </a:r>
            <a:r>
              <a:rPr lang="en-US" altLang="zh-CN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</a:t>
            </a:r>
            <a:r>
              <a:rPr lang="zh-CN" altLang="en-US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控制面</a:t>
            </a:r>
            <a:endParaRPr lang="zh-CN" altLang="en-US" sz="15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5"/>
            </p:custDataLst>
          </p:nvPr>
        </p:nvSpPr>
        <p:spPr>
          <a:xfrm>
            <a:off x="6068695" y="3404597"/>
            <a:ext cx="50292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插生命周期探针，打通生产环境链路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26"/>
            </p:custDataLst>
          </p:nvPr>
        </p:nvSpPr>
        <p:spPr>
          <a:xfrm>
            <a:off x="253365" y="3896360"/>
            <a:ext cx="5419725" cy="1190625"/>
          </a:xfrm>
          <a:custGeom>
            <a:avLst/>
            <a:gdLst>
              <a:gd name="sw" fmla="*/ 1 w 8535"/>
              <a:gd name="sh" fmla="*/ 1 h 1875"/>
              <a:gd name="mins" fmla="min sw sh"/>
              <a:gd name="dsw" fmla="+- 0 sw mins"/>
              <a:gd name="dsh" fmla="+- 0 sh mins"/>
              <a:gd name="p0x0" fmla="*/ 420 w 8535"/>
              <a:gd name="p0y0" fmla="*/ 0 h 1875"/>
              <a:gd name="p0x1" fmla="*/ 8115 w 8535"/>
              <a:gd name="p0y1" fmla="*/ 0 h 1875"/>
              <a:gd name="p0x2" fmla="*/ 8346 w 8535"/>
              <a:gd name="p0y2" fmla="*/ 0 h 1875"/>
              <a:gd name="p0x3" fmla="*/ 8535 w 8535"/>
              <a:gd name="p0y3" fmla="*/ 188 h 1875"/>
              <a:gd name="p0x4" fmla="*/ 8535 w 8535"/>
              <a:gd name="p0y4" fmla="*/ 420 h 1875"/>
              <a:gd name="p0x5" fmla="*/ 8535 w 8535"/>
              <a:gd name="p0y5" fmla="*/ 1455 h 1875"/>
              <a:gd name="p0x6" fmla="*/ 8535 w 8535"/>
              <a:gd name="p0y6" fmla="*/ 1686 h 1875"/>
              <a:gd name="p0x7" fmla="*/ 8346 w 8535"/>
              <a:gd name="p0y7" fmla="*/ 1875 h 1875"/>
              <a:gd name="p0x8" fmla="*/ 8115 w 8535"/>
              <a:gd name="p0y8" fmla="*/ 1875 h 1875"/>
              <a:gd name="p0x9" fmla="*/ 420 w 8535"/>
              <a:gd name="p0y9" fmla="*/ 1875 h 1875"/>
              <a:gd name="p0x10" fmla="*/ 188 w 8535"/>
              <a:gd name="p0y10" fmla="*/ 1875 h 1875"/>
              <a:gd name="p0x11" fmla="*/ 0 w 8535"/>
              <a:gd name="p0y11" fmla="*/ 1686 h 1875"/>
              <a:gd name="p0x12" fmla="*/ 0 w 8535"/>
              <a:gd name="p0y12" fmla="*/ 1455 h 1875"/>
              <a:gd name="p0x13" fmla="*/ 0 w 8535"/>
              <a:gd name="p0y13" fmla="*/ 420 h 1875"/>
              <a:gd name="p0x14" fmla="*/ 0 w 8535"/>
              <a:gd name="p0y14" fmla="*/ 188 h 1875"/>
              <a:gd name="p0x15" fmla="*/ 188 w 8535"/>
              <a:gd name="p0y15" fmla="*/ 0 h 1875"/>
              <a:gd name="p0x16" fmla="*/ 420 w 8535"/>
              <a:gd name="p0y16" fmla="*/ 0 h 18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272EC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27"/>
            </p:custDataLst>
          </p:nvPr>
        </p:nvSpPr>
        <p:spPr>
          <a:xfrm>
            <a:off x="448945" y="409194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28"/>
            </p:custDataLst>
          </p:nvPr>
        </p:nvSpPr>
        <p:spPr>
          <a:xfrm>
            <a:off x="982345" y="4143375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策略迭代</a:t>
            </a:r>
            <a:endParaRPr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29"/>
            </p:custDataLst>
          </p:nvPr>
        </p:nvSpPr>
        <p:spPr>
          <a:xfrm>
            <a:off x="448945" y="4611053"/>
            <a:ext cx="516865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shared-aware · family-protect · admission control</a:t>
            </a:r>
            <a:endParaRPr sz="1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0"/>
            </p:custDataLst>
          </p:nvPr>
        </p:nvSpPr>
        <p:spPr>
          <a:xfrm>
            <a:off x="448945" y="4795247"/>
            <a:ext cx="50292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FFFFFF">
                    <a:alpha val="9000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</a:t>
            </a:r>
            <a:r>
              <a:rPr lang="zh-CN" sz="1350">
                <a:solidFill>
                  <a:srgbClr val="FFFFFF">
                    <a:alpha val="9000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个阶段持续优化调度策略，构建多层次防护体系</a:t>
            </a:r>
            <a:endParaRPr lang="zh-CN" sz="1350">
              <a:solidFill>
                <a:srgbClr val="FFFFFF">
                  <a:alpha val="90001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31"/>
            </p:custDataLst>
          </p:nvPr>
        </p:nvSpPr>
        <p:spPr>
          <a:xfrm>
            <a:off x="5873115" y="3896360"/>
            <a:ext cx="5419725" cy="1190625"/>
          </a:xfrm>
          <a:custGeom>
            <a:avLst/>
            <a:gdLst>
              <a:gd name="sw" fmla="*/ 1 w 8535"/>
              <a:gd name="sh" fmla="*/ 1 h 1875"/>
              <a:gd name="mins" fmla="min sw sh"/>
              <a:gd name="dsw" fmla="+- 0 sw mins"/>
              <a:gd name="dsh" fmla="+- 0 sh mins"/>
              <a:gd name="p0x0" fmla="*/ 420 w 8535"/>
              <a:gd name="p0y0" fmla="*/ 0 h 1875"/>
              <a:gd name="p0x1" fmla="*/ 8115 w 8535"/>
              <a:gd name="p0y1" fmla="*/ 0 h 1875"/>
              <a:gd name="p0x2" fmla="*/ 8346 w 8535"/>
              <a:gd name="p0y2" fmla="*/ 0 h 1875"/>
              <a:gd name="p0x3" fmla="*/ 8535 w 8535"/>
              <a:gd name="p0y3" fmla="*/ 188 h 1875"/>
              <a:gd name="p0x4" fmla="*/ 8535 w 8535"/>
              <a:gd name="p0y4" fmla="*/ 420 h 1875"/>
              <a:gd name="p0x5" fmla="*/ 8535 w 8535"/>
              <a:gd name="p0y5" fmla="*/ 1455 h 1875"/>
              <a:gd name="p0x6" fmla="*/ 8535 w 8535"/>
              <a:gd name="p0y6" fmla="*/ 1686 h 1875"/>
              <a:gd name="p0x7" fmla="*/ 8346 w 8535"/>
              <a:gd name="p0y7" fmla="*/ 1875 h 1875"/>
              <a:gd name="p0x8" fmla="*/ 8115 w 8535"/>
              <a:gd name="p0y8" fmla="*/ 1875 h 1875"/>
              <a:gd name="p0x9" fmla="*/ 420 w 8535"/>
              <a:gd name="p0y9" fmla="*/ 1875 h 1875"/>
              <a:gd name="p0x10" fmla="*/ 188 w 8535"/>
              <a:gd name="p0y10" fmla="*/ 1875 h 1875"/>
              <a:gd name="p0x11" fmla="*/ 0 w 8535"/>
              <a:gd name="p0y11" fmla="*/ 1686 h 1875"/>
              <a:gd name="p0x12" fmla="*/ 0 w 8535"/>
              <a:gd name="p0y12" fmla="*/ 1455 h 1875"/>
              <a:gd name="p0x13" fmla="*/ 0 w 8535"/>
              <a:gd name="p0y13" fmla="*/ 420 h 1875"/>
              <a:gd name="p0x14" fmla="*/ 0 w 8535"/>
              <a:gd name="p0y14" fmla="*/ 188 h 1875"/>
              <a:gd name="p0x15" fmla="*/ 188 w 8535"/>
              <a:gd name="p0y15" fmla="*/ 0 h 1875"/>
              <a:gd name="p0x16" fmla="*/ 420 w 8535"/>
              <a:gd name="p0y16" fmla="*/ 0 h 18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32"/>
            </p:custDataLst>
          </p:nvPr>
        </p:nvSpPr>
        <p:spPr>
          <a:xfrm>
            <a:off x="6068695" y="409194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33"/>
            </p:custDataLst>
          </p:nvPr>
        </p:nvSpPr>
        <p:spPr>
          <a:xfrm>
            <a:off x="6602095" y="4143375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压力测试</a:t>
            </a:r>
            <a:endParaRPr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34"/>
            </p:custDataLst>
          </p:nvPr>
        </p:nvSpPr>
        <p:spPr>
          <a:xfrm>
            <a:off x="6068695" y="4611053"/>
            <a:ext cx="50292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workload</a:t>
            </a:r>
            <a:r>
              <a:rPr lang="zh-CN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构造与版本迭代优化</a:t>
            </a:r>
            <a:endParaRPr lang="zh-CN" sz="15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35"/>
            </p:custDataLst>
          </p:nvPr>
        </p:nvSpPr>
        <p:spPr>
          <a:xfrm>
            <a:off x="6068695" y="4795247"/>
            <a:ext cx="50292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</a:t>
            </a:r>
            <a:r>
              <a:rPr 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个阶段构造极端场景，验证系统极限承载能力</a:t>
            </a:r>
            <a:endParaRPr lang="zh-CN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36"/>
            </p:custDataLst>
          </p:nvPr>
        </p:nvSpPr>
        <p:spPr>
          <a:xfrm>
            <a:off x="253365" y="5287010"/>
            <a:ext cx="5419725" cy="1190625"/>
          </a:xfrm>
          <a:custGeom>
            <a:avLst/>
            <a:gdLst>
              <a:gd name="sw" fmla="*/ 1 w 8535"/>
              <a:gd name="sh" fmla="*/ 1 h 1875"/>
              <a:gd name="mins" fmla="min sw sh"/>
              <a:gd name="dsw" fmla="+- 0 sw mins"/>
              <a:gd name="dsh" fmla="+- 0 sh mins"/>
              <a:gd name="p0x0" fmla="*/ 420 w 8535"/>
              <a:gd name="p0y0" fmla="*/ 0 h 1875"/>
              <a:gd name="p0x1" fmla="*/ 8115 w 8535"/>
              <a:gd name="p0y1" fmla="*/ 0 h 1875"/>
              <a:gd name="p0x2" fmla="*/ 8346 w 8535"/>
              <a:gd name="p0y2" fmla="*/ 0 h 1875"/>
              <a:gd name="p0x3" fmla="*/ 8535 w 8535"/>
              <a:gd name="p0y3" fmla="*/ 188 h 1875"/>
              <a:gd name="p0x4" fmla="*/ 8535 w 8535"/>
              <a:gd name="p0y4" fmla="*/ 420 h 1875"/>
              <a:gd name="p0x5" fmla="*/ 8535 w 8535"/>
              <a:gd name="p0y5" fmla="*/ 1455 h 1875"/>
              <a:gd name="p0x6" fmla="*/ 8535 w 8535"/>
              <a:gd name="p0y6" fmla="*/ 1686 h 1875"/>
              <a:gd name="p0x7" fmla="*/ 8346 w 8535"/>
              <a:gd name="p0y7" fmla="*/ 1875 h 1875"/>
              <a:gd name="p0x8" fmla="*/ 8115 w 8535"/>
              <a:gd name="p0y8" fmla="*/ 1875 h 1875"/>
              <a:gd name="p0x9" fmla="*/ 420 w 8535"/>
              <a:gd name="p0y9" fmla="*/ 1875 h 1875"/>
              <a:gd name="p0x10" fmla="*/ 188 w 8535"/>
              <a:gd name="p0y10" fmla="*/ 1875 h 1875"/>
              <a:gd name="p0x11" fmla="*/ 0 w 8535"/>
              <a:gd name="p0y11" fmla="*/ 1686 h 1875"/>
              <a:gd name="p0x12" fmla="*/ 0 w 8535"/>
              <a:gd name="p0y12" fmla="*/ 1455 h 1875"/>
              <a:gd name="p0x13" fmla="*/ 0 w 8535"/>
              <a:gd name="p0y13" fmla="*/ 420 h 1875"/>
              <a:gd name="p0x14" fmla="*/ 0 w 8535"/>
              <a:gd name="p0y14" fmla="*/ 188 h 1875"/>
              <a:gd name="p0x15" fmla="*/ 188 w 8535"/>
              <a:gd name="p0y15" fmla="*/ 0 h 1875"/>
              <a:gd name="p0x16" fmla="*/ 420 w 8535"/>
              <a:gd name="p0y16" fmla="*/ 0 h 18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>
            <p:custDataLst>
              <p:tags r:id="rId37"/>
            </p:custDataLst>
          </p:nvPr>
        </p:nvSpPr>
        <p:spPr>
          <a:xfrm>
            <a:off x="448945" y="548259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38"/>
            </p:custDataLst>
          </p:nvPr>
        </p:nvSpPr>
        <p:spPr>
          <a:xfrm>
            <a:off x="982345" y="5534025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无害验证</a:t>
            </a:r>
            <a:endParaRPr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39"/>
            </p:custDataLst>
          </p:nvPr>
        </p:nvSpPr>
        <p:spPr>
          <a:xfrm>
            <a:off x="448945" y="6001703"/>
            <a:ext cx="50292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普通场景</a:t>
            </a:r>
            <a:r>
              <a:rPr lang="en-US" altLang="zh-CN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· </a:t>
            </a:r>
            <a:r>
              <a:rPr lang="zh-CN" altLang="en-US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模板收益</a:t>
            </a:r>
            <a:r>
              <a:rPr lang="en-US" altLang="zh-CN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· </a:t>
            </a:r>
            <a:r>
              <a:rPr lang="zh-CN" altLang="en-US"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多轮收益</a:t>
            </a:r>
            <a:endParaRPr lang="zh-CN" altLang="en-US" sz="15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40"/>
            </p:custDataLst>
          </p:nvPr>
        </p:nvSpPr>
        <p:spPr>
          <a:xfrm>
            <a:off x="448945" y="6185897"/>
            <a:ext cx="50292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个阶段验证策略对正常请求无负面影响</a:t>
            </a:r>
            <a:endParaRPr lang="zh-CN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41"/>
            </p:custDataLst>
          </p:nvPr>
        </p:nvSpPr>
        <p:spPr>
          <a:xfrm>
            <a:off x="5873115" y="5287010"/>
            <a:ext cx="5419725" cy="1190625"/>
          </a:xfrm>
          <a:custGeom>
            <a:avLst/>
            <a:gdLst>
              <a:gd name="sw" fmla="*/ 1 w 8535"/>
              <a:gd name="sh" fmla="*/ 1 h 1875"/>
              <a:gd name="mins" fmla="min sw sh"/>
              <a:gd name="dsw" fmla="+- 0 sw mins"/>
              <a:gd name="dsh" fmla="+- 0 sh mins"/>
              <a:gd name="p0x0" fmla="*/ 420 w 8535"/>
              <a:gd name="p0y0" fmla="*/ 0 h 1875"/>
              <a:gd name="p0x1" fmla="*/ 8115 w 8535"/>
              <a:gd name="p0y1" fmla="*/ 0 h 1875"/>
              <a:gd name="p0x2" fmla="*/ 8346 w 8535"/>
              <a:gd name="p0y2" fmla="*/ 0 h 1875"/>
              <a:gd name="p0x3" fmla="*/ 8535 w 8535"/>
              <a:gd name="p0y3" fmla="*/ 188 h 1875"/>
              <a:gd name="p0x4" fmla="*/ 8535 w 8535"/>
              <a:gd name="p0y4" fmla="*/ 420 h 1875"/>
              <a:gd name="p0x5" fmla="*/ 8535 w 8535"/>
              <a:gd name="p0y5" fmla="*/ 1455 h 1875"/>
              <a:gd name="p0x6" fmla="*/ 8535 w 8535"/>
              <a:gd name="p0y6" fmla="*/ 1686 h 1875"/>
              <a:gd name="p0x7" fmla="*/ 8346 w 8535"/>
              <a:gd name="p0y7" fmla="*/ 1875 h 1875"/>
              <a:gd name="p0x8" fmla="*/ 8115 w 8535"/>
              <a:gd name="p0y8" fmla="*/ 1875 h 1875"/>
              <a:gd name="p0x9" fmla="*/ 420 w 8535"/>
              <a:gd name="p0y9" fmla="*/ 1875 h 1875"/>
              <a:gd name="p0x10" fmla="*/ 188 w 8535"/>
              <a:gd name="p0y10" fmla="*/ 1875 h 1875"/>
              <a:gd name="p0x11" fmla="*/ 0 w 8535"/>
              <a:gd name="p0y11" fmla="*/ 1686 h 1875"/>
              <a:gd name="p0x12" fmla="*/ 0 w 8535"/>
              <a:gd name="p0y12" fmla="*/ 1455 h 1875"/>
              <a:gd name="p0x13" fmla="*/ 0 w 8535"/>
              <a:gd name="p0y13" fmla="*/ 420 h 1875"/>
              <a:gd name="p0x14" fmla="*/ 0 w 8535"/>
              <a:gd name="p0y14" fmla="*/ 188 h 1875"/>
              <a:gd name="p0x15" fmla="*/ 188 w 8535"/>
              <a:gd name="p0y15" fmla="*/ 0 h 1875"/>
              <a:gd name="p0x16" fmla="*/ 420 w 8535"/>
              <a:gd name="p0y16" fmla="*/ 0 h 18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53AD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任意多边形 46"/>
          <p:cNvSpPr/>
          <p:nvPr>
            <p:custDataLst>
              <p:tags r:id="rId42"/>
            </p:custDataLst>
          </p:nvPr>
        </p:nvSpPr>
        <p:spPr>
          <a:xfrm>
            <a:off x="6068695" y="548259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>
            <p:custDataLst>
              <p:tags r:id="rId43"/>
            </p:custDataLst>
          </p:nvPr>
        </p:nvSpPr>
        <p:spPr>
          <a:xfrm>
            <a:off x="6194803" y="5579745"/>
            <a:ext cx="556765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lang="en-US" sz="195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lang="en-US" sz="195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44"/>
            </p:custDataLst>
          </p:nvPr>
        </p:nvSpPr>
        <p:spPr>
          <a:xfrm>
            <a:off x="6602095" y="5534025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最终交接</a:t>
            </a:r>
            <a:endParaRPr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45"/>
            </p:custDataLst>
          </p:nvPr>
        </p:nvSpPr>
        <p:spPr>
          <a:xfrm>
            <a:off x="6068695" y="6001703"/>
            <a:ext cx="50292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形成可交接的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KVFabric prototype</a:t>
            </a:r>
            <a:endParaRPr lang="en-US" altLang="zh-CN" sz="1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46"/>
            </p:custDataLst>
          </p:nvPr>
        </p:nvSpPr>
        <p:spPr>
          <a:xfrm>
            <a:off x="6068695" y="6185897"/>
            <a:ext cx="50292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完成全链路压测能力建设，交付生产环境</a:t>
            </a:r>
            <a:endParaRPr sz="135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47"/>
            </p:custDataLst>
          </p:nvPr>
        </p:nvSpPr>
        <p:spPr>
          <a:xfrm>
            <a:off x="575310" y="4180205"/>
            <a:ext cx="355600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lang="en-US" sz="195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en-US" sz="195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48"/>
            </p:custDataLst>
          </p:nvPr>
        </p:nvSpPr>
        <p:spPr>
          <a:xfrm>
            <a:off x="6194977" y="4179888"/>
            <a:ext cx="433168" cy="2990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lang="en-US" sz="21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en-US" sz="21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49"/>
            </p:custDataLst>
          </p:nvPr>
        </p:nvSpPr>
        <p:spPr>
          <a:xfrm>
            <a:off x="575227" y="5554663"/>
            <a:ext cx="433168" cy="2990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lang="en-US" sz="21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en-US" sz="21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开发流程</a:t>
            </a:r>
            <a:r>
              <a:rPr lang="zh-CN" altLang="en-US" dirty="0"/>
              <a:t>演进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50" name="文本框 49"/>
          <p:cNvSpPr txBox="1"/>
          <p:nvPr>
            <p:custDataLst>
              <p:tags r:id="rId2"/>
            </p:custDataLst>
          </p:nvPr>
        </p:nvSpPr>
        <p:spPr>
          <a:xfrm>
            <a:off x="533400" y="357188"/>
            <a:ext cx="11125200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sz="24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补齐</a:t>
            </a:r>
            <a:r>
              <a:rPr sz="24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指标采集</a:t>
            </a:r>
            <a:endParaRPr sz="24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任意多边形 50"/>
          <p:cNvSpPr/>
          <p:nvPr>
            <p:custDataLst>
              <p:tags r:id="rId3"/>
            </p:custDataLst>
          </p:nvPr>
        </p:nvSpPr>
        <p:spPr>
          <a:xfrm>
            <a:off x="575945" y="1017905"/>
            <a:ext cx="4842510" cy="4436110"/>
          </a:xfrm>
          <a:custGeom>
            <a:avLst/>
            <a:gdLst>
              <a:gd name="sw" fmla="*/ 1 w 7625"/>
              <a:gd name="sh" fmla="*/ 1 h 6985"/>
              <a:gd name="mins" fmla="min sw sh"/>
              <a:gd name="dsw" fmla="+- 0 sw mins"/>
              <a:gd name="dsh" fmla="+- 0 sh mins"/>
              <a:gd name="p0x0" fmla="*/ 420 w 7625"/>
              <a:gd name="p0y0" fmla="*/ 0 h 6985"/>
              <a:gd name="p0x1" fmla="*/ 7205 w 7625"/>
              <a:gd name="p0y1" fmla="*/ 0 h 6985"/>
              <a:gd name="p0x2" fmla="*/ 7437 w 7625"/>
              <a:gd name="p0y2" fmla="*/ 0 h 6985"/>
              <a:gd name="p0x3" fmla="*/ 7625 w 7625"/>
              <a:gd name="p0y3" fmla="*/ 188 h 6985"/>
              <a:gd name="p0x4" fmla="*/ 7625 w 7625"/>
              <a:gd name="p0y4" fmla="*/ 420 h 6985"/>
              <a:gd name="p0x5" fmla="*/ 7625 w 7625"/>
              <a:gd name="p0y5" fmla="*/ 6565 h 6985"/>
              <a:gd name="p0x6" fmla="*/ 7625 w 7625"/>
              <a:gd name="p0y6" fmla="*/ 6797 h 6985"/>
              <a:gd name="p0x7" fmla="*/ 7437 w 7625"/>
              <a:gd name="p0y7" fmla="*/ 6985 h 6985"/>
              <a:gd name="p0x8" fmla="*/ 7205 w 7625"/>
              <a:gd name="p0y8" fmla="*/ 6985 h 6985"/>
              <a:gd name="p0x9" fmla="*/ 420 w 7625"/>
              <a:gd name="p0y9" fmla="*/ 6985 h 6985"/>
              <a:gd name="p0x10" fmla="*/ 188 w 7625"/>
              <a:gd name="p0y10" fmla="*/ 6985 h 6985"/>
              <a:gd name="p0x11" fmla="*/ 0 w 7625"/>
              <a:gd name="p0y11" fmla="*/ 6797 h 6985"/>
              <a:gd name="p0x12" fmla="*/ 0 w 7625"/>
              <a:gd name="p0y12" fmla="*/ 6565 h 6985"/>
              <a:gd name="p0x13" fmla="*/ 0 w 7625"/>
              <a:gd name="p0y13" fmla="*/ 420 h 6985"/>
              <a:gd name="p0x14" fmla="*/ 0 w 7625"/>
              <a:gd name="p0y14" fmla="*/ 188 h 6985"/>
              <a:gd name="p0x15" fmla="*/ 188 w 7625"/>
              <a:gd name="p0y15" fmla="*/ 0 h 6985"/>
              <a:gd name="p0x16" fmla="*/ 420 w 7625"/>
              <a:gd name="p0y16" fmla="*/ 0 h 69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>
            <p:custDataLst>
              <p:tags r:id="rId4"/>
            </p:custDataLst>
          </p:nvPr>
        </p:nvSpPr>
        <p:spPr>
          <a:xfrm>
            <a:off x="771525" y="1213466"/>
            <a:ext cx="4451966" cy="2809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6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关键指标覆盖度</a:t>
            </a:r>
            <a:endParaRPr sz="16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53" name="图表 52"/>
          <p:cNvGraphicFramePr/>
          <p:nvPr/>
        </p:nvGraphicFramePr>
        <p:xfrm>
          <a:off x="771525" y="1570355"/>
          <a:ext cx="4448175" cy="3686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4" name="任意多边形 53"/>
          <p:cNvSpPr/>
          <p:nvPr>
            <p:custDataLst>
              <p:tags r:id="rId5"/>
            </p:custDataLst>
          </p:nvPr>
        </p:nvSpPr>
        <p:spPr>
          <a:xfrm>
            <a:off x="575945" y="5654040"/>
            <a:ext cx="1480820" cy="817880"/>
          </a:xfrm>
          <a:custGeom>
            <a:avLst/>
            <a:gdLst>
              <a:gd name="sw" fmla="*/ 1 w 2332"/>
              <a:gd name="sh" fmla="*/ 1 h 1288"/>
              <a:gd name="mins" fmla="min sw sh"/>
              <a:gd name="dsw" fmla="+- 0 sw mins"/>
              <a:gd name="dsh" fmla="+- 0 sh mins"/>
              <a:gd name="p0x0" fmla="*/ 420 w 2332"/>
              <a:gd name="p0y0" fmla="*/ 0 h 1288"/>
              <a:gd name="p0x1" fmla="*/ 1912 w 2332"/>
              <a:gd name="p0y1" fmla="*/ 0 h 1288"/>
              <a:gd name="p0x2" fmla="*/ 2143 w 2332"/>
              <a:gd name="p0y2" fmla="*/ 0 h 1288"/>
              <a:gd name="p0x3" fmla="*/ 2332 w 2332"/>
              <a:gd name="p0y3" fmla="*/ 188 h 1288"/>
              <a:gd name="p0x4" fmla="*/ 2332 w 2332"/>
              <a:gd name="p0y4" fmla="*/ 420 h 1288"/>
              <a:gd name="p0x5" fmla="*/ 2332 w 2332"/>
              <a:gd name="p0y5" fmla="*/ 868 h 1288"/>
              <a:gd name="p0x6" fmla="*/ 2332 w 2332"/>
              <a:gd name="p0y6" fmla="*/ 1100 h 1288"/>
              <a:gd name="p0x7" fmla="*/ 2143 w 2332"/>
              <a:gd name="p0y7" fmla="*/ 1288 h 1288"/>
              <a:gd name="p0x8" fmla="*/ 1912 w 2332"/>
              <a:gd name="p0y8" fmla="*/ 1288 h 1288"/>
              <a:gd name="p0x9" fmla="*/ 420 w 2332"/>
              <a:gd name="p0y9" fmla="*/ 1288 h 1288"/>
              <a:gd name="p0x10" fmla="*/ 188 w 2332"/>
              <a:gd name="p0y10" fmla="*/ 1288 h 1288"/>
              <a:gd name="p0x11" fmla="*/ 0 w 2332"/>
              <a:gd name="p0y11" fmla="*/ 1100 h 1288"/>
              <a:gd name="p0x12" fmla="*/ 0 w 2332"/>
              <a:gd name="p0y12" fmla="*/ 868 h 1288"/>
              <a:gd name="p0x13" fmla="*/ 0 w 2332"/>
              <a:gd name="p0y13" fmla="*/ 420 h 1288"/>
              <a:gd name="p0x14" fmla="*/ 0 w 2332"/>
              <a:gd name="p0y14" fmla="*/ 188 h 1288"/>
              <a:gd name="p0x15" fmla="*/ 188 w 2332"/>
              <a:gd name="p0y15" fmla="*/ 0 h 1288"/>
              <a:gd name="p0x16" fmla="*/ 420 w 2332"/>
              <a:gd name="p0y16" fmla="*/ 0 h 128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>
            <p:custDataLst>
              <p:tags r:id="rId6"/>
            </p:custDataLst>
          </p:nvPr>
        </p:nvSpPr>
        <p:spPr>
          <a:xfrm>
            <a:off x="1055113" y="5708342"/>
            <a:ext cx="942156" cy="5105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33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sz="33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7"/>
            </p:custDataLst>
          </p:nvPr>
        </p:nvSpPr>
        <p:spPr>
          <a:xfrm>
            <a:off x="849887" y="6215053"/>
            <a:ext cx="93352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核心指标总数</a:t>
            </a:r>
            <a:endParaRPr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任意多边形 56"/>
          <p:cNvSpPr/>
          <p:nvPr>
            <p:custDataLst>
              <p:tags r:id="rId8"/>
            </p:custDataLst>
          </p:nvPr>
        </p:nvSpPr>
        <p:spPr>
          <a:xfrm>
            <a:off x="2256790" y="5654040"/>
            <a:ext cx="1480820" cy="817880"/>
          </a:xfrm>
          <a:custGeom>
            <a:avLst/>
            <a:gdLst>
              <a:gd name="sw" fmla="*/ 1 w 2332"/>
              <a:gd name="sh" fmla="*/ 1 h 1288"/>
              <a:gd name="mins" fmla="min sw sh"/>
              <a:gd name="dsw" fmla="+- 0 sw mins"/>
              <a:gd name="dsh" fmla="+- 0 sh mins"/>
              <a:gd name="p0x0" fmla="*/ 420 w 2332"/>
              <a:gd name="p0y0" fmla="*/ 0 h 1288"/>
              <a:gd name="p0x1" fmla="*/ 1912 w 2332"/>
              <a:gd name="p0y1" fmla="*/ 0 h 1288"/>
              <a:gd name="p0x2" fmla="*/ 2143 w 2332"/>
              <a:gd name="p0y2" fmla="*/ 0 h 1288"/>
              <a:gd name="p0x3" fmla="*/ 2332 w 2332"/>
              <a:gd name="p0y3" fmla="*/ 188 h 1288"/>
              <a:gd name="p0x4" fmla="*/ 2332 w 2332"/>
              <a:gd name="p0y4" fmla="*/ 420 h 1288"/>
              <a:gd name="p0x5" fmla="*/ 2332 w 2332"/>
              <a:gd name="p0y5" fmla="*/ 868 h 1288"/>
              <a:gd name="p0x6" fmla="*/ 2332 w 2332"/>
              <a:gd name="p0y6" fmla="*/ 1100 h 1288"/>
              <a:gd name="p0x7" fmla="*/ 2143 w 2332"/>
              <a:gd name="p0y7" fmla="*/ 1288 h 1288"/>
              <a:gd name="p0x8" fmla="*/ 1912 w 2332"/>
              <a:gd name="p0y8" fmla="*/ 1288 h 1288"/>
              <a:gd name="p0x9" fmla="*/ 420 w 2332"/>
              <a:gd name="p0y9" fmla="*/ 1288 h 1288"/>
              <a:gd name="p0x10" fmla="*/ 188 w 2332"/>
              <a:gd name="p0y10" fmla="*/ 1288 h 1288"/>
              <a:gd name="p0x11" fmla="*/ 0 w 2332"/>
              <a:gd name="p0y11" fmla="*/ 1100 h 1288"/>
              <a:gd name="p0x12" fmla="*/ 0 w 2332"/>
              <a:gd name="p0y12" fmla="*/ 868 h 1288"/>
              <a:gd name="p0x13" fmla="*/ 0 w 2332"/>
              <a:gd name="p0y13" fmla="*/ 420 h 1288"/>
              <a:gd name="p0x14" fmla="*/ 0 w 2332"/>
              <a:gd name="p0y14" fmla="*/ 188 h 1288"/>
              <a:gd name="p0x15" fmla="*/ 188 w 2332"/>
              <a:gd name="p0y15" fmla="*/ 0 h 1288"/>
              <a:gd name="p0x16" fmla="*/ 420 w 2332"/>
              <a:gd name="p0y16" fmla="*/ 0 h 128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>
            <p:custDataLst>
              <p:tags r:id="rId9"/>
            </p:custDataLst>
          </p:nvPr>
        </p:nvSpPr>
        <p:spPr>
          <a:xfrm>
            <a:off x="2866730" y="5708342"/>
            <a:ext cx="680666" cy="5105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33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sz="33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10"/>
            </p:custDataLst>
          </p:nvPr>
        </p:nvSpPr>
        <p:spPr>
          <a:xfrm>
            <a:off x="2664104" y="6215053"/>
            <a:ext cx="66682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指标维度</a:t>
            </a:r>
            <a:endParaRPr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任意多边形 59"/>
          <p:cNvSpPr/>
          <p:nvPr>
            <p:custDataLst>
              <p:tags r:id="rId11"/>
            </p:custDataLst>
          </p:nvPr>
        </p:nvSpPr>
        <p:spPr>
          <a:xfrm>
            <a:off x="3937635" y="5654040"/>
            <a:ext cx="1480820" cy="817880"/>
          </a:xfrm>
          <a:custGeom>
            <a:avLst/>
            <a:gdLst>
              <a:gd name="sw" fmla="*/ 1 w 2332"/>
              <a:gd name="sh" fmla="*/ 1 h 1288"/>
              <a:gd name="mins" fmla="min sw sh"/>
              <a:gd name="dsw" fmla="+- 0 sw mins"/>
              <a:gd name="dsh" fmla="+- 0 sh mins"/>
              <a:gd name="p0x0" fmla="*/ 420 w 2332"/>
              <a:gd name="p0y0" fmla="*/ 0 h 1288"/>
              <a:gd name="p0x1" fmla="*/ 1912 w 2332"/>
              <a:gd name="p0y1" fmla="*/ 0 h 1288"/>
              <a:gd name="p0x2" fmla="*/ 2143 w 2332"/>
              <a:gd name="p0y2" fmla="*/ 0 h 1288"/>
              <a:gd name="p0x3" fmla="*/ 2332 w 2332"/>
              <a:gd name="p0y3" fmla="*/ 188 h 1288"/>
              <a:gd name="p0x4" fmla="*/ 2332 w 2332"/>
              <a:gd name="p0y4" fmla="*/ 420 h 1288"/>
              <a:gd name="p0x5" fmla="*/ 2332 w 2332"/>
              <a:gd name="p0y5" fmla="*/ 868 h 1288"/>
              <a:gd name="p0x6" fmla="*/ 2332 w 2332"/>
              <a:gd name="p0y6" fmla="*/ 1100 h 1288"/>
              <a:gd name="p0x7" fmla="*/ 2143 w 2332"/>
              <a:gd name="p0y7" fmla="*/ 1288 h 1288"/>
              <a:gd name="p0x8" fmla="*/ 1912 w 2332"/>
              <a:gd name="p0y8" fmla="*/ 1288 h 1288"/>
              <a:gd name="p0x9" fmla="*/ 420 w 2332"/>
              <a:gd name="p0y9" fmla="*/ 1288 h 1288"/>
              <a:gd name="p0x10" fmla="*/ 188 w 2332"/>
              <a:gd name="p0y10" fmla="*/ 1288 h 1288"/>
              <a:gd name="p0x11" fmla="*/ 0 w 2332"/>
              <a:gd name="p0y11" fmla="*/ 1100 h 1288"/>
              <a:gd name="p0x12" fmla="*/ 0 w 2332"/>
              <a:gd name="p0y12" fmla="*/ 868 h 1288"/>
              <a:gd name="p0x13" fmla="*/ 0 w 2332"/>
              <a:gd name="p0y13" fmla="*/ 420 h 1288"/>
              <a:gd name="p0x14" fmla="*/ 0 w 2332"/>
              <a:gd name="p0y14" fmla="*/ 188 h 1288"/>
              <a:gd name="p0x15" fmla="*/ 188 w 2332"/>
              <a:gd name="p0y15" fmla="*/ 0 h 1288"/>
              <a:gd name="p0x16" fmla="*/ 420 w 2332"/>
              <a:gd name="p0y16" fmla="*/ 0 h 128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文本框 60"/>
          <p:cNvSpPr txBox="1"/>
          <p:nvPr>
            <p:custDataLst>
              <p:tags r:id="rId12"/>
            </p:custDataLst>
          </p:nvPr>
        </p:nvSpPr>
        <p:spPr>
          <a:xfrm>
            <a:off x="4351439" y="5708342"/>
            <a:ext cx="1072972" cy="5105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33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sz="165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endParaRPr sz="165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13"/>
            </p:custDataLst>
          </p:nvPr>
        </p:nvSpPr>
        <p:spPr>
          <a:xfrm>
            <a:off x="4095312" y="6215053"/>
            <a:ext cx="1166222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Prometheus</a:t>
            </a:r>
            <a:r>
              <a:rPr 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指标</a:t>
            </a:r>
            <a:endParaRPr lang="zh-CN"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3" name="任意多边形 62"/>
          <p:cNvSpPr/>
          <p:nvPr>
            <p:custDataLst>
              <p:tags r:id="rId14"/>
            </p:custDataLst>
          </p:nvPr>
        </p:nvSpPr>
        <p:spPr>
          <a:xfrm>
            <a:off x="5694680" y="1017905"/>
            <a:ext cx="5513070" cy="1213485"/>
          </a:xfrm>
          <a:custGeom>
            <a:avLst/>
            <a:gdLst>
              <a:gd name="sw" fmla="*/ 1 w 9324"/>
              <a:gd name="sh" fmla="*/ 1 h 1910"/>
              <a:gd name="mins" fmla="min sw sh"/>
              <a:gd name="dsw" fmla="+- 0 sw mins"/>
              <a:gd name="dsh" fmla="+- 0 sh mins"/>
              <a:gd name="p0a3dx" fmla="*/ dsw 9388 1"/>
              <a:gd name="p0a3dy" fmla="*/ dsh 2023 1"/>
              <a:gd name="p0x0" fmla="*/ 420 w 9324"/>
              <a:gd name="p0y0" fmla="*/ 0 h 1910"/>
              <a:gd name="p0x1" fmla="*/ 8904 w 9324"/>
              <a:gd name="p0y1" fmla="*/ 0 h 1910"/>
              <a:gd name="p0x2" fmla="*/ 9135 w 9324"/>
              <a:gd name="p0y2" fmla="*/ 0 h 1910"/>
              <a:gd name="p0x3" fmla="*/ 9324 w 9324"/>
              <a:gd name="p0y3" fmla="*/ 188 h 1910"/>
              <a:gd name="p0x4" fmla="*/ 9324 w 9324"/>
              <a:gd name="p0y4" fmla="*/ 420 h 1910"/>
              <a:gd name="p0x5" fmla="*/ 9324 w 9324"/>
              <a:gd name="p0y5" fmla="*/ 1490 h 1910"/>
              <a:gd name="p0x6s" fmla="*/ 9324 mins 1"/>
              <a:gd name="p0x6" fmla="+- p0x6s p0a3dx 0"/>
              <a:gd name="p0y6s" fmla="*/ 1722 mins 1"/>
              <a:gd name="p0y6" fmla="+- p0y6s p0a3dy 0"/>
              <a:gd name="p0x7s" fmla="*/ 9135 mins 1"/>
              <a:gd name="p0x7" fmla="+- p0x7s p0a3dx 0"/>
              <a:gd name="p0y7s" fmla="*/ 1910 mins 1"/>
              <a:gd name="p0y7" fmla="+- p0y7s p0a3dy 0"/>
              <a:gd name="p0x8s" fmla="*/ 8904 mins 1"/>
              <a:gd name="p0x8" fmla="+- p0x8s p0a3dx 0"/>
              <a:gd name="p0y8s" fmla="*/ 1910 mins 1"/>
              <a:gd name="p0y8" fmla="+- p0y8s p0a3dy 0"/>
              <a:gd name="p0x9" fmla="*/ 420 w 9324"/>
              <a:gd name="p0y9" fmla="*/ 1910 h 1910"/>
              <a:gd name="p0x10" fmla="*/ 188 w 9324"/>
              <a:gd name="p0y10" fmla="*/ 1910 h 1910"/>
              <a:gd name="p0x11" fmla="*/ 0 w 9324"/>
              <a:gd name="p0y11" fmla="*/ 1722 h 1910"/>
              <a:gd name="p0x12" fmla="*/ 0 w 9324"/>
              <a:gd name="p0y12" fmla="*/ 1490 h 1910"/>
              <a:gd name="p0x13" fmla="*/ 0 w 9324"/>
              <a:gd name="p0y13" fmla="*/ 420 h 1910"/>
              <a:gd name="p0x14" fmla="*/ 0 w 9324"/>
              <a:gd name="p0y14" fmla="*/ 188 h 1910"/>
              <a:gd name="p0x15" fmla="*/ 188 w 9324"/>
              <a:gd name="p0y15" fmla="*/ 0 h 1910"/>
              <a:gd name="p0x16" fmla="*/ 420 w 9324"/>
              <a:gd name="p0y16" fmla="*/ 0 h 19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任意多边形 63"/>
          <p:cNvSpPr/>
          <p:nvPr>
            <p:custDataLst>
              <p:tags r:id="rId15"/>
            </p:custDataLst>
          </p:nvPr>
        </p:nvSpPr>
        <p:spPr>
          <a:xfrm>
            <a:off x="5889625" y="1212850"/>
            <a:ext cx="29273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247 w 495"/>
              <a:gd name="p0y0" fmla="*/ 0 h 495"/>
              <a:gd name="p0x1" fmla="*/ 384 w 495"/>
              <a:gd name="p0y1" fmla="*/ 0 h 495"/>
              <a:gd name="p0x2" fmla="*/ 495 w 495"/>
              <a:gd name="p0y2" fmla="*/ 110 h 495"/>
              <a:gd name="p0x3" fmla="*/ 495 w 495"/>
              <a:gd name="p0y3" fmla="*/ 247 h 495"/>
              <a:gd name="p0x4" fmla="*/ 495 w 495"/>
              <a:gd name="p0y4" fmla="*/ 384 h 495"/>
              <a:gd name="p0x5" fmla="*/ 384 w 495"/>
              <a:gd name="p0y5" fmla="*/ 495 h 495"/>
              <a:gd name="p0x6" fmla="*/ 247 w 495"/>
              <a:gd name="p0y6" fmla="*/ 495 h 495"/>
              <a:gd name="p0x7" fmla="*/ 110 w 495"/>
              <a:gd name="p0y7" fmla="*/ 495 h 495"/>
              <a:gd name="p0x8" fmla="*/ 0 w 495"/>
              <a:gd name="p0y8" fmla="*/ 384 h 495"/>
              <a:gd name="p0x9" fmla="*/ 0 w 495"/>
              <a:gd name="p0y9" fmla="*/ 247 h 495"/>
              <a:gd name="p0x10" fmla="*/ 0 w 495"/>
              <a:gd name="p0y10" fmla="*/ 110 h 495"/>
              <a:gd name="p0x11" fmla="*/ 110 w 495"/>
              <a:gd name="p0y11" fmla="*/ 0 h 495"/>
              <a:gd name="p0x12" fmla="*/ 247 w 495"/>
              <a:gd name="p0y12" fmla="*/ 0 h 49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5" name="图片 64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5923280" y="1241425"/>
            <a:ext cx="231140" cy="252730"/>
          </a:xfrm>
          <a:prstGeom prst="rect">
            <a:avLst/>
          </a:prstGeom>
        </p:spPr>
      </p:pic>
      <p:sp>
        <p:nvSpPr>
          <p:cNvPr id="66" name="文本框 65"/>
          <p:cNvSpPr txBox="1"/>
          <p:nvPr>
            <p:custDataLst>
              <p:tags r:id="rId19"/>
            </p:custDataLst>
          </p:nvPr>
        </p:nvSpPr>
        <p:spPr>
          <a:xfrm>
            <a:off x="6280785" y="1198880"/>
            <a:ext cx="4785995" cy="2203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lang="zh-CN" altLang="en-US"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决策背景：从</a:t>
            </a:r>
            <a:r>
              <a:rPr lang="en-US" altLang="zh-CN"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</a:t>
            </a:r>
            <a:r>
              <a:rPr lang="zh-CN" altLang="en-US"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能跑通</a:t>
            </a:r>
            <a:r>
              <a:rPr lang="en-US" altLang="zh-CN"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</a:t>
            </a:r>
            <a:r>
              <a:rPr lang="zh-CN" altLang="en-US"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到</a:t>
            </a:r>
            <a:r>
              <a:rPr lang="en-US" altLang="zh-CN"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</a:t>
            </a:r>
            <a:r>
              <a:rPr lang="zh-CN" altLang="en-US"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可量化对比</a:t>
            </a:r>
            <a:r>
              <a:rPr lang="en-US" altLang="zh-CN"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</a:t>
            </a:r>
            <a:endParaRPr lang="en-US" altLang="zh-CN" sz="1425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>
            <p:custDataLst>
              <p:tags r:id="rId20"/>
            </p:custDataLst>
          </p:nvPr>
        </p:nvSpPr>
        <p:spPr>
          <a:xfrm>
            <a:off x="6280785" y="1423670"/>
            <a:ext cx="4785995" cy="349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打通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基线后，策略调整效果需量化评估，避免主观判断吞吐涨跌</a:t>
            </a:r>
            <a:endParaRPr lang="zh-CN" altLang="en-US"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8" name="任意多边形 67"/>
          <p:cNvSpPr/>
          <p:nvPr>
            <p:custDataLst>
              <p:tags r:id="rId21"/>
            </p:custDataLst>
          </p:nvPr>
        </p:nvSpPr>
        <p:spPr>
          <a:xfrm>
            <a:off x="5694680" y="2431415"/>
            <a:ext cx="5513070" cy="1213485"/>
          </a:xfrm>
          <a:custGeom>
            <a:avLst/>
            <a:gdLst>
              <a:gd name="sw" fmla="*/ 1 w 9324"/>
              <a:gd name="sh" fmla="*/ 1 h 1910"/>
              <a:gd name="mins" fmla="min sw sh"/>
              <a:gd name="dsw" fmla="+- 0 sw mins"/>
              <a:gd name="dsh" fmla="+- 0 sh mins"/>
              <a:gd name="p0x0" fmla="*/ 420 w 9324"/>
              <a:gd name="p0y0" fmla="*/ 0 h 1910"/>
              <a:gd name="p0x1" fmla="*/ 8904 w 9324"/>
              <a:gd name="p0y1" fmla="*/ 0 h 1910"/>
              <a:gd name="p0x2" fmla="*/ 9135 w 9324"/>
              <a:gd name="p0y2" fmla="*/ 0 h 1910"/>
              <a:gd name="p0x3" fmla="*/ 9324 w 9324"/>
              <a:gd name="p0y3" fmla="*/ 188 h 1910"/>
              <a:gd name="p0x4" fmla="*/ 9324 w 9324"/>
              <a:gd name="p0y4" fmla="*/ 420 h 1910"/>
              <a:gd name="p0x5" fmla="*/ 9324 w 9324"/>
              <a:gd name="p0y5" fmla="*/ 1490 h 1910"/>
              <a:gd name="p0x6" fmla="*/ 9324 w 9324"/>
              <a:gd name="p0y6" fmla="*/ 1722 h 1910"/>
              <a:gd name="p0x7" fmla="*/ 9135 w 9324"/>
              <a:gd name="p0y7" fmla="*/ 1910 h 1910"/>
              <a:gd name="p0x8" fmla="*/ 8904 w 9324"/>
              <a:gd name="p0y8" fmla="*/ 1910 h 1910"/>
              <a:gd name="p0x9" fmla="*/ 420 w 9324"/>
              <a:gd name="p0y9" fmla="*/ 1910 h 1910"/>
              <a:gd name="p0x10" fmla="*/ 188 w 9324"/>
              <a:gd name="p0y10" fmla="*/ 1910 h 1910"/>
              <a:gd name="p0x11" fmla="*/ 0 w 9324"/>
              <a:gd name="p0y11" fmla="*/ 1722 h 1910"/>
              <a:gd name="p0x12" fmla="*/ 0 w 9324"/>
              <a:gd name="p0y12" fmla="*/ 1490 h 1910"/>
              <a:gd name="p0x13" fmla="*/ 0 w 9324"/>
              <a:gd name="p0y13" fmla="*/ 420 h 1910"/>
              <a:gd name="p0x14" fmla="*/ 0 w 9324"/>
              <a:gd name="p0y14" fmla="*/ 188 h 1910"/>
              <a:gd name="p0x15" fmla="*/ 188 w 9324"/>
              <a:gd name="p0y15" fmla="*/ 0 h 1910"/>
              <a:gd name="p0x16" fmla="*/ 420 w 9324"/>
              <a:gd name="p0y16" fmla="*/ 0 h 19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任意多边形 68"/>
          <p:cNvSpPr/>
          <p:nvPr>
            <p:custDataLst>
              <p:tags r:id="rId22"/>
            </p:custDataLst>
          </p:nvPr>
        </p:nvSpPr>
        <p:spPr>
          <a:xfrm>
            <a:off x="5889625" y="2626360"/>
            <a:ext cx="29273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247 w 495"/>
              <a:gd name="p0y0" fmla="*/ 0 h 495"/>
              <a:gd name="p0x1" fmla="*/ 384 w 495"/>
              <a:gd name="p0y1" fmla="*/ 0 h 495"/>
              <a:gd name="p0x2" fmla="*/ 495 w 495"/>
              <a:gd name="p0y2" fmla="*/ 110 h 495"/>
              <a:gd name="p0x3" fmla="*/ 495 w 495"/>
              <a:gd name="p0y3" fmla="*/ 247 h 495"/>
              <a:gd name="p0x4" fmla="*/ 495 w 495"/>
              <a:gd name="p0y4" fmla="*/ 384 h 495"/>
              <a:gd name="p0x5" fmla="*/ 384 w 495"/>
              <a:gd name="p0y5" fmla="*/ 495 h 495"/>
              <a:gd name="p0x6" fmla="*/ 247 w 495"/>
              <a:gd name="p0y6" fmla="*/ 495 h 495"/>
              <a:gd name="p0x7" fmla="*/ 110 w 495"/>
              <a:gd name="p0y7" fmla="*/ 495 h 495"/>
              <a:gd name="p0x8" fmla="*/ 0 w 495"/>
              <a:gd name="p0y8" fmla="*/ 384 h 495"/>
              <a:gd name="p0x9" fmla="*/ 0 w 495"/>
              <a:gd name="p0y9" fmla="*/ 247 h 495"/>
              <a:gd name="p0x10" fmla="*/ 0 w 495"/>
              <a:gd name="p0y10" fmla="*/ 110 h 495"/>
              <a:gd name="p0x11" fmla="*/ 110 w 495"/>
              <a:gd name="p0y11" fmla="*/ 0 h 495"/>
              <a:gd name="p0x12" fmla="*/ 247 w 495"/>
              <a:gd name="p0y12" fmla="*/ 0 h 49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0" name="图片 69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5923280" y="2654935"/>
            <a:ext cx="231140" cy="252730"/>
          </a:xfrm>
          <a:prstGeom prst="rect">
            <a:avLst/>
          </a:prstGeom>
        </p:spPr>
      </p:pic>
      <p:sp>
        <p:nvSpPr>
          <p:cNvPr id="71" name="文本框 70"/>
          <p:cNvSpPr txBox="1"/>
          <p:nvPr>
            <p:custDataLst>
              <p:tags r:id="rId26"/>
            </p:custDataLst>
          </p:nvPr>
        </p:nvSpPr>
        <p:spPr>
          <a:xfrm>
            <a:off x="6280785" y="2612390"/>
            <a:ext cx="4785995" cy="2203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目标：搭建完整指标采集链路</a:t>
            </a:r>
            <a:endParaRPr sz="1425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27"/>
            </p:custDataLst>
          </p:nvPr>
        </p:nvSpPr>
        <p:spPr>
          <a:xfrm>
            <a:off x="6280785" y="2837180"/>
            <a:ext cx="4785995" cy="349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构建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 Cache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相关指标采集体系，为策略评估提供可量化的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仪表盘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，覆盖性能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缓存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资源三大类</a:t>
            </a:r>
            <a:endParaRPr lang="zh-CN" altLang="en-US"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3" name="任意多边形 72"/>
          <p:cNvSpPr/>
          <p:nvPr>
            <p:custDataLst>
              <p:tags r:id="rId28"/>
            </p:custDataLst>
          </p:nvPr>
        </p:nvSpPr>
        <p:spPr>
          <a:xfrm>
            <a:off x="5694680" y="3844925"/>
            <a:ext cx="5513070" cy="1213485"/>
          </a:xfrm>
          <a:custGeom>
            <a:avLst/>
            <a:gdLst>
              <a:gd name="sw" fmla="*/ 1 w 9324"/>
              <a:gd name="sh" fmla="*/ 1 h 1910"/>
              <a:gd name="mins" fmla="min sw sh"/>
              <a:gd name="dsw" fmla="+- 0 sw mins"/>
              <a:gd name="dsh" fmla="+- 0 sh mins"/>
              <a:gd name="p0x0" fmla="*/ 420 w 9324"/>
              <a:gd name="p0y0" fmla="*/ 0 h 1910"/>
              <a:gd name="p0x1" fmla="*/ 8904 w 9324"/>
              <a:gd name="p0y1" fmla="*/ 0 h 1910"/>
              <a:gd name="p0x2" fmla="*/ 9135 w 9324"/>
              <a:gd name="p0y2" fmla="*/ 0 h 1910"/>
              <a:gd name="p0x3" fmla="*/ 9324 w 9324"/>
              <a:gd name="p0y3" fmla="*/ 188 h 1910"/>
              <a:gd name="p0x4" fmla="*/ 9324 w 9324"/>
              <a:gd name="p0y4" fmla="*/ 420 h 1910"/>
              <a:gd name="p0x5" fmla="*/ 9324 w 9324"/>
              <a:gd name="p0y5" fmla="*/ 1490 h 1910"/>
              <a:gd name="p0x6" fmla="*/ 9324 w 9324"/>
              <a:gd name="p0y6" fmla="*/ 1722 h 1910"/>
              <a:gd name="p0x7" fmla="*/ 9135 w 9324"/>
              <a:gd name="p0y7" fmla="*/ 1910 h 1910"/>
              <a:gd name="p0x8" fmla="*/ 8904 w 9324"/>
              <a:gd name="p0y8" fmla="*/ 1910 h 1910"/>
              <a:gd name="p0x9" fmla="*/ 420 w 9324"/>
              <a:gd name="p0y9" fmla="*/ 1910 h 1910"/>
              <a:gd name="p0x10" fmla="*/ 188 w 9324"/>
              <a:gd name="p0y10" fmla="*/ 1910 h 1910"/>
              <a:gd name="p0x11" fmla="*/ 0 w 9324"/>
              <a:gd name="p0y11" fmla="*/ 1722 h 1910"/>
              <a:gd name="p0x12" fmla="*/ 0 w 9324"/>
              <a:gd name="p0y12" fmla="*/ 1490 h 1910"/>
              <a:gd name="p0x13" fmla="*/ 0 w 9324"/>
              <a:gd name="p0y13" fmla="*/ 420 h 1910"/>
              <a:gd name="p0x14" fmla="*/ 0 w 9324"/>
              <a:gd name="p0y14" fmla="*/ 188 h 1910"/>
              <a:gd name="p0x15" fmla="*/ 188 w 9324"/>
              <a:gd name="p0y15" fmla="*/ 0 h 1910"/>
              <a:gd name="p0x16" fmla="*/ 420 w 9324"/>
              <a:gd name="p0y16" fmla="*/ 0 h 19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任意多边形 73"/>
          <p:cNvSpPr/>
          <p:nvPr>
            <p:custDataLst>
              <p:tags r:id="rId29"/>
            </p:custDataLst>
          </p:nvPr>
        </p:nvSpPr>
        <p:spPr>
          <a:xfrm>
            <a:off x="5889625" y="4039870"/>
            <a:ext cx="29273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247 w 495"/>
              <a:gd name="p0y0" fmla="*/ 0 h 495"/>
              <a:gd name="p0x1" fmla="*/ 384 w 495"/>
              <a:gd name="p0y1" fmla="*/ 0 h 495"/>
              <a:gd name="p0x2" fmla="*/ 495 w 495"/>
              <a:gd name="p0y2" fmla="*/ 110 h 495"/>
              <a:gd name="p0x3" fmla="*/ 495 w 495"/>
              <a:gd name="p0y3" fmla="*/ 247 h 495"/>
              <a:gd name="p0x4" fmla="*/ 495 w 495"/>
              <a:gd name="p0y4" fmla="*/ 384 h 495"/>
              <a:gd name="p0x5" fmla="*/ 384 w 495"/>
              <a:gd name="p0y5" fmla="*/ 495 h 495"/>
              <a:gd name="p0x6" fmla="*/ 247 w 495"/>
              <a:gd name="p0y6" fmla="*/ 495 h 495"/>
              <a:gd name="p0x7" fmla="*/ 110 w 495"/>
              <a:gd name="p0y7" fmla="*/ 495 h 495"/>
              <a:gd name="p0x8" fmla="*/ 0 w 495"/>
              <a:gd name="p0y8" fmla="*/ 384 h 495"/>
              <a:gd name="p0x9" fmla="*/ 0 w 495"/>
              <a:gd name="p0y9" fmla="*/ 247 h 495"/>
              <a:gd name="p0x10" fmla="*/ 0 w 495"/>
              <a:gd name="p0y10" fmla="*/ 110 h 495"/>
              <a:gd name="p0x11" fmla="*/ 110 w 495"/>
              <a:gd name="p0y11" fmla="*/ 0 h 495"/>
              <a:gd name="p0x12" fmla="*/ 247 w 495"/>
              <a:gd name="p0y12" fmla="*/ 0 h 49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5" name="图片 74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 l="-2619" t="-3067" r="-2619" b="-3067"/>
          <a:stretch>
            <a:fillRect/>
          </a:stretch>
        </p:blipFill>
        <p:spPr>
          <a:xfrm>
            <a:off x="5906770" y="4068445"/>
            <a:ext cx="261620" cy="252730"/>
          </a:xfrm>
          <a:prstGeom prst="rect">
            <a:avLst/>
          </a:prstGeom>
        </p:spPr>
      </p:pic>
      <p:sp>
        <p:nvSpPr>
          <p:cNvPr id="76" name="文本框 75"/>
          <p:cNvSpPr txBox="1"/>
          <p:nvPr>
            <p:custDataLst>
              <p:tags r:id="rId33"/>
            </p:custDataLst>
          </p:nvPr>
        </p:nvSpPr>
        <p:spPr>
          <a:xfrm>
            <a:off x="6280785" y="4025900"/>
            <a:ext cx="4785995" cy="2203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lang="zh-CN" altLang="en-US"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实现：</a:t>
            </a:r>
            <a:r>
              <a:rPr lang="en-US" altLang="zh-CN"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read_metrics.sh</a:t>
            </a:r>
            <a:r>
              <a:rPr lang="zh-CN" altLang="en-US"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脚本采集</a:t>
            </a:r>
            <a:endParaRPr lang="zh-CN" altLang="en-US" sz="1425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7" name="文本框 76"/>
          <p:cNvSpPr txBox="1"/>
          <p:nvPr>
            <p:custDataLst>
              <p:tags r:id="rId34"/>
            </p:custDataLst>
          </p:nvPr>
        </p:nvSpPr>
        <p:spPr>
          <a:xfrm>
            <a:off x="6280785" y="4250690"/>
            <a:ext cx="4785995" cy="349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 /metrics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端点抓取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Prometheus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指标，覆盖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num_requests_running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kv_cache_usage_perc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prefix_cache_hits_total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20+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核心指标</a:t>
            </a:r>
            <a:endParaRPr lang="zh-CN" altLang="en-US"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8" name="任意多边形 77"/>
          <p:cNvSpPr/>
          <p:nvPr>
            <p:custDataLst>
              <p:tags r:id="rId35"/>
            </p:custDataLst>
          </p:nvPr>
        </p:nvSpPr>
        <p:spPr>
          <a:xfrm>
            <a:off x="5694680" y="5258435"/>
            <a:ext cx="5513070" cy="1213485"/>
          </a:xfrm>
          <a:custGeom>
            <a:avLst/>
            <a:gdLst>
              <a:gd name="sw" fmla="*/ 1 w 9324"/>
              <a:gd name="sh" fmla="*/ 1 h 1910"/>
              <a:gd name="mins" fmla="min sw sh"/>
              <a:gd name="dsw" fmla="+- 0 sw mins"/>
              <a:gd name="dsh" fmla="+- 0 sh mins"/>
              <a:gd name="p0x0" fmla="*/ 420 w 9324"/>
              <a:gd name="p0y0" fmla="*/ 0 h 1910"/>
              <a:gd name="p0x1" fmla="*/ 8904 w 9324"/>
              <a:gd name="p0y1" fmla="*/ 0 h 1910"/>
              <a:gd name="p0x2" fmla="*/ 9135 w 9324"/>
              <a:gd name="p0y2" fmla="*/ 0 h 1910"/>
              <a:gd name="p0x3" fmla="*/ 9324 w 9324"/>
              <a:gd name="p0y3" fmla="*/ 188 h 1910"/>
              <a:gd name="p0x4" fmla="*/ 9324 w 9324"/>
              <a:gd name="p0y4" fmla="*/ 420 h 1910"/>
              <a:gd name="p0x5" fmla="*/ 9324 w 9324"/>
              <a:gd name="p0y5" fmla="*/ 1490 h 1910"/>
              <a:gd name="p0x6" fmla="*/ 9324 w 9324"/>
              <a:gd name="p0y6" fmla="*/ 1722 h 1910"/>
              <a:gd name="p0x7" fmla="*/ 9135 w 9324"/>
              <a:gd name="p0y7" fmla="*/ 1910 h 1910"/>
              <a:gd name="p0x8" fmla="*/ 8904 w 9324"/>
              <a:gd name="p0y8" fmla="*/ 1910 h 1910"/>
              <a:gd name="p0x9" fmla="*/ 420 w 9324"/>
              <a:gd name="p0y9" fmla="*/ 1910 h 1910"/>
              <a:gd name="p0x10" fmla="*/ 188 w 9324"/>
              <a:gd name="p0y10" fmla="*/ 1910 h 1910"/>
              <a:gd name="p0x11" fmla="*/ 0 w 9324"/>
              <a:gd name="p0y11" fmla="*/ 1722 h 1910"/>
              <a:gd name="p0x12" fmla="*/ 0 w 9324"/>
              <a:gd name="p0y12" fmla="*/ 1490 h 1910"/>
              <a:gd name="p0x13" fmla="*/ 0 w 9324"/>
              <a:gd name="p0y13" fmla="*/ 420 h 1910"/>
              <a:gd name="p0x14" fmla="*/ 0 w 9324"/>
              <a:gd name="p0y14" fmla="*/ 188 h 1910"/>
              <a:gd name="p0x15" fmla="*/ 188 w 9324"/>
              <a:gd name="p0y15" fmla="*/ 0 h 1910"/>
              <a:gd name="p0x16" fmla="*/ 420 w 9324"/>
              <a:gd name="p0y16" fmla="*/ 0 h 19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任意多边形 78"/>
          <p:cNvSpPr/>
          <p:nvPr>
            <p:custDataLst>
              <p:tags r:id="rId36"/>
            </p:custDataLst>
          </p:nvPr>
        </p:nvSpPr>
        <p:spPr>
          <a:xfrm>
            <a:off x="5889625" y="5453380"/>
            <a:ext cx="29273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247 w 495"/>
              <a:gd name="p0y0" fmla="*/ 0 h 495"/>
              <a:gd name="p0x1" fmla="*/ 384 w 495"/>
              <a:gd name="p0y1" fmla="*/ 0 h 495"/>
              <a:gd name="p0x2" fmla="*/ 495 w 495"/>
              <a:gd name="p0y2" fmla="*/ 110 h 495"/>
              <a:gd name="p0x3" fmla="*/ 495 w 495"/>
              <a:gd name="p0y3" fmla="*/ 247 h 495"/>
              <a:gd name="p0x4" fmla="*/ 495 w 495"/>
              <a:gd name="p0y4" fmla="*/ 384 h 495"/>
              <a:gd name="p0x5" fmla="*/ 384 w 495"/>
              <a:gd name="p0y5" fmla="*/ 495 h 495"/>
              <a:gd name="p0x6" fmla="*/ 247 w 495"/>
              <a:gd name="p0y6" fmla="*/ 495 h 495"/>
              <a:gd name="p0x7" fmla="*/ 110 w 495"/>
              <a:gd name="p0y7" fmla="*/ 495 h 495"/>
              <a:gd name="p0x8" fmla="*/ 0 w 495"/>
              <a:gd name="p0y8" fmla="*/ 384 h 495"/>
              <a:gd name="p0x9" fmla="*/ 0 w 495"/>
              <a:gd name="p0y9" fmla="*/ 247 h 495"/>
              <a:gd name="p0x10" fmla="*/ 0 w 495"/>
              <a:gd name="p0y10" fmla="*/ 110 h 495"/>
              <a:gd name="p0x11" fmla="*/ 110 w 495"/>
              <a:gd name="p0y11" fmla="*/ 0 h 495"/>
              <a:gd name="p0x12" fmla="*/ 247 w 495"/>
              <a:gd name="p0y12" fmla="*/ 0 h 49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0" name="图片 79"/>
          <p:cNvPicPr>
            <a:picLocks noChangeAspect="1"/>
          </p:cNvPicPr>
          <p:nvPr>
            <p:custDataLst>
              <p:tags r:id="rId37"/>
            </p:custDataLst>
          </p:nvPr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 l="-1228" t="-10303" r="-1228" b="-10303"/>
          <a:stretch>
            <a:fillRect/>
          </a:stretch>
        </p:blipFill>
        <p:spPr>
          <a:xfrm>
            <a:off x="5954395" y="5481955"/>
            <a:ext cx="172720" cy="252730"/>
          </a:xfrm>
          <a:prstGeom prst="rect">
            <a:avLst/>
          </a:prstGeom>
        </p:spPr>
      </p:pic>
      <p:sp>
        <p:nvSpPr>
          <p:cNvPr id="81" name="文本框 80"/>
          <p:cNvSpPr txBox="1"/>
          <p:nvPr>
            <p:custDataLst>
              <p:tags r:id="rId40"/>
            </p:custDataLst>
          </p:nvPr>
        </p:nvSpPr>
        <p:spPr>
          <a:xfrm>
            <a:off x="6280785" y="5439410"/>
            <a:ext cx="4785995" cy="2203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阶段结论与下一步决策</a:t>
            </a:r>
            <a:endParaRPr sz="1425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文本框 81"/>
          <p:cNvSpPr txBox="1"/>
          <p:nvPr>
            <p:custDataLst>
              <p:tags r:id="rId41"/>
            </p:custDataLst>
          </p:nvPr>
        </p:nvSpPr>
        <p:spPr>
          <a:xfrm>
            <a:off x="6280785" y="5664200"/>
            <a:ext cx="4785995" cy="3492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多维度评估指标体系已建立，任何策略改动均可解释根因；下一步先做纯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最小闭环验证策略逻辑，降低真实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修改风险</a:t>
            </a:r>
            <a:endParaRPr lang="zh-CN" altLang="en-US"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40677" y="285920"/>
            <a:ext cx="153869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Arial" panose="020B0604020202020204" pitchFamily="34" charset="0"/>
              </a:rPr>
              <a:t>探针体系总览</a:t>
            </a:r>
            <a:endParaRPr sz="30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7" name="任意多边形 6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2581275" cy="727075"/>
          </a:xfrm>
          <a:custGeom>
            <a:avLst/>
            <a:gdLst>
              <a:gd name="sw" fmla="*/ 1 w 4065"/>
              <a:gd name="sh" fmla="*/ 1 h 1145"/>
              <a:gd name="mins" fmla="min sw sh"/>
              <a:gd name="dsw" fmla="+- 0 sw mins"/>
              <a:gd name="dsh" fmla="+- 0 sh mins"/>
              <a:gd name="p0x0" fmla="*/ 60 w 4065"/>
              <a:gd name="p0y0" fmla="*/ 0 h 1145"/>
              <a:gd name="p0x1" fmla="*/ 4005 w 4065"/>
              <a:gd name="p0y1" fmla="*/ 0 h 1145"/>
              <a:gd name="p0x2" fmla="*/ 4038 w 4065"/>
              <a:gd name="p0y2" fmla="*/ 0 h 1145"/>
              <a:gd name="p0x3" fmla="*/ 4065 w 4065"/>
              <a:gd name="p0y3" fmla="*/ 26 h 1145"/>
              <a:gd name="p0x4" fmla="*/ 4065 w 4065"/>
              <a:gd name="p0y4" fmla="*/ 60 h 1145"/>
              <a:gd name="p0x5" fmla="*/ 4065 w 4065"/>
              <a:gd name="p0y5" fmla="*/ 1085 h 1145"/>
              <a:gd name="p0x6" fmla="*/ 4065 w 4065"/>
              <a:gd name="p0y6" fmla="*/ 1118 h 1145"/>
              <a:gd name="p0x7" fmla="*/ 4038 w 4065"/>
              <a:gd name="p0y7" fmla="*/ 1145 h 1145"/>
              <a:gd name="p0x8" fmla="*/ 4005 w 4065"/>
              <a:gd name="p0y8" fmla="*/ 1145 h 1145"/>
              <a:gd name="p0x9" fmla="*/ 60 w 4065"/>
              <a:gd name="p0y9" fmla="*/ 1145 h 1145"/>
              <a:gd name="p0x10" fmla="*/ 26 w 4065"/>
              <a:gd name="p0y10" fmla="*/ 1145 h 1145"/>
              <a:gd name="p0x11" fmla="*/ 0 w 4065"/>
              <a:gd name="p0y11" fmla="*/ 1118 h 1145"/>
              <a:gd name="p0x12" fmla="*/ 0 w 4065"/>
              <a:gd name="p0y12" fmla="*/ 1085 h 1145"/>
              <a:gd name="p0x13" fmla="*/ 0 w 4065"/>
              <a:gd name="p0y13" fmla="*/ 60 h 1145"/>
              <a:gd name="p0x14" fmla="*/ 0 w 4065"/>
              <a:gd name="p0y14" fmla="*/ 26 h 1145"/>
              <a:gd name="p0x15" fmla="*/ 26 w 4065"/>
              <a:gd name="p0y15" fmla="*/ 0 h 1145"/>
              <a:gd name="p0x16" fmla="*/ 60 w 4065"/>
              <a:gd name="p0y16" fmla="*/ 0 h 11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3"/>
            </p:custDataLst>
          </p:nvPr>
        </p:nvSpPr>
        <p:spPr>
          <a:xfrm>
            <a:off x="771525" y="11950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838200" y="1256665"/>
            <a:ext cx="209550" cy="21463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1228725" y="1240479"/>
            <a:ext cx="101367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allocated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771525" y="1527515"/>
            <a:ext cx="22289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块被分配时的初始状态记录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9"/>
            </p:custDataLst>
          </p:nvPr>
        </p:nvSpPr>
        <p:spPr>
          <a:xfrm>
            <a:off x="575945" y="2036445"/>
            <a:ext cx="2581275" cy="727075"/>
          </a:xfrm>
          <a:custGeom>
            <a:avLst/>
            <a:gdLst>
              <a:gd name="sw" fmla="*/ 1 w 4065"/>
              <a:gd name="sh" fmla="*/ 1 h 1145"/>
              <a:gd name="mins" fmla="min sw sh"/>
              <a:gd name="dsw" fmla="+- 0 sw mins"/>
              <a:gd name="dsh" fmla="+- 0 sh mins"/>
              <a:gd name="p0x0" fmla="*/ 60 w 4065"/>
              <a:gd name="p0y0" fmla="*/ 0 h 1145"/>
              <a:gd name="p0x1" fmla="*/ 4005 w 4065"/>
              <a:gd name="p0y1" fmla="*/ 0 h 1145"/>
              <a:gd name="p0x2" fmla="*/ 4038 w 4065"/>
              <a:gd name="p0y2" fmla="*/ 0 h 1145"/>
              <a:gd name="p0x3" fmla="*/ 4065 w 4065"/>
              <a:gd name="p0y3" fmla="*/ 26 h 1145"/>
              <a:gd name="p0x4" fmla="*/ 4065 w 4065"/>
              <a:gd name="p0y4" fmla="*/ 60 h 1145"/>
              <a:gd name="p0x5" fmla="*/ 4065 w 4065"/>
              <a:gd name="p0y5" fmla="*/ 1085 h 1145"/>
              <a:gd name="p0x6" fmla="*/ 4065 w 4065"/>
              <a:gd name="p0y6" fmla="*/ 1118 h 1145"/>
              <a:gd name="p0x7" fmla="*/ 4038 w 4065"/>
              <a:gd name="p0y7" fmla="*/ 1145 h 1145"/>
              <a:gd name="p0x8" fmla="*/ 4005 w 4065"/>
              <a:gd name="p0y8" fmla="*/ 1145 h 1145"/>
              <a:gd name="p0x9" fmla="*/ 60 w 4065"/>
              <a:gd name="p0y9" fmla="*/ 1145 h 1145"/>
              <a:gd name="p0x10" fmla="*/ 26 w 4065"/>
              <a:gd name="p0y10" fmla="*/ 1145 h 1145"/>
              <a:gd name="p0x11" fmla="*/ 0 w 4065"/>
              <a:gd name="p0y11" fmla="*/ 1118 h 1145"/>
              <a:gd name="p0x12" fmla="*/ 0 w 4065"/>
              <a:gd name="p0y12" fmla="*/ 1085 h 1145"/>
              <a:gd name="p0x13" fmla="*/ 0 w 4065"/>
              <a:gd name="p0y13" fmla="*/ 60 h 1145"/>
              <a:gd name="p0x14" fmla="*/ 0 w 4065"/>
              <a:gd name="p0y14" fmla="*/ 26 h 1145"/>
              <a:gd name="p0x15" fmla="*/ 26 w 4065"/>
              <a:gd name="p0y15" fmla="*/ 0 h 1145"/>
              <a:gd name="p0x16" fmla="*/ 60 w 4065"/>
              <a:gd name="p0y16" fmla="*/ 0 h 11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0"/>
            </p:custDataLst>
          </p:nvPr>
        </p:nvSpPr>
        <p:spPr>
          <a:xfrm>
            <a:off x="771525" y="21221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1458" t="-1212" r="-1458" b="-1212"/>
          <a:stretch>
            <a:fillRect/>
          </a:stretch>
        </p:blipFill>
        <p:spPr>
          <a:xfrm>
            <a:off x="864235" y="2183765"/>
            <a:ext cx="156845" cy="21463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>
            <a:off x="1228725" y="2167604"/>
            <a:ext cx="78566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sealed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5"/>
            </p:custDataLst>
          </p:nvPr>
        </p:nvSpPr>
        <p:spPr>
          <a:xfrm>
            <a:off x="771525" y="2454640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块内容完成写入并封存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6"/>
            </p:custDataLst>
          </p:nvPr>
        </p:nvSpPr>
        <p:spPr>
          <a:xfrm>
            <a:off x="575945" y="2963545"/>
            <a:ext cx="2581275" cy="727075"/>
          </a:xfrm>
          <a:custGeom>
            <a:avLst/>
            <a:gdLst>
              <a:gd name="sw" fmla="*/ 1 w 4065"/>
              <a:gd name="sh" fmla="*/ 1 h 1145"/>
              <a:gd name="mins" fmla="min sw sh"/>
              <a:gd name="dsw" fmla="+- 0 sw mins"/>
              <a:gd name="dsh" fmla="+- 0 sh mins"/>
              <a:gd name="p0x0" fmla="*/ 60 w 4065"/>
              <a:gd name="p0y0" fmla="*/ 0 h 1145"/>
              <a:gd name="p0x1" fmla="*/ 4005 w 4065"/>
              <a:gd name="p0y1" fmla="*/ 0 h 1145"/>
              <a:gd name="p0x2" fmla="*/ 4038 w 4065"/>
              <a:gd name="p0y2" fmla="*/ 0 h 1145"/>
              <a:gd name="p0x3" fmla="*/ 4065 w 4065"/>
              <a:gd name="p0y3" fmla="*/ 26 h 1145"/>
              <a:gd name="p0x4" fmla="*/ 4065 w 4065"/>
              <a:gd name="p0y4" fmla="*/ 60 h 1145"/>
              <a:gd name="p0x5" fmla="*/ 4065 w 4065"/>
              <a:gd name="p0y5" fmla="*/ 1085 h 1145"/>
              <a:gd name="p0x6" fmla="*/ 4065 w 4065"/>
              <a:gd name="p0y6" fmla="*/ 1118 h 1145"/>
              <a:gd name="p0x7" fmla="*/ 4038 w 4065"/>
              <a:gd name="p0y7" fmla="*/ 1145 h 1145"/>
              <a:gd name="p0x8" fmla="*/ 4005 w 4065"/>
              <a:gd name="p0y8" fmla="*/ 1145 h 1145"/>
              <a:gd name="p0x9" fmla="*/ 60 w 4065"/>
              <a:gd name="p0y9" fmla="*/ 1145 h 1145"/>
              <a:gd name="p0x10" fmla="*/ 26 w 4065"/>
              <a:gd name="p0y10" fmla="*/ 1145 h 1145"/>
              <a:gd name="p0x11" fmla="*/ 0 w 4065"/>
              <a:gd name="p0y11" fmla="*/ 1118 h 1145"/>
              <a:gd name="p0x12" fmla="*/ 0 w 4065"/>
              <a:gd name="p0y12" fmla="*/ 1085 h 1145"/>
              <a:gd name="p0x13" fmla="*/ 0 w 4065"/>
              <a:gd name="p0y13" fmla="*/ 60 h 1145"/>
              <a:gd name="p0x14" fmla="*/ 0 w 4065"/>
              <a:gd name="p0y14" fmla="*/ 26 h 1145"/>
              <a:gd name="p0x15" fmla="*/ 26 w 4065"/>
              <a:gd name="p0y15" fmla="*/ 0 h 1145"/>
              <a:gd name="p0x16" fmla="*/ 60 w 4065"/>
              <a:gd name="p0y16" fmla="*/ 0 h 11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17"/>
            </p:custDataLst>
          </p:nvPr>
        </p:nvSpPr>
        <p:spPr>
          <a:xfrm>
            <a:off x="771525" y="30492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4259" t="-3651" r="-4259" b="-3651"/>
          <a:stretch>
            <a:fillRect/>
          </a:stretch>
        </p:blipFill>
        <p:spPr>
          <a:xfrm>
            <a:off x="849630" y="3110865"/>
            <a:ext cx="186055" cy="21463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1"/>
            </p:custDataLst>
          </p:nvPr>
        </p:nvSpPr>
        <p:spPr>
          <a:xfrm>
            <a:off x="1228725" y="3094730"/>
            <a:ext cx="93025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touched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2"/>
            </p:custDataLst>
          </p:nvPr>
        </p:nvSpPr>
        <p:spPr>
          <a:xfrm>
            <a:off x="771525" y="3381766"/>
            <a:ext cx="22289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块被访问访问时的状态变更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3"/>
            </p:custDataLst>
          </p:nvPr>
        </p:nvSpPr>
        <p:spPr>
          <a:xfrm>
            <a:off x="575945" y="3890645"/>
            <a:ext cx="2581275" cy="727075"/>
          </a:xfrm>
          <a:custGeom>
            <a:avLst/>
            <a:gdLst>
              <a:gd name="sw" fmla="*/ 1 w 4065"/>
              <a:gd name="sh" fmla="*/ 1 h 1145"/>
              <a:gd name="mins" fmla="min sw sh"/>
              <a:gd name="dsw" fmla="+- 0 sw mins"/>
              <a:gd name="dsh" fmla="+- 0 sh mins"/>
              <a:gd name="p0x0" fmla="*/ 60 w 4065"/>
              <a:gd name="p0y0" fmla="*/ 0 h 1145"/>
              <a:gd name="p0x1" fmla="*/ 4005 w 4065"/>
              <a:gd name="p0y1" fmla="*/ 0 h 1145"/>
              <a:gd name="p0x2" fmla="*/ 4038 w 4065"/>
              <a:gd name="p0y2" fmla="*/ 0 h 1145"/>
              <a:gd name="p0x3" fmla="*/ 4065 w 4065"/>
              <a:gd name="p0y3" fmla="*/ 26 h 1145"/>
              <a:gd name="p0x4" fmla="*/ 4065 w 4065"/>
              <a:gd name="p0y4" fmla="*/ 60 h 1145"/>
              <a:gd name="p0x5" fmla="*/ 4065 w 4065"/>
              <a:gd name="p0y5" fmla="*/ 1085 h 1145"/>
              <a:gd name="p0x6" fmla="*/ 4065 w 4065"/>
              <a:gd name="p0y6" fmla="*/ 1118 h 1145"/>
              <a:gd name="p0x7" fmla="*/ 4038 w 4065"/>
              <a:gd name="p0y7" fmla="*/ 1145 h 1145"/>
              <a:gd name="p0x8" fmla="*/ 4005 w 4065"/>
              <a:gd name="p0y8" fmla="*/ 1145 h 1145"/>
              <a:gd name="p0x9" fmla="*/ 60 w 4065"/>
              <a:gd name="p0y9" fmla="*/ 1145 h 1145"/>
              <a:gd name="p0x10" fmla="*/ 26 w 4065"/>
              <a:gd name="p0y10" fmla="*/ 1145 h 1145"/>
              <a:gd name="p0x11" fmla="*/ 0 w 4065"/>
              <a:gd name="p0y11" fmla="*/ 1118 h 1145"/>
              <a:gd name="p0x12" fmla="*/ 0 w 4065"/>
              <a:gd name="p0y12" fmla="*/ 1085 h 1145"/>
              <a:gd name="p0x13" fmla="*/ 0 w 4065"/>
              <a:gd name="p0y13" fmla="*/ 60 h 1145"/>
              <a:gd name="p0x14" fmla="*/ 0 w 4065"/>
              <a:gd name="p0y14" fmla="*/ 26 h 1145"/>
              <a:gd name="p0x15" fmla="*/ 26 w 4065"/>
              <a:gd name="p0y15" fmla="*/ 0 h 1145"/>
              <a:gd name="p0x16" fmla="*/ 60 w 4065"/>
              <a:gd name="p0y16" fmla="*/ 0 h 11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24"/>
            </p:custDataLst>
          </p:nvPr>
        </p:nvSpPr>
        <p:spPr>
          <a:xfrm>
            <a:off x="771525" y="39763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4259" t="-20417" r="-4259" b="-20417"/>
          <a:stretch>
            <a:fillRect/>
          </a:stretch>
        </p:blipFill>
        <p:spPr>
          <a:xfrm>
            <a:off x="849630" y="4037965"/>
            <a:ext cx="186055" cy="214630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28"/>
            </p:custDataLst>
          </p:nvPr>
        </p:nvSpPr>
        <p:spPr>
          <a:xfrm>
            <a:off x="1228725" y="4021855"/>
            <a:ext cx="186734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ref count changed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9"/>
            </p:custDataLst>
          </p:nvPr>
        </p:nvSpPr>
        <p:spPr>
          <a:xfrm>
            <a:off x="771525" y="4308891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引用计数增减追踪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30"/>
            </p:custDataLst>
          </p:nvPr>
        </p:nvSpPr>
        <p:spPr>
          <a:xfrm>
            <a:off x="575945" y="4817745"/>
            <a:ext cx="2581275" cy="727075"/>
          </a:xfrm>
          <a:custGeom>
            <a:avLst/>
            <a:gdLst>
              <a:gd name="sw" fmla="*/ 1 w 4065"/>
              <a:gd name="sh" fmla="*/ 1 h 1145"/>
              <a:gd name="mins" fmla="min sw sh"/>
              <a:gd name="dsw" fmla="+- 0 sw mins"/>
              <a:gd name="dsh" fmla="+- 0 sh mins"/>
              <a:gd name="p0x0" fmla="*/ 60 w 4065"/>
              <a:gd name="p0y0" fmla="*/ 0 h 1145"/>
              <a:gd name="p0x1" fmla="*/ 4005 w 4065"/>
              <a:gd name="p0y1" fmla="*/ 0 h 1145"/>
              <a:gd name="p0x2" fmla="*/ 4038 w 4065"/>
              <a:gd name="p0y2" fmla="*/ 0 h 1145"/>
              <a:gd name="p0x3" fmla="*/ 4065 w 4065"/>
              <a:gd name="p0y3" fmla="*/ 26 h 1145"/>
              <a:gd name="p0x4" fmla="*/ 4065 w 4065"/>
              <a:gd name="p0y4" fmla="*/ 60 h 1145"/>
              <a:gd name="p0x5" fmla="*/ 4065 w 4065"/>
              <a:gd name="p0y5" fmla="*/ 1085 h 1145"/>
              <a:gd name="p0x6" fmla="*/ 4065 w 4065"/>
              <a:gd name="p0y6" fmla="*/ 1118 h 1145"/>
              <a:gd name="p0x7" fmla="*/ 4038 w 4065"/>
              <a:gd name="p0y7" fmla="*/ 1145 h 1145"/>
              <a:gd name="p0x8" fmla="*/ 4005 w 4065"/>
              <a:gd name="p0y8" fmla="*/ 1145 h 1145"/>
              <a:gd name="p0x9" fmla="*/ 60 w 4065"/>
              <a:gd name="p0y9" fmla="*/ 1145 h 1145"/>
              <a:gd name="p0x10" fmla="*/ 26 w 4065"/>
              <a:gd name="p0y10" fmla="*/ 1145 h 1145"/>
              <a:gd name="p0x11" fmla="*/ 0 w 4065"/>
              <a:gd name="p0y11" fmla="*/ 1118 h 1145"/>
              <a:gd name="p0x12" fmla="*/ 0 w 4065"/>
              <a:gd name="p0y12" fmla="*/ 1085 h 1145"/>
              <a:gd name="p0x13" fmla="*/ 0 w 4065"/>
              <a:gd name="p0y13" fmla="*/ 60 h 1145"/>
              <a:gd name="p0x14" fmla="*/ 0 w 4065"/>
              <a:gd name="p0y14" fmla="*/ 26 h 1145"/>
              <a:gd name="p0x15" fmla="*/ 26 w 4065"/>
              <a:gd name="p0y15" fmla="*/ 0 h 1145"/>
              <a:gd name="p0x16" fmla="*/ 60 w 4065"/>
              <a:gd name="p0y16" fmla="*/ 0 h 11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任意多边形 29"/>
          <p:cNvSpPr/>
          <p:nvPr>
            <p:custDataLst>
              <p:tags r:id="rId31"/>
            </p:custDataLst>
          </p:nvPr>
        </p:nvSpPr>
        <p:spPr>
          <a:xfrm>
            <a:off x="771525" y="49034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2381" t="-12593" r="-2381" b="-12593"/>
          <a:stretch>
            <a:fillRect/>
          </a:stretch>
        </p:blipFill>
        <p:spPr>
          <a:xfrm>
            <a:off x="838200" y="4965065"/>
            <a:ext cx="209550" cy="214630"/>
          </a:xfrm>
          <a:prstGeom prst="rect">
            <a:avLst/>
          </a:prstGeom>
        </p:spPr>
      </p:pic>
      <p:sp>
        <p:nvSpPr>
          <p:cNvPr id="50" name="文本框 49"/>
          <p:cNvSpPr txBox="1"/>
          <p:nvPr>
            <p:custDataLst>
              <p:tags r:id="rId35"/>
            </p:custDataLst>
          </p:nvPr>
        </p:nvSpPr>
        <p:spPr>
          <a:xfrm>
            <a:off x="1228725" y="4948980"/>
            <a:ext cx="846239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evicted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36"/>
            </p:custDataLst>
          </p:nvPr>
        </p:nvSpPr>
        <p:spPr>
          <a:xfrm>
            <a:off x="771525" y="5236016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块被逐出缓存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任意多边形 51"/>
          <p:cNvSpPr/>
          <p:nvPr>
            <p:custDataLst>
              <p:tags r:id="rId37"/>
            </p:custDataLst>
          </p:nvPr>
        </p:nvSpPr>
        <p:spPr>
          <a:xfrm>
            <a:off x="575945" y="5744845"/>
            <a:ext cx="2581275" cy="727075"/>
          </a:xfrm>
          <a:custGeom>
            <a:avLst/>
            <a:gdLst>
              <a:gd name="sw" fmla="*/ 1 w 4065"/>
              <a:gd name="sh" fmla="*/ 1 h 1145"/>
              <a:gd name="mins" fmla="min sw sh"/>
              <a:gd name="dsw" fmla="+- 0 sw mins"/>
              <a:gd name="dsh" fmla="+- 0 sh mins"/>
              <a:gd name="p0x0" fmla="*/ 60 w 4065"/>
              <a:gd name="p0y0" fmla="*/ 0 h 1145"/>
              <a:gd name="p0x1" fmla="*/ 4005 w 4065"/>
              <a:gd name="p0y1" fmla="*/ 0 h 1145"/>
              <a:gd name="p0x2" fmla="*/ 4038 w 4065"/>
              <a:gd name="p0y2" fmla="*/ 0 h 1145"/>
              <a:gd name="p0x3" fmla="*/ 4065 w 4065"/>
              <a:gd name="p0y3" fmla="*/ 26 h 1145"/>
              <a:gd name="p0x4" fmla="*/ 4065 w 4065"/>
              <a:gd name="p0y4" fmla="*/ 60 h 1145"/>
              <a:gd name="p0x5" fmla="*/ 4065 w 4065"/>
              <a:gd name="p0y5" fmla="*/ 1085 h 1145"/>
              <a:gd name="p0x6" fmla="*/ 4065 w 4065"/>
              <a:gd name="p0y6" fmla="*/ 1118 h 1145"/>
              <a:gd name="p0x7" fmla="*/ 4038 w 4065"/>
              <a:gd name="p0y7" fmla="*/ 1145 h 1145"/>
              <a:gd name="p0x8" fmla="*/ 4005 w 4065"/>
              <a:gd name="p0y8" fmla="*/ 1145 h 1145"/>
              <a:gd name="p0x9" fmla="*/ 60 w 4065"/>
              <a:gd name="p0y9" fmla="*/ 1145 h 1145"/>
              <a:gd name="p0x10" fmla="*/ 26 w 4065"/>
              <a:gd name="p0y10" fmla="*/ 1145 h 1145"/>
              <a:gd name="p0x11" fmla="*/ 0 w 4065"/>
              <a:gd name="p0y11" fmla="*/ 1118 h 1145"/>
              <a:gd name="p0x12" fmla="*/ 0 w 4065"/>
              <a:gd name="p0y12" fmla="*/ 1085 h 1145"/>
              <a:gd name="p0x13" fmla="*/ 0 w 4065"/>
              <a:gd name="p0y13" fmla="*/ 60 h 1145"/>
              <a:gd name="p0x14" fmla="*/ 0 w 4065"/>
              <a:gd name="p0y14" fmla="*/ 26 h 1145"/>
              <a:gd name="p0x15" fmla="*/ 26 w 4065"/>
              <a:gd name="p0y15" fmla="*/ 0 h 1145"/>
              <a:gd name="p0x16" fmla="*/ 60 w 4065"/>
              <a:gd name="p0y16" fmla="*/ 0 h 11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任意多边形 52"/>
          <p:cNvSpPr/>
          <p:nvPr>
            <p:custDataLst>
              <p:tags r:id="rId38"/>
            </p:custDataLst>
          </p:nvPr>
        </p:nvSpPr>
        <p:spPr>
          <a:xfrm>
            <a:off x="771525" y="584073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0" name="图片 69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838200" y="5902960"/>
            <a:ext cx="209550" cy="213995"/>
          </a:xfrm>
          <a:prstGeom prst="rect">
            <a:avLst/>
          </a:prstGeom>
        </p:spPr>
      </p:pic>
      <p:sp>
        <p:nvSpPr>
          <p:cNvPr id="71" name="文本框 70"/>
          <p:cNvSpPr txBox="1"/>
          <p:nvPr>
            <p:custDataLst>
              <p:tags r:id="rId42"/>
            </p:custDataLst>
          </p:nvPr>
        </p:nvSpPr>
        <p:spPr>
          <a:xfrm>
            <a:off x="1228725" y="5760167"/>
            <a:ext cx="1733550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rebuilt from eviction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43"/>
            </p:custDataLst>
          </p:nvPr>
        </p:nvSpPr>
        <p:spPr>
          <a:xfrm>
            <a:off x="771525" y="6183601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从逐出状态重建恢复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任意多边形 72"/>
          <p:cNvSpPr/>
          <p:nvPr>
            <p:custDataLst>
              <p:tags r:id="rId44"/>
            </p:custDataLst>
          </p:nvPr>
        </p:nvSpPr>
        <p:spPr>
          <a:xfrm>
            <a:off x="3395345" y="1109345"/>
            <a:ext cx="2581275" cy="1049655"/>
          </a:xfrm>
          <a:custGeom>
            <a:avLst/>
            <a:gdLst>
              <a:gd name="sw" fmla="*/ 1 w 4065"/>
              <a:gd name="sh" fmla="*/ 1 h 1653"/>
              <a:gd name="mins" fmla="min sw sh"/>
              <a:gd name="dsw" fmla="+- 0 sw mins"/>
              <a:gd name="dsh" fmla="+- 0 sh mins"/>
              <a:gd name="p0x0" fmla="*/ 60 w 4065"/>
              <a:gd name="p0y0" fmla="*/ 0 h 1653"/>
              <a:gd name="p0x1" fmla="*/ 4005 w 4065"/>
              <a:gd name="p0y1" fmla="*/ 0 h 1653"/>
              <a:gd name="p0x2" fmla="*/ 4038 w 4065"/>
              <a:gd name="p0y2" fmla="*/ 0 h 1653"/>
              <a:gd name="p0x3" fmla="*/ 4065 w 4065"/>
              <a:gd name="p0y3" fmla="*/ 26 h 1653"/>
              <a:gd name="p0x4" fmla="*/ 4065 w 4065"/>
              <a:gd name="p0y4" fmla="*/ 60 h 1653"/>
              <a:gd name="p0x5" fmla="*/ 4065 w 4065"/>
              <a:gd name="p0y5" fmla="*/ 1593 h 1653"/>
              <a:gd name="p0x6" fmla="*/ 4065 w 4065"/>
              <a:gd name="p0y6" fmla="*/ 1626 h 1653"/>
              <a:gd name="p0x7" fmla="*/ 4038 w 4065"/>
              <a:gd name="p0y7" fmla="*/ 1653 h 1653"/>
              <a:gd name="p0x8" fmla="*/ 4005 w 4065"/>
              <a:gd name="p0y8" fmla="*/ 1653 h 1653"/>
              <a:gd name="p0x9" fmla="*/ 60 w 4065"/>
              <a:gd name="p0y9" fmla="*/ 1653 h 1653"/>
              <a:gd name="p0x10" fmla="*/ 26 w 4065"/>
              <a:gd name="p0y10" fmla="*/ 1653 h 1653"/>
              <a:gd name="p0x11" fmla="*/ 0 w 4065"/>
              <a:gd name="p0y11" fmla="*/ 1626 h 1653"/>
              <a:gd name="p0x12" fmla="*/ 0 w 4065"/>
              <a:gd name="p0y12" fmla="*/ 1593 h 1653"/>
              <a:gd name="p0x13" fmla="*/ 0 w 4065"/>
              <a:gd name="p0y13" fmla="*/ 60 h 1653"/>
              <a:gd name="p0x14" fmla="*/ 0 w 4065"/>
              <a:gd name="p0y14" fmla="*/ 26 h 1653"/>
              <a:gd name="p0x15" fmla="*/ 26 w 4065"/>
              <a:gd name="p0y15" fmla="*/ 0 h 1653"/>
              <a:gd name="p0x16" fmla="*/ 60 w 4065"/>
              <a:gd name="p0y16" fmla="*/ 0 h 165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任意多边形 73"/>
          <p:cNvSpPr/>
          <p:nvPr>
            <p:custDataLst>
              <p:tags r:id="rId45"/>
            </p:custDataLst>
          </p:nvPr>
        </p:nvSpPr>
        <p:spPr>
          <a:xfrm>
            <a:off x="3590925" y="128460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5" name="图片 74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 l="-2381" t="-6333" r="-2381" b="-6333"/>
          <a:stretch>
            <a:fillRect/>
          </a:stretch>
        </p:blipFill>
        <p:spPr>
          <a:xfrm>
            <a:off x="3657600" y="1346200"/>
            <a:ext cx="209550" cy="214630"/>
          </a:xfrm>
          <a:prstGeom prst="rect">
            <a:avLst/>
          </a:prstGeom>
        </p:spPr>
      </p:pic>
      <p:sp>
        <p:nvSpPr>
          <p:cNvPr id="76" name="文本框 75"/>
          <p:cNvSpPr txBox="1"/>
          <p:nvPr>
            <p:custDataLst>
              <p:tags r:id="rId49"/>
            </p:custDataLst>
          </p:nvPr>
        </p:nvSpPr>
        <p:spPr>
          <a:xfrm>
            <a:off x="4048125" y="1330081"/>
            <a:ext cx="109522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request id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文本框 76"/>
          <p:cNvSpPr txBox="1"/>
          <p:nvPr>
            <p:custDataLst>
              <p:tags r:id="rId50"/>
            </p:custDataLst>
          </p:nvPr>
        </p:nvSpPr>
        <p:spPr>
          <a:xfrm>
            <a:off x="3590925" y="1706699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请求唯一标识符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任意多边形 77"/>
          <p:cNvSpPr/>
          <p:nvPr>
            <p:custDataLst>
              <p:tags r:id="rId51"/>
            </p:custDataLst>
          </p:nvPr>
        </p:nvSpPr>
        <p:spPr>
          <a:xfrm>
            <a:off x="3395345" y="2187575"/>
            <a:ext cx="2581275" cy="1049655"/>
          </a:xfrm>
          <a:custGeom>
            <a:avLst/>
            <a:gdLst>
              <a:gd name="sw" fmla="*/ 1 w 4065"/>
              <a:gd name="sh" fmla="*/ 1 h 1653"/>
              <a:gd name="mins" fmla="min sw sh"/>
              <a:gd name="dsw" fmla="+- 0 sw mins"/>
              <a:gd name="dsh" fmla="+- 0 sh mins"/>
              <a:gd name="p0x0" fmla="*/ 60 w 4065"/>
              <a:gd name="p0y0" fmla="*/ 0 h 1653"/>
              <a:gd name="p0x1" fmla="*/ 4005 w 4065"/>
              <a:gd name="p0y1" fmla="*/ 0 h 1653"/>
              <a:gd name="p0x2" fmla="*/ 4038 w 4065"/>
              <a:gd name="p0y2" fmla="*/ 0 h 1653"/>
              <a:gd name="p0x3" fmla="*/ 4065 w 4065"/>
              <a:gd name="p0y3" fmla="*/ 26 h 1653"/>
              <a:gd name="p0x4" fmla="*/ 4065 w 4065"/>
              <a:gd name="p0y4" fmla="*/ 60 h 1653"/>
              <a:gd name="p0x5" fmla="*/ 4065 w 4065"/>
              <a:gd name="p0y5" fmla="*/ 1593 h 1653"/>
              <a:gd name="p0x6" fmla="*/ 4065 w 4065"/>
              <a:gd name="p0y6" fmla="*/ 1626 h 1653"/>
              <a:gd name="p0x7" fmla="*/ 4038 w 4065"/>
              <a:gd name="p0y7" fmla="*/ 1653 h 1653"/>
              <a:gd name="p0x8" fmla="*/ 4005 w 4065"/>
              <a:gd name="p0y8" fmla="*/ 1653 h 1653"/>
              <a:gd name="p0x9" fmla="*/ 60 w 4065"/>
              <a:gd name="p0y9" fmla="*/ 1653 h 1653"/>
              <a:gd name="p0x10" fmla="*/ 26 w 4065"/>
              <a:gd name="p0y10" fmla="*/ 1653 h 1653"/>
              <a:gd name="p0x11" fmla="*/ 0 w 4065"/>
              <a:gd name="p0y11" fmla="*/ 1626 h 1653"/>
              <a:gd name="p0x12" fmla="*/ 0 w 4065"/>
              <a:gd name="p0y12" fmla="*/ 1593 h 1653"/>
              <a:gd name="p0x13" fmla="*/ 0 w 4065"/>
              <a:gd name="p0y13" fmla="*/ 60 h 1653"/>
              <a:gd name="p0x14" fmla="*/ 0 w 4065"/>
              <a:gd name="p0y14" fmla="*/ 26 h 1653"/>
              <a:gd name="p0x15" fmla="*/ 26 w 4065"/>
              <a:gd name="p0y15" fmla="*/ 0 h 1653"/>
              <a:gd name="p0x16" fmla="*/ 60 w 4065"/>
              <a:gd name="p0y16" fmla="*/ 0 h 165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任意多边形 78"/>
          <p:cNvSpPr/>
          <p:nvPr>
            <p:custDataLst>
              <p:tags r:id="rId52"/>
            </p:custDataLst>
          </p:nvPr>
        </p:nvSpPr>
        <p:spPr>
          <a:xfrm>
            <a:off x="3590925" y="236283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0" name="图片 79"/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 l="-1458" t="-3651" r="-1458" b="-3651"/>
          <a:stretch>
            <a:fillRect/>
          </a:stretch>
        </p:blipFill>
        <p:spPr>
          <a:xfrm>
            <a:off x="3683635" y="2424430"/>
            <a:ext cx="156845" cy="214630"/>
          </a:xfrm>
          <a:prstGeom prst="rect">
            <a:avLst/>
          </a:prstGeom>
        </p:spPr>
      </p:pic>
      <p:sp>
        <p:nvSpPr>
          <p:cNvPr id="81" name="文本框 80"/>
          <p:cNvSpPr txBox="1"/>
          <p:nvPr>
            <p:custDataLst>
              <p:tags r:id="rId56"/>
            </p:custDataLst>
          </p:nvPr>
        </p:nvSpPr>
        <p:spPr>
          <a:xfrm>
            <a:off x="4048125" y="2408339"/>
            <a:ext cx="151150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prompt tokens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文本框 93"/>
          <p:cNvSpPr txBox="1"/>
          <p:nvPr>
            <p:custDataLst>
              <p:tags r:id="rId57"/>
            </p:custDataLst>
          </p:nvPr>
        </p:nvSpPr>
        <p:spPr>
          <a:xfrm>
            <a:off x="3590925" y="2784958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输入提示词</a:t>
            </a:r>
            <a:r>
              <a:rPr lang="en-US" altLang="zh-CN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</a:t>
            </a:r>
            <a:r>
              <a:rPr lang="zh-CN" altLang="en-US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数量</a:t>
            </a:r>
            <a:endParaRPr lang="zh-CN" altLang="en-US"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5" name="任意多边形 94"/>
          <p:cNvSpPr/>
          <p:nvPr>
            <p:custDataLst>
              <p:tags r:id="rId58"/>
            </p:custDataLst>
          </p:nvPr>
        </p:nvSpPr>
        <p:spPr>
          <a:xfrm>
            <a:off x="3395345" y="3265805"/>
            <a:ext cx="2581275" cy="1049655"/>
          </a:xfrm>
          <a:custGeom>
            <a:avLst/>
            <a:gdLst>
              <a:gd name="sw" fmla="*/ 1 w 4065"/>
              <a:gd name="sh" fmla="*/ 1 h 1653"/>
              <a:gd name="mins" fmla="min sw sh"/>
              <a:gd name="dsw" fmla="+- 0 sw mins"/>
              <a:gd name="dsh" fmla="+- 0 sh mins"/>
              <a:gd name="p0x0" fmla="*/ 60 w 4065"/>
              <a:gd name="p0y0" fmla="*/ 0 h 1653"/>
              <a:gd name="p0x1" fmla="*/ 4005 w 4065"/>
              <a:gd name="p0y1" fmla="*/ 0 h 1653"/>
              <a:gd name="p0x2" fmla="*/ 4038 w 4065"/>
              <a:gd name="p0y2" fmla="*/ 0 h 1653"/>
              <a:gd name="p0x3" fmla="*/ 4065 w 4065"/>
              <a:gd name="p0y3" fmla="*/ 26 h 1653"/>
              <a:gd name="p0x4" fmla="*/ 4065 w 4065"/>
              <a:gd name="p0y4" fmla="*/ 60 h 1653"/>
              <a:gd name="p0x5" fmla="*/ 4065 w 4065"/>
              <a:gd name="p0y5" fmla="*/ 1593 h 1653"/>
              <a:gd name="p0x6" fmla="*/ 4065 w 4065"/>
              <a:gd name="p0y6" fmla="*/ 1626 h 1653"/>
              <a:gd name="p0x7" fmla="*/ 4038 w 4065"/>
              <a:gd name="p0y7" fmla="*/ 1653 h 1653"/>
              <a:gd name="p0x8" fmla="*/ 4005 w 4065"/>
              <a:gd name="p0y8" fmla="*/ 1653 h 1653"/>
              <a:gd name="p0x9" fmla="*/ 60 w 4065"/>
              <a:gd name="p0y9" fmla="*/ 1653 h 1653"/>
              <a:gd name="p0x10" fmla="*/ 26 w 4065"/>
              <a:gd name="p0y10" fmla="*/ 1653 h 1653"/>
              <a:gd name="p0x11" fmla="*/ 0 w 4065"/>
              <a:gd name="p0y11" fmla="*/ 1626 h 1653"/>
              <a:gd name="p0x12" fmla="*/ 0 w 4065"/>
              <a:gd name="p0y12" fmla="*/ 1593 h 1653"/>
              <a:gd name="p0x13" fmla="*/ 0 w 4065"/>
              <a:gd name="p0y13" fmla="*/ 60 h 1653"/>
              <a:gd name="p0x14" fmla="*/ 0 w 4065"/>
              <a:gd name="p0y14" fmla="*/ 26 h 1653"/>
              <a:gd name="p0x15" fmla="*/ 26 w 4065"/>
              <a:gd name="p0y15" fmla="*/ 0 h 1653"/>
              <a:gd name="p0x16" fmla="*/ 60 w 4065"/>
              <a:gd name="p0y16" fmla="*/ 0 h 165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" name="任意多边形 95"/>
          <p:cNvSpPr/>
          <p:nvPr>
            <p:custDataLst>
              <p:tags r:id="rId59"/>
            </p:custDataLst>
          </p:nvPr>
        </p:nvSpPr>
        <p:spPr>
          <a:xfrm>
            <a:off x="3590925" y="344106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7" name="图片 96"/>
          <p:cNvPicPr>
            <a:picLocks noChangeAspect="1"/>
          </p:cNvPicPr>
          <p:nvPr>
            <p:custDataLst>
              <p:tags r:id="rId60"/>
            </p:custDataLst>
          </p:nvPr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3657600" y="3502660"/>
            <a:ext cx="209550" cy="214630"/>
          </a:xfrm>
          <a:prstGeom prst="rect">
            <a:avLst/>
          </a:prstGeom>
        </p:spPr>
      </p:pic>
      <p:sp>
        <p:nvSpPr>
          <p:cNvPr id="98" name="文本框 97"/>
          <p:cNvSpPr txBox="1"/>
          <p:nvPr>
            <p:custDataLst>
              <p:tags r:id="rId63"/>
            </p:custDataLst>
          </p:nvPr>
        </p:nvSpPr>
        <p:spPr>
          <a:xfrm>
            <a:off x="4048125" y="3486598"/>
            <a:ext cx="107275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hit tokens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文本框 98"/>
          <p:cNvSpPr txBox="1"/>
          <p:nvPr>
            <p:custDataLst>
              <p:tags r:id="rId64"/>
            </p:custDataLst>
          </p:nvPr>
        </p:nvSpPr>
        <p:spPr>
          <a:xfrm>
            <a:off x="3590925" y="3863216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前缀缓存命中的</a:t>
            </a:r>
            <a:r>
              <a:rPr lang="en-US" altLang="zh-CN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</a:t>
            </a:r>
            <a:r>
              <a:rPr lang="zh-CN" altLang="en-US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</a:t>
            </a:r>
            <a:endParaRPr lang="zh-CN" altLang="en-US"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0" name="任意多边形 99"/>
          <p:cNvSpPr/>
          <p:nvPr>
            <p:custDataLst>
              <p:tags r:id="rId65"/>
            </p:custDataLst>
          </p:nvPr>
        </p:nvSpPr>
        <p:spPr>
          <a:xfrm>
            <a:off x="3395345" y="4344035"/>
            <a:ext cx="2581275" cy="1049655"/>
          </a:xfrm>
          <a:custGeom>
            <a:avLst/>
            <a:gdLst>
              <a:gd name="sw" fmla="*/ 1 w 4065"/>
              <a:gd name="sh" fmla="*/ 1 h 1653"/>
              <a:gd name="mins" fmla="min sw sh"/>
              <a:gd name="dsw" fmla="+- 0 sw mins"/>
              <a:gd name="dsh" fmla="+- 0 sh mins"/>
              <a:gd name="p0x0" fmla="*/ 60 w 4065"/>
              <a:gd name="p0y0" fmla="*/ 0 h 1653"/>
              <a:gd name="p0x1" fmla="*/ 4005 w 4065"/>
              <a:gd name="p0y1" fmla="*/ 0 h 1653"/>
              <a:gd name="p0x2" fmla="*/ 4038 w 4065"/>
              <a:gd name="p0y2" fmla="*/ 0 h 1653"/>
              <a:gd name="p0x3" fmla="*/ 4065 w 4065"/>
              <a:gd name="p0y3" fmla="*/ 26 h 1653"/>
              <a:gd name="p0x4" fmla="*/ 4065 w 4065"/>
              <a:gd name="p0y4" fmla="*/ 60 h 1653"/>
              <a:gd name="p0x5" fmla="*/ 4065 w 4065"/>
              <a:gd name="p0y5" fmla="*/ 1593 h 1653"/>
              <a:gd name="p0x6" fmla="*/ 4065 w 4065"/>
              <a:gd name="p0y6" fmla="*/ 1626 h 1653"/>
              <a:gd name="p0x7" fmla="*/ 4038 w 4065"/>
              <a:gd name="p0y7" fmla="*/ 1653 h 1653"/>
              <a:gd name="p0x8" fmla="*/ 4005 w 4065"/>
              <a:gd name="p0y8" fmla="*/ 1653 h 1653"/>
              <a:gd name="p0x9" fmla="*/ 60 w 4065"/>
              <a:gd name="p0y9" fmla="*/ 1653 h 1653"/>
              <a:gd name="p0x10" fmla="*/ 26 w 4065"/>
              <a:gd name="p0y10" fmla="*/ 1653 h 1653"/>
              <a:gd name="p0x11" fmla="*/ 0 w 4065"/>
              <a:gd name="p0y11" fmla="*/ 1626 h 1653"/>
              <a:gd name="p0x12" fmla="*/ 0 w 4065"/>
              <a:gd name="p0y12" fmla="*/ 1593 h 1653"/>
              <a:gd name="p0x13" fmla="*/ 0 w 4065"/>
              <a:gd name="p0y13" fmla="*/ 60 h 1653"/>
              <a:gd name="p0x14" fmla="*/ 0 w 4065"/>
              <a:gd name="p0y14" fmla="*/ 26 h 1653"/>
              <a:gd name="p0x15" fmla="*/ 26 w 4065"/>
              <a:gd name="p0y15" fmla="*/ 0 h 1653"/>
              <a:gd name="p0x16" fmla="*/ 60 w 4065"/>
              <a:gd name="p0y16" fmla="*/ 0 h 165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1" name="任意多边形 100"/>
          <p:cNvSpPr/>
          <p:nvPr>
            <p:custDataLst>
              <p:tags r:id="rId66"/>
            </p:custDataLst>
          </p:nvPr>
        </p:nvSpPr>
        <p:spPr>
          <a:xfrm>
            <a:off x="3590925" y="451929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2" name="图片 101"/>
          <p:cNvPicPr>
            <a:picLocks noChangeAspect="1"/>
          </p:cNvPicPr>
          <p:nvPr>
            <p:custDataLst>
              <p:tags r:id="rId67"/>
            </p:custDataLst>
          </p:nvPr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3657600" y="4581525"/>
            <a:ext cx="209550" cy="213995"/>
          </a:xfrm>
          <a:prstGeom prst="rect">
            <a:avLst/>
          </a:prstGeom>
        </p:spPr>
      </p:pic>
      <p:sp>
        <p:nvSpPr>
          <p:cNvPr id="103" name="文本框 102"/>
          <p:cNvSpPr txBox="1"/>
          <p:nvPr>
            <p:custDataLst>
              <p:tags r:id="rId70"/>
            </p:custDataLst>
          </p:nvPr>
        </p:nvSpPr>
        <p:spPr>
          <a:xfrm>
            <a:off x="4048125" y="4564856"/>
            <a:ext cx="175915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computed blocks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文本框 103"/>
          <p:cNvSpPr txBox="1"/>
          <p:nvPr>
            <p:custDataLst>
              <p:tags r:id="rId71"/>
            </p:custDataLst>
          </p:nvPr>
        </p:nvSpPr>
        <p:spPr>
          <a:xfrm>
            <a:off x="3590925" y="4941475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需重新计算的块数量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任意多边形 104"/>
          <p:cNvSpPr/>
          <p:nvPr>
            <p:custDataLst>
              <p:tags r:id="rId72"/>
            </p:custDataLst>
          </p:nvPr>
        </p:nvSpPr>
        <p:spPr>
          <a:xfrm>
            <a:off x="3395345" y="5422265"/>
            <a:ext cx="2581275" cy="1049655"/>
          </a:xfrm>
          <a:custGeom>
            <a:avLst/>
            <a:gdLst>
              <a:gd name="sw" fmla="*/ 1 w 4065"/>
              <a:gd name="sh" fmla="*/ 1 h 1653"/>
              <a:gd name="mins" fmla="min sw sh"/>
              <a:gd name="dsw" fmla="+- 0 sw mins"/>
              <a:gd name="dsh" fmla="+- 0 sh mins"/>
              <a:gd name="p0x0" fmla="*/ 60 w 4065"/>
              <a:gd name="p0y0" fmla="*/ 0 h 1653"/>
              <a:gd name="p0x1" fmla="*/ 4005 w 4065"/>
              <a:gd name="p0y1" fmla="*/ 0 h 1653"/>
              <a:gd name="p0x2" fmla="*/ 4038 w 4065"/>
              <a:gd name="p0y2" fmla="*/ 0 h 1653"/>
              <a:gd name="p0x3" fmla="*/ 4065 w 4065"/>
              <a:gd name="p0y3" fmla="*/ 26 h 1653"/>
              <a:gd name="p0x4" fmla="*/ 4065 w 4065"/>
              <a:gd name="p0y4" fmla="*/ 60 h 1653"/>
              <a:gd name="p0x5" fmla="*/ 4065 w 4065"/>
              <a:gd name="p0y5" fmla="*/ 1593 h 1653"/>
              <a:gd name="p0x6" fmla="*/ 4065 w 4065"/>
              <a:gd name="p0y6" fmla="*/ 1626 h 1653"/>
              <a:gd name="p0x7" fmla="*/ 4038 w 4065"/>
              <a:gd name="p0y7" fmla="*/ 1653 h 1653"/>
              <a:gd name="p0x8" fmla="*/ 4005 w 4065"/>
              <a:gd name="p0y8" fmla="*/ 1653 h 1653"/>
              <a:gd name="p0x9" fmla="*/ 60 w 4065"/>
              <a:gd name="p0y9" fmla="*/ 1653 h 1653"/>
              <a:gd name="p0x10" fmla="*/ 26 w 4065"/>
              <a:gd name="p0y10" fmla="*/ 1653 h 1653"/>
              <a:gd name="p0x11" fmla="*/ 0 w 4065"/>
              <a:gd name="p0y11" fmla="*/ 1626 h 1653"/>
              <a:gd name="p0x12" fmla="*/ 0 w 4065"/>
              <a:gd name="p0y12" fmla="*/ 1593 h 1653"/>
              <a:gd name="p0x13" fmla="*/ 0 w 4065"/>
              <a:gd name="p0y13" fmla="*/ 60 h 1653"/>
              <a:gd name="p0x14" fmla="*/ 0 w 4065"/>
              <a:gd name="p0y14" fmla="*/ 26 h 1653"/>
              <a:gd name="p0x15" fmla="*/ 26 w 4065"/>
              <a:gd name="p0y15" fmla="*/ 0 h 1653"/>
              <a:gd name="p0x16" fmla="*/ 60 w 4065"/>
              <a:gd name="p0y16" fmla="*/ 0 h 165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7" name="任意多边形 106"/>
          <p:cNvSpPr/>
          <p:nvPr>
            <p:custDataLst>
              <p:tags r:id="rId73"/>
            </p:custDataLst>
          </p:nvPr>
        </p:nvSpPr>
        <p:spPr>
          <a:xfrm>
            <a:off x="3590925" y="55511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8" name="图片 107"/>
          <p:cNvPicPr>
            <a:picLocks noChangeAspect="1"/>
          </p:cNvPicPr>
          <p:nvPr>
            <p:custDataLst>
              <p:tags r:id="rId74"/>
            </p:custDataLst>
          </p:nvPr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rcRect l="-9524" t="-12593" r="-9524" b="-12593"/>
          <a:stretch>
            <a:fillRect/>
          </a:stretch>
        </p:blipFill>
        <p:spPr>
          <a:xfrm>
            <a:off x="3642995" y="5612765"/>
            <a:ext cx="238125" cy="214630"/>
          </a:xfrm>
          <a:prstGeom prst="rect">
            <a:avLst/>
          </a:prstGeom>
        </p:spPr>
      </p:pic>
      <p:sp>
        <p:nvSpPr>
          <p:cNvPr id="109" name="文本框 108"/>
          <p:cNvSpPr txBox="1"/>
          <p:nvPr>
            <p:custDataLst>
              <p:tags r:id="rId77"/>
            </p:custDataLst>
          </p:nvPr>
        </p:nvSpPr>
        <p:spPr>
          <a:xfrm>
            <a:off x="4048125" y="5596537"/>
            <a:ext cx="1738912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skip prefix cache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文本框 109"/>
          <p:cNvSpPr txBox="1"/>
          <p:nvPr>
            <p:custDataLst>
              <p:tags r:id="rId78"/>
            </p:custDataLst>
          </p:nvPr>
        </p:nvSpPr>
        <p:spPr>
          <a:xfrm>
            <a:off x="3590925" y="5926579"/>
            <a:ext cx="219075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是否跳过前缀缓存的状态标记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1" name="任意多边形 110"/>
          <p:cNvSpPr/>
          <p:nvPr>
            <p:custDataLst>
              <p:tags r:id="rId79"/>
            </p:custDataLst>
          </p:nvPr>
        </p:nvSpPr>
        <p:spPr>
          <a:xfrm>
            <a:off x="6214745" y="1109345"/>
            <a:ext cx="2581275" cy="651510"/>
          </a:xfrm>
          <a:custGeom>
            <a:avLst/>
            <a:gdLst>
              <a:gd name="sw" fmla="*/ 1 w 4065"/>
              <a:gd name="sh" fmla="*/ 1 h 1026"/>
              <a:gd name="mins" fmla="min sw sh"/>
              <a:gd name="dsw" fmla="+- 0 sw mins"/>
              <a:gd name="dsh" fmla="+- 0 sh mins"/>
              <a:gd name="p0x0" fmla="*/ 60 w 4065"/>
              <a:gd name="p0y0" fmla="*/ 0 h 1026"/>
              <a:gd name="p0x1" fmla="*/ 4005 w 4065"/>
              <a:gd name="p0y1" fmla="*/ 0 h 1026"/>
              <a:gd name="p0x2" fmla="*/ 4038 w 4065"/>
              <a:gd name="p0y2" fmla="*/ 0 h 1026"/>
              <a:gd name="p0x3" fmla="*/ 4065 w 4065"/>
              <a:gd name="p0y3" fmla="*/ 26 h 1026"/>
              <a:gd name="p0x4" fmla="*/ 4065 w 4065"/>
              <a:gd name="p0y4" fmla="*/ 60 h 1026"/>
              <a:gd name="p0x5" fmla="*/ 4065 w 4065"/>
              <a:gd name="p0y5" fmla="*/ 966 h 1026"/>
              <a:gd name="p0x6" fmla="*/ 4065 w 4065"/>
              <a:gd name="p0y6" fmla="*/ 999 h 1026"/>
              <a:gd name="p0x7" fmla="*/ 4038 w 4065"/>
              <a:gd name="p0y7" fmla="*/ 1026 h 1026"/>
              <a:gd name="p0x8" fmla="*/ 4005 w 4065"/>
              <a:gd name="p0y8" fmla="*/ 1026 h 1026"/>
              <a:gd name="p0x9" fmla="*/ 60 w 4065"/>
              <a:gd name="p0y9" fmla="*/ 1026 h 1026"/>
              <a:gd name="p0x10" fmla="*/ 26 w 4065"/>
              <a:gd name="p0y10" fmla="*/ 1026 h 1026"/>
              <a:gd name="p0x11" fmla="*/ 0 w 4065"/>
              <a:gd name="p0y11" fmla="*/ 999 h 1026"/>
              <a:gd name="p0x12" fmla="*/ 0 w 4065"/>
              <a:gd name="p0y12" fmla="*/ 966 h 1026"/>
              <a:gd name="p0x13" fmla="*/ 0 w 4065"/>
              <a:gd name="p0y13" fmla="*/ 60 h 1026"/>
              <a:gd name="p0x14" fmla="*/ 0 w 4065"/>
              <a:gd name="p0y14" fmla="*/ 26 h 1026"/>
              <a:gd name="p0x15" fmla="*/ 26 w 4065"/>
              <a:gd name="p0y15" fmla="*/ 0 h 1026"/>
              <a:gd name="p0x16" fmla="*/ 60 w 4065"/>
              <a:gd name="p0y16" fmla="*/ 0 h 102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2" name="任意多边形 111"/>
          <p:cNvSpPr/>
          <p:nvPr>
            <p:custDataLst>
              <p:tags r:id="rId80"/>
            </p:custDataLst>
          </p:nvPr>
        </p:nvSpPr>
        <p:spPr>
          <a:xfrm>
            <a:off x="6410325" y="117411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3" name="图片 112"/>
          <p:cNvPicPr>
            <a:picLocks noChangeAspect="1"/>
          </p:cNvPicPr>
          <p:nvPr>
            <p:custDataLst>
              <p:tags r:id="rId81"/>
            </p:custDataLst>
          </p:nvPr>
        </p:nvPicPr>
        <p:blipFill>
          <a:blip r:embed="rId82"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rcRect l="-4259" t="-3651" r="-4259" b="-3651"/>
          <a:stretch>
            <a:fillRect/>
          </a:stretch>
        </p:blipFill>
        <p:spPr>
          <a:xfrm>
            <a:off x="6488430" y="1235710"/>
            <a:ext cx="186055" cy="214630"/>
          </a:xfrm>
          <a:prstGeom prst="rect">
            <a:avLst/>
          </a:prstGeom>
        </p:spPr>
      </p:pic>
      <p:sp>
        <p:nvSpPr>
          <p:cNvPr id="114" name="文本框 113"/>
          <p:cNvSpPr txBox="1"/>
          <p:nvPr>
            <p:custDataLst>
              <p:tags r:id="rId84"/>
            </p:custDataLst>
          </p:nvPr>
        </p:nvSpPr>
        <p:spPr>
          <a:xfrm>
            <a:off x="6867525" y="1219571"/>
            <a:ext cx="167774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 cache usage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文本框 114"/>
          <p:cNvSpPr txBox="1"/>
          <p:nvPr>
            <p:custDataLst>
              <p:tags r:id="rId85"/>
            </p:custDataLst>
          </p:nvPr>
        </p:nvSpPr>
        <p:spPr>
          <a:xfrm>
            <a:off x="6410325" y="1485614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</a:t>
            </a:r>
            <a:r>
              <a:rPr lang="zh-CN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缓存实时使用率监控</a:t>
            </a:r>
            <a:endParaRPr lang="zh-CN"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6" name="任意多边形 115"/>
          <p:cNvSpPr/>
          <p:nvPr>
            <p:custDataLst>
              <p:tags r:id="rId86"/>
            </p:custDataLst>
          </p:nvPr>
        </p:nvSpPr>
        <p:spPr>
          <a:xfrm>
            <a:off x="6214745" y="1894205"/>
            <a:ext cx="2581275" cy="652145"/>
          </a:xfrm>
          <a:custGeom>
            <a:avLst/>
            <a:gdLst>
              <a:gd name="sw" fmla="*/ 1 w 4065"/>
              <a:gd name="sh" fmla="*/ 1 h 1026"/>
              <a:gd name="mins" fmla="min sw sh"/>
              <a:gd name="dsw" fmla="+- 0 sw mins"/>
              <a:gd name="dsh" fmla="+- 0 sh mins"/>
              <a:gd name="p0x0" fmla="*/ 60 w 4065"/>
              <a:gd name="p0y0" fmla="*/ 0 h 1026"/>
              <a:gd name="p0x1" fmla="*/ 4005 w 4065"/>
              <a:gd name="p0y1" fmla="*/ 0 h 1026"/>
              <a:gd name="p0x2" fmla="*/ 4038 w 4065"/>
              <a:gd name="p0y2" fmla="*/ 0 h 1026"/>
              <a:gd name="p0x3" fmla="*/ 4065 w 4065"/>
              <a:gd name="p0y3" fmla="*/ 26 h 1026"/>
              <a:gd name="p0x4" fmla="*/ 4065 w 4065"/>
              <a:gd name="p0y4" fmla="*/ 60 h 1026"/>
              <a:gd name="p0x5" fmla="*/ 4065 w 4065"/>
              <a:gd name="p0y5" fmla="*/ 966 h 1026"/>
              <a:gd name="p0x6" fmla="*/ 4065 w 4065"/>
              <a:gd name="p0y6" fmla="*/ 999 h 1026"/>
              <a:gd name="p0x7" fmla="*/ 4038 w 4065"/>
              <a:gd name="p0y7" fmla="*/ 1026 h 1026"/>
              <a:gd name="p0x8" fmla="*/ 4005 w 4065"/>
              <a:gd name="p0y8" fmla="*/ 1026 h 1026"/>
              <a:gd name="p0x9" fmla="*/ 60 w 4065"/>
              <a:gd name="p0y9" fmla="*/ 1026 h 1026"/>
              <a:gd name="p0x10" fmla="*/ 26 w 4065"/>
              <a:gd name="p0y10" fmla="*/ 1026 h 1026"/>
              <a:gd name="p0x11" fmla="*/ 0 w 4065"/>
              <a:gd name="p0y11" fmla="*/ 999 h 1026"/>
              <a:gd name="p0x12" fmla="*/ 0 w 4065"/>
              <a:gd name="p0y12" fmla="*/ 966 h 1026"/>
              <a:gd name="p0x13" fmla="*/ 0 w 4065"/>
              <a:gd name="p0y13" fmla="*/ 60 h 1026"/>
              <a:gd name="p0x14" fmla="*/ 0 w 4065"/>
              <a:gd name="p0y14" fmla="*/ 26 h 1026"/>
              <a:gd name="p0x15" fmla="*/ 26 w 4065"/>
              <a:gd name="p0y15" fmla="*/ 0 h 1026"/>
              <a:gd name="p0x16" fmla="*/ 60 w 4065"/>
              <a:gd name="p0y16" fmla="*/ 0 h 102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7" name="任意多边形 116"/>
          <p:cNvSpPr/>
          <p:nvPr>
            <p:custDataLst>
              <p:tags r:id="rId87"/>
            </p:custDataLst>
          </p:nvPr>
        </p:nvSpPr>
        <p:spPr>
          <a:xfrm>
            <a:off x="6410325" y="196596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8" name="图片 117"/>
          <p:cNvPicPr>
            <a:picLocks noChangeAspect="1"/>
          </p:cNvPicPr>
          <p:nvPr>
            <p:custDataLst>
              <p:tags r:id="rId88"/>
            </p:custDataLst>
          </p:nvPr>
        </p:nvPicPr>
        <p:blipFill>
          <a:blip r:embed="rId89"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6477000" y="2027555"/>
            <a:ext cx="209550" cy="214630"/>
          </a:xfrm>
          <a:prstGeom prst="rect">
            <a:avLst/>
          </a:prstGeom>
        </p:spPr>
      </p:pic>
      <p:sp>
        <p:nvSpPr>
          <p:cNvPr id="119" name="文本框 118"/>
          <p:cNvSpPr txBox="1"/>
          <p:nvPr>
            <p:custDataLst>
              <p:tags r:id="rId91"/>
            </p:custDataLst>
          </p:nvPr>
        </p:nvSpPr>
        <p:spPr>
          <a:xfrm>
            <a:off x="6867525" y="1885283"/>
            <a:ext cx="1733550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prefix cache queries/hits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文本框 119"/>
          <p:cNvSpPr txBox="1"/>
          <p:nvPr>
            <p:custDataLst>
              <p:tags r:id="rId92"/>
            </p:custDataLst>
          </p:nvPr>
        </p:nvSpPr>
        <p:spPr>
          <a:xfrm>
            <a:off x="6410325" y="2284381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前缀缓存查询与命中次数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1" name="任意多边形 120"/>
          <p:cNvSpPr/>
          <p:nvPr>
            <p:custDataLst>
              <p:tags r:id="rId93"/>
            </p:custDataLst>
          </p:nvPr>
        </p:nvSpPr>
        <p:spPr>
          <a:xfrm>
            <a:off x="6214745" y="2679700"/>
            <a:ext cx="2581275" cy="651510"/>
          </a:xfrm>
          <a:custGeom>
            <a:avLst/>
            <a:gdLst>
              <a:gd name="sw" fmla="*/ 1 w 4065"/>
              <a:gd name="sh" fmla="*/ 1 h 1026"/>
              <a:gd name="mins" fmla="min sw sh"/>
              <a:gd name="dsw" fmla="+- 0 sw mins"/>
              <a:gd name="dsh" fmla="+- 0 sh mins"/>
              <a:gd name="p0x0" fmla="*/ 60 w 4065"/>
              <a:gd name="p0y0" fmla="*/ 0 h 1026"/>
              <a:gd name="p0x1" fmla="*/ 4005 w 4065"/>
              <a:gd name="p0y1" fmla="*/ 0 h 1026"/>
              <a:gd name="p0x2" fmla="*/ 4038 w 4065"/>
              <a:gd name="p0y2" fmla="*/ 0 h 1026"/>
              <a:gd name="p0x3" fmla="*/ 4065 w 4065"/>
              <a:gd name="p0y3" fmla="*/ 26 h 1026"/>
              <a:gd name="p0x4" fmla="*/ 4065 w 4065"/>
              <a:gd name="p0y4" fmla="*/ 60 h 1026"/>
              <a:gd name="p0x5" fmla="*/ 4065 w 4065"/>
              <a:gd name="p0y5" fmla="*/ 966 h 1026"/>
              <a:gd name="p0x6" fmla="*/ 4065 w 4065"/>
              <a:gd name="p0y6" fmla="*/ 999 h 1026"/>
              <a:gd name="p0x7" fmla="*/ 4038 w 4065"/>
              <a:gd name="p0y7" fmla="*/ 1026 h 1026"/>
              <a:gd name="p0x8" fmla="*/ 4005 w 4065"/>
              <a:gd name="p0y8" fmla="*/ 1026 h 1026"/>
              <a:gd name="p0x9" fmla="*/ 60 w 4065"/>
              <a:gd name="p0y9" fmla="*/ 1026 h 1026"/>
              <a:gd name="p0x10" fmla="*/ 26 w 4065"/>
              <a:gd name="p0y10" fmla="*/ 1026 h 1026"/>
              <a:gd name="p0x11" fmla="*/ 0 w 4065"/>
              <a:gd name="p0y11" fmla="*/ 999 h 1026"/>
              <a:gd name="p0x12" fmla="*/ 0 w 4065"/>
              <a:gd name="p0y12" fmla="*/ 966 h 1026"/>
              <a:gd name="p0x13" fmla="*/ 0 w 4065"/>
              <a:gd name="p0y13" fmla="*/ 60 h 1026"/>
              <a:gd name="p0x14" fmla="*/ 0 w 4065"/>
              <a:gd name="p0y14" fmla="*/ 26 h 1026"/>
              <a:gd name="p0x15" fmla="*/ 26 w 4065"/>
              <a:gd name="p0y15" fmla="*/ 0 h 1026"/>
              <a:gd name="p0x16" fmla="*/ 60 w 4065"/>
              <a:gd name="p0y16" fmla="*/ 0 h 102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2" name="任意多边形 121"/>
          <p:cNvSpPr/>
          <p:nvPr>
            <p:custDataLst>
              <p:tags r:id="rId94"/>
            </p:custDataLst>
          </p:nvPr>
        </p:nvSpPr>
        <p:spPr>
          <a:xfrm>
            <a:off x="6410325" y="27444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3" name="图片 122"/>
          <p:cNvPicPr>
            <a:picLocks noChangeAspect="1"/>
          </p:cNvPicPr>
          <p:nvPr>
            <p:custDataLst>
              <p:tags r:id="rId95"/>
            </p:custDataLst>
          </p:nvPr>
        </p:nvPicPr>
        <p:blipFill>
          <a:blip r:embed="rId96"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rcRect l="-4259" t="-6333" r="-4259" b="-6333"/>
          <a:stretch>
            <a:fillRect/>
          </a:stretch>
        </p:blipFill>
        <p:spPr>
          <a:xfrm>
            <a:off x="6488430" y="2806065"/>
            <a:ext cx="186055" cy="214630"/>
          </a:xfrm>
          <a:prstGeom prst="rect">
            <a:avLst/>
          </a:prstGeom>
        </p:spPr>
      </p:pic>
      <p:sp>
        <p:nvSpPr>
          <p:cNvPr id="124" name="文本框 123"/>
          <p:cNvSpPr txBox="1"/>
          <p:nvPr>
            <p:custDataLst>
              <p:tags r:id="rId98"/>
            </p:custDataLst>
          </p:nvPr>
        </p:nvSpPr>
        <p:spPr>
          <a:xfrm>
            <a:off x="6867525" y="2789853"/>
            <a:ext cx="640709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TTFT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5" name="文本框 124"/>
          <p:cNvSpPr txBox="1"/>
          <p:nvPr>
            <p:custDataLst>
              <p:tags r:id="rId99"/>
            </p:custDataLst>
          </p:nvPr>
        </p:nvSpPr>
        <p:spPr>
          <a:xfrm>
            <a:off x="6410325" y="3055896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首个</a:t>
            </a:r>
            <a:r>
              <a:rPr lang="en-US" altLang="zh-CN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</a:t>
            </a:r>
            <a:r>
              <a:rPr lang="zh-CN" altLang="en-US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生成时间</a:t>
            </a:r>
            <a:endParaRPr lang="zh-CN" altLang="en-US"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6" name="任意多边形 125"/>
          <p:cNvSpPr/>
          <p:nvPr>
            <p:custDataLst>
              <p:tags r:id="rId100"/>
            </p:custDataLst>
          </p:nvPr>
        </p:nvSpPr>
        <p:spPr>
          <a:xfrm>
            <a:off x="6214745" y="3464560"/>
            <a:ext cx="2581275" cy="652145"/>
          </a:xfrm>
          <a:custGeom>
            <a:avLst/>
            <a:gdLst>
              <a:gd name="sw" fmla="*/ 1 w 4065"/>
              <a:gd name="sh" fmla="*/ 1 h 1026"/>
              <a:gd name="mins" fmla="min sw sh"/>
              <a:gd name="dsw" fmla="+- 0 sw mins"/>
              <a:gd name="dsh" fmla="+- 0 sh mins"/>
              <a:gd name="p0x0" fmla="*/ 60 w 4065"/>
              <a:gd name="p0y0" fmla="*/ 0 h 1026"/>
              <a:gd name="p0x1" fmla="*/ 4005 w 4065"/>
              <a:gd name="p0y1" fmla="*/ 0 h 1026"/>
              <a:gd name="p0x2" fmla="*/ 4038 w 4065"/>
              <a:gd name="p0y2" fmla="*/ 0 h 1026"/>
              <a:gd name="p0x3" fmla="*/ 4065 w 4065"/>
              <a:gd name="p0y3" fmla="*/ 26 h 1026"/>
              <a:gd name="p0x4" fmla="*/ 4065 w 4065"/>
              <a:gd name="p0y4" fmla="*/ 60 h 1026"/>
              <a:gd name="p0x5" fmla="*/ 4065 w 4065"/>
              <a:gd name="p0y5" fmla="*/ 966 h 1026"/>
              <a:gd name="p0x6" fmla="*/ 4065 w 4065"/>
              <a:gd name="p0y6" fmla="*/ 999 h 1026"/>
              <a:gd name="p0x7" fmla="*/ 4038 w 4065"/>
              <a:gd name="p0y7" fmla="*/ 1026 h 1026"/>
              <a:gd name="p0x8" fmla="*/ 4005 w 4065"/>
              <a:gd name="p0y8" fmla="*/ 1026 h 1026"/>
              <a:gd name="p0x9" fmla="*/ 60 w 4065"/>
              <a:gd name="p0y9" fmla="*/ 1026 h 1026"/>
              <a:gd name="p0x10" fmla="*/ 26 w 4065"/>
              <a:gd name="p0y10" fmla="*/ 1026 h 1026"/>
              <a:gd name="p0x11" fmla="*/ 0 w 4065"/>
              <a:gd name="p0y11" fmla="*/ 999 h 1026"/>
              <a:gd name="p0x12" fmla="*/ 0 w 4065"/>
              <a:gd name="p0y12" fmla="*/ 966 h 1026"/>
              <a:gd name="p0x13" fmla="*/ 0 w 4065"/>
              <a:gd name="p0y13" fmla="*/ 60 h 1026"/>
              <a:gd name="p0x14" fmla="*/ 0 w 4065"/>
              <a:gd name="p0y14" fmla="*/ 26 h 1026"/>
              <a:gd name="p0x15" fmla="*/ 26 w 4065"/>
              <a:gd name="p0y15" fmla="*/ 0 h 1026"/>
              <a:gd name="p0x16" fmla="*/ 60 w 4065"/>
              <a:gd name="p0y16" fmla="*/ 0 h 102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7" name="任意多边形 126"/>
          <p:cNvSpPr/>
          <p:nvPr>
            <p:custDataLst>
              <p:tags r:id="rId101"/>
            </p:custDataLst>
          </p:nvPr>
        </p:nvSpPr>
        <p:spPr>
          <a:xfrm>
            <a:off x="6410325" y="352933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8" name="图片 127"/>
          <p:cNvPicPr>
            <a:picLocks noChangeAspect="1"/>
          </p:cNvPicPr>
          <p:nvPr>
            <p:custDataLst>
              <p:tags r:id="rId102"/>
            </p:custDataLst>
          </p:nvPr>
        </p:nvPicPr>
        <p:blipFill>
          <a:blip r:embed="rId103">
            <a:extLst>
              <a:ext uri="{96DAC541-7B7A-43D3-8B79-37D633B846F1}">
                <asvg:svgBlip xmlns:asvg="http://schemas.microsoft.com/office/drawing/2016/SVG/main" r:embed="rId104"/>
              </a:ext>
            </a:extLst>
          </a:blip>
          <a:srcRect l="-4259" t="-1061" r="-4259" b="-1061"/>
          <a:stretch>
            <a:fillRect/>
          </a:stretch>
        </p:blipFill>
        <p:spPr>
          <a:xfrm>
            <a:off x="6488430" y="3591560"/>
            <a:ext cx="186055" cy="213995"/>
          </a:xfrm>
          <a:prstGeom prst="rect">
            <a:avLst/>
          </a:prstGeom>
        </p:spPr>
      </p:pic>
      <p:sp>
        <p:nvSpPr>
          <p:cNvPr id="129" name="文本框 128"/>
          <p:cNvSpPr txBox="1"/>
          <p:nvPr>
            <p:custDataLst>
              <p:tags r:id="rId105"/>
            </p:custDataLst>
          </p:nvPr>
        </p:nvSpPr>
        <p:spPr>
          <a:xfrm>
            <a:off x="6867525" y="3574999"/>
            <a:ext cx="68103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TPOT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0" name="文本框 129"/>
          <p:cNvSpPr txBox="1"/>
          <p:nvPr>
            <p:custDataLst>
              <p:tags r:id="rId106"/>
            </p:custDataLst>
          </p:nvPr>
        </p:nvSpPr>
        <p:spPr>
          <a:xfrm>
            <a:off x="6410325" y="3841042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每输出</a:t>
            </a:r>
            <a:r>
              <a:rPr lang="en-US" altLang="zh-CN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</a:t>
            </a:r>
            <a:r>
              <a:rPr lang="zh-CN" altLang="en-US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时间</a:t>
            </a:r>
            <a:endParaRPr lang="zh-CN" altLang="en-US"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1" name="任意多边形 130"/>
          <p:cNvSpPr/>
          <p:nvPr>
            <p:custDataLst>
              <p:tags r:id="rId107"/>
            </p:custDataLst>
          </p:nvPr>
        </p:nvSpPr>
        <p:spPr>
          <a:xfrm>
            <a:off x="6214745" y="4250055"/>
            <a:ext cx="2581275" cy="651510"/>
          </a:xfrm>
          <a:custGeom>
            <a:avLst/>
            <a:gdLst>
              <a:gd name="sw" fmla="*/ 1 w 4065"/>
              <a:gd name="sh" fmla="*/ 1 h 1026"/>
              <a:gd name="mins" fmla="min sw sh"/>
              <a:gd name="dsw" fmla="+- 0 sw mins"/>
              <a:gd name="dsh" fmla="+- 0 sh mins"/>
              <a:gd name="p0x0" fmla="*/ 60 w 4065"/>
              <a:gd name="p0y0" fmla="*/ 0 h 1026"/>
              <a:gd name="p0x1" fmla="*/ 4005 w 4065"/>
              <a:gd name="p0y1" fmla="*/ 0 h 1026"/>
              <a:gd name="p0x2" fmla="*/ 4038 w 4065"/>
              <a:gd name="p0y2" fmla="*/ 0 h 1026"/>
              <a:gd name="p0x3" fmla="*/ 4065 w 4065"/>
              <a:gd name="p0y3" fmla="*/ 26 h 1026"/>
              <a:gd name="p0x4" fmla="*/ 4065 w 4065"/>
              <a:gd name="p0y4" fmla="*/ 60 h 1026"/>
              <a:gd name="p0x5" fmla="*/ 4065 w 4065"/>
              <a:gd name="p0y5" fmla="*/ 966 h 1026"/>
              <a:gd name="p0x6" fmla="*/ 4065 w 4065"/>
              <a:gd name="p0y6" fmla="*/ 999 h 1026"/>
              <a:gd name="p0x7" fmla="*/ 4038 w 4065"/>
              <a:gd name="p0y7" fmla="*/ 1026 h 1026"/>
              <a:gd name="p0x8" fmla="*/ 4005 w 4065"/>
              <a:gd name="p0y8" fmla="*/ 1026 h 1026"/>
              <a:gd name="p0x9" fmla="*/ 60 w 4065"/>
              <a:gd name="p0y9" fmla="*/ 1026 h 1026"/>
              <a:gd name="p0x10" fmla="*/ 26 w 4065"/>
              <a:gd name="p0y10" fmla="*/ 1026 h 1026"/>
              <a:gd name="p0x11" fmla="*/ 0 w 4065"/>
              <a:gd name="p0y11" fmla="*/ 999 h 1026"/>
              <a:gd name="p0x12" fmla="*/ 0 w 4065"/>
              <a:gd name="p0y12" fmla="*/ 966 h 1026"/>
              <a:gd name="p0x13" fmla="*/ 0 w 4065"/>
              <a:gd name="p0y13" fmla="*/ 60 h 1026"/>
              <a:gd name="p0x14" fmla="*/ 0 w 4065"/>
              <a:gd name="p0y14" fmla="*/ 26 h 1026"/>
              <a:gd name="p0x15" fmla="*/ 26 w 4065"/>
              <a:gd name="p0y15" fmla="*/ 0 h 1026"/>
              <a:gd name="p0x16" fmla="*/ 60 w 4065"/>
              <a:gd name="p0y16" fmla="*/ 0 h 102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2" name="任意多边形 131"/>
          <p:cNvSpPr/>
          <p:nvPr>
            <p:custDataLst>
              <p:tags r:id="rId108"/>
            </p:custDataLst>
          </p:nvPr>
        </p:nvSpPr>
        <p:spPr>
          <a:xfrm>
            <a:off x="6410325" y="43148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3" name="图片 132"/>
          <p:cNvPicPr>
            <a:picLocks noChangeAspect="1"/>
          </p:cNvPicPr>
          <p:nvPr>
            <p:custDataLst>
              <p:tags r:id="rId109"/>
            </p:custDataLst>
          </p:nvPr>
        </p:nvPicPr>
        <p:blipFill>
          <a:blip r:embed="rId110">
            <a:extLst>
              <a:ext uri="{96DAC541-7B7A-43D3-8B79-37D633B846F1}">
                <asvg:svgBlip xmlns:asvg="http://schemas.microsoft.com/office/drawing/2016/SVG/main" r:embed="rId111"/>
              </a:ext>
            </a:extLst>
          </a:blip>
          <a:srcRect l="-1458" t="-3651" r="-1458" b="-3651"/>
          <a:stretch>
            <a:fillRect/>
          </a:stretch>
        </p:blipFill>
        <p:spPr>
          <a:xfrm>
            <a:off x="6503035" y="4376420"/>
            <a:ext cx="156845" cy="214630"/>
          </a:xfrm>
          <a:prstGeom prst="rect">
            <a:avLst/>
          </a:prstGeom>
        </p:spPr>
      </p:pic>
      <p:sp>
        <p:nvSpPr>
          <p:cNvPr id="134" name="文本框 133"/>
          <p:cNvSpPr txBox="1"/>
          <p:nvPr>
            <p:custDataLst>
              <p:tags r:id="rId112"/>
            </p:custDataLst>
          </p:nvPr>
        </p:nvSpPr>
        <p:spPr>
          <a:xfrm>
            <a:off x="6867525" y="4360145"/>
            <a:ext cx="1279627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E2E latency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文本框 134"/>
          <p:cNvSpPr txBox="1"/>
          <p:nvPr>
            <p:custDataLst>
              <p:tags r:id="rId113"/>
            </p:custDataLst>
          </p:nvPr>
        </p:nvSpPr>
        <p:spPr>
          <a:xfrm>
            <a:off x="6410325" y="4626188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端到端请求延迟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6" name="任意多边形 135"/>
          <p:cNvSpPr/>
          <p:nvPr>
            <p:custDataLst>
              <p:tags r:id="rId114"/>
            </p:custDataLst>
          </p:nvPr>
        </p:nvSpPr>
        <p:spPr>
          <a:xfrm>
            <a:off x="6214745" y="5034915"/>
            <a:ext cx="2581275" cy="652145"/>
          </a:xfrm>
          <a:custGeom>
            <a:avLst/>
            <a:gdLst>
              <a:gd name="sw" fmla="*/ 1 w 4065"/>
              <a:gd name="sh" fmla="*/ 1 h 1026"/>
              <a:gd name="mins" fmla="min sw sh"/>
              <a:gd name="dsw" fmla="+- 0 sw mins"/>
              <a:gd name="dsh" fmla="+- 0 sh mins"/>
              <a:gd name="p0x0" fmla="*/ 60 w 4065"/>
              <a:gd name="p0y0" fmla="*/ 0 h 1026"/>
              <a:gd name="p0x1" fmla="*/ 4005 w 4065"/>
              <a:gd name="p0y1" fmla="*/ 0 h 1026"/>
              <a:gd name="p0x2" fmla="*/ 4038 w 4065"/>
              <a:gd name="p0y2" fmla="*/ 0 h 1026"/>
              <a:gd name="p0x3" fmla="*/ 4065 w 4065"/>
              <a:gd name="p0y3" fmla="*/ 26 h 1026"/>
              <a:gd name="p0x4" fmla="*/ 4065 w 4065"/>
              <a:gd name="p0y4" fmla="*/ 60 h 1026"/>
              <a:gd name="p0x5" fmla="*/ 4065 w 4065"/>
              <a:gd name="p0y5" fmla="*/ 966 h 1026"/>
              <a:gd name="p0x6" fmla="*/ 4065 w 4065"/>
              <a:gd name="p0y6" fmla="*/ 999 h 1026"/>
              <a:gd name="p0x7" fmla="*/ 4038 w 4065"/>
              <a:gd name="p0y7" fmla="*/ 1026 h 1026"/>
              <a:gd name="p0x8" fmla="*/ 4005 w 4065"/>
              <a:gd name="p0y8" fmla="*/ 1026 h 1026"/>
              <a:gd name="p0x9" fmla="*/ 60 w 4065"/>
              <a:gd name="p0y9" fmla="*/ 1026 h 1026"/>
              <a:gd name="p0x10" fmla="*/ 26 w 4065"/>
              <a:gd name="p0y10" fmla="*/ 1026 h 1026"/>
              <a:gd name="p0x11" fmla="*/ 0 w 4065"/>
              <a:gd name="p0y11" fmla="*/ 999 h 1026"/>
              <a:gd name="p0x12" fmla="*/ 0 w 4065"/>
              <a:gd name="p0y12" fmla="*/ 966 h 1026"/>
              <a:gd name="p0x13" fmla="*/ 0 w 4065"/>
              <a:gd name="p0y13" fmla="*/ 60 h 1026"/>
              <a:gd name="p0x14" fmla="*/ 0 w 4065"/>
              <a:gd name="p0y14" fmla="*/ 26 h 1026"/>
              <a:gd name="p0x15" fmla="*/ 26 w 4065"/>
              <a:gd name="p0y15" fmla="*/ 0 h 1026"/>
              <a:gd name="p0x16" fmla="*/ 60 w 4065"/>
              <a:gd name="p0y16" fmla="*/ 0 h 102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7" name="任意多边形 136"/>
          <p:cNvSpPr/>
          <p:nvPr>
            <p:custDataLst>
              <p:tags r:id="rId115"/>
            </p:custDataLst>
          </p:nvPr>
        </p:nvSpPr>
        <p:spPr>
          <a:xfrm>
            <a:off x="6410325" y="509968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8" name="图片 137"/>
          <p:cNvPicPr>
            <a:picLocks noChangeAspect="1"/>
          </p:cNvPicPr>
          <p:nvPr>
            <p:custDataLst>
              <p:tags r:id="rId116"/>
            </p:custDataLst>
          </p:nvPr>
        </p:nvPicPr>
        <p:blipFill>
          <a:blip r:embed="rId117">
            <a:extLst>
              <a:ext uri="{96DAC541-7B7A-43D3-8B79-37D633B846F1}">
                <asvg:svgBlip xmlns:asvg="http://schemas.microsoft.com/office/drawing/2016/SVG/main" r:embed="rId118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6477000" y="5161915"/>
            <a:ext cx="209550" cy="213995"/>
          </a:xfrm>
          <a:prstGeom prst="rect">
            <a:avLst/>
          </a:prstGeom>
        </p:spPr>
      </p:pic>
      <p:sp>
        <p:nvSpPr>
          <p:cNvPr id="139" name="文本框 138"/>
          <p:cNvSpPr txBox="1"/>
          <p:nvPr>
            <p:custDataLst>
              <p:tags r:id="rId119"/>
            </p:custDataLst>
          </p:nvPr>
        </p:nvSpPr>
        <p:spPr>
          <a:xfrm>
            <a:off x="6867525" y="5145281"/>
            <a:ext cx="1621041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recompute cost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0" name="文本框 139"/>
          <p:cNvSpPr txBox="1"/>
          <p:nvPr>
            <p:custDataLst>
              <p:tags r:id="rId120"/>
            </p:custDataLst>
          </p:nvPr>
        </p:nvSpPr>
        <p:spPr>
          <a:xfrm>
            <a:off x="6410325" y="5411324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重新计算开销度量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" name="任意多边形 140"/>
          <p:cNvSpPr/>
          <p:nvPr>
            <p:custDataLst>
              <p:tags r:id="rId121"/>
            </p:custDataLst>
          </p:nvPr>
        </p:nvSpPr>
        <p:spPr>
          <a:xfrm>
            <a:off x="6214745" y="5820410"/>
            <a:ext cx="2581275" cy="651510"/>
          </a:xfrm>
          <a:custGeom>
            <a:avLst/>
            <a:gdLst>
              <a:gd name="sw" fmla="*/ 1 w 4065"/>
              <a:gd name="sh" fmla="*/ 1 h 1026"/>
              <a:gd name="mins" fmla="min sw sh"/>
              <a:gd name="dsw" fmla="+- 0 sw mins"/>
              <a:gd name="dsh" fmla="+- 0 sh mins"/>
              <a:gd name="p0x0" fmla="*/ 60 w 4065"/>
              <a:gd name="p0y0" fmla="*/ 0 h 1026"/>
              <a:gd name="p0x1" fmla="*/ 4005 w 4065"/>
              <a:gd name="p0y1" fmla="*/ 0 h 1026"/>
              <a:gd name="p0x2" fmla="*/ 4038 w 4065"/>
              <a:gd name="p0y2" fmla="*/ 0 h 1026"/>
              <a:gd name="p0x3" fmla="*/ 4065 w 4065"/>
              <a:gd name="p0y3" fmla="*/ 26 h 1026"/>
              <a:gd name="p0x4" fmla="*/ 4065 w 4065"/>
              <a:gd name="p0y4" fmla="*/ 60 h 1026"/>
              <a:gd name="p0x5" fmla="*/ 4065 w 4065"/>
              <a:gd name="p0y5" fmla="*/ 966 h 1026"/>
              <a:gd name="p0x6" fmla="*/ 4065 w 4065"/>
              <a:gd name="p0y6" fmla="*/ 999 h 1026"/>
              <a:gd name="p0x7" fmla="*/ 4038 w 4065"/>
              <a:gd name="p0y7" fmla="*/ 1026 h 1026"/>
              <a:gd name="p0x8" fmla="*/ 4005 w 4065"/>
              <a:gd name="p0y8" fmla="*/ 1026 h 1026"/>
              <a:gd name="p0x9" fmla="*/ 60 w 4065"/>
              <a:gd name="p0y9" fmla="*/ 1026 h 1026"/>
              <a:gd name="p0x10" fmla="*/ 26 w 4065"/>
              <a:gd name="p0y10" fmla="*/ 1026 h 1026"/>
              <a:gd name="p0x11" fmla="*/ 0 w 4065"/>
              <a:gd name="p0y11" fmla="*/ 999 h 1026"/>
              <a:gd name="p0x12" fmla="*/ 0 w 4065"/>
              <a:gd name="p0y12" fmla="*/ 966 h 1026"/>
              <a:gd name="p0x13" fmla="*/ 0 w 4065"/>
              <a:gd name="p0y13" fmla="*/ 60 h 1026"/>
              <a:gd name="p0x14" fmla="*/ 0 w 4065"/>
              <a:gd name="p0y14" fmla="*/ 26 h 1026"/>
              <a:gd name="p0x15" fmla="*/ 26 w 4065"/>
              <a:gd name="p0y15" fmla="*/ 0 h 1026"/>
              <a:gd name="p0x16" fmla="*/ 60 w 4065"/>
              <a:gd name="p0y16" fmla="*/ 0 h 102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2" name="任意多边形 141"/>
          <p:cNvSpPr/>
          <p:nvPr>
            <p:custDataLst>
              <p:tags r:id="rId122"/>
            </p:custDataLst>
          </p:nvPr>
        </p:nvSpPr>
        <p:spPr>
          <a:xfrm>
            <a:off x="6410325" y="588518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3" name="图片 142"/>
          <p:cNvPicPr>
            <a:picLocks noChangeAspect="1"/>
          </p:cNvPicPr>
          <p:nvPr>
            <p:custDataLst>
              <p:tags r:id="rId123"/>
            </p:custDataLst>
          </p:nvPr>
        </p:nvPicPr>
        <p:blipFill>
          <a:blip r:embed="rId124">
            <a:extLst>
              <a:ext uri="{96DAC541-7B7A-43D3-8B79-37D633B846F1}">
                <asvg:svgBlip xmlns:asvg="http://schemas.microsoft.com/office/drawing/2016/SVG/main" r:embed="rId125"/>
              </a:ext>
            </a:extLst>
          </a:blip>
          <a:srcRect l="-2381" t="-9298" r="-2381" b="-9298"/>
          <a:stretch>
            <a:fillRect/>
          </a:stretch>
        </p:blipFill>
        <p:spPr>
          <a:xfrm>
            <a:off x="6477000" y="5946775"/>
            <a:ext cx="209550" cy="214630"/>
          </a:xfrm>
          <a:prstGeom prst="rect">
            <a:avLst/>
          </a:prstGeom>
        </p:spPr>
      </p:pic>
      <p:sp>
        <p:nvSpPr>
          <p:cNvPr id="144" name="文本框 143"/>
          <p:cNvSpPr txBox="1"/>
          <p:nvPr>
            <p:custDataLst>
              <p:tags r:id="rId126"/>
            </p:custDataLst>
          </p:nvPr>
        </p:nvSpPr>
        <p:spPr>
          <a:xfrm>
            <a:off x="6867525" y="5930427"/>
            <a:ext cx="1904629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eviction regret rate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5" name="文本框 144"/>
          <p:cNvSpPr txBox="1"/>
          <p:nvPr>
            <p:custDataLst>
              <p:tags r:id="rId127"/>
            </p:custDataLst>
          </p:nvPr>
        </p:nvSpPr>
        <p:spPr>
          <a:xfrm>
            <a:off x="6410325" y="6196470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逐出决策后悔率评估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6" name="任意多边形 145"/>
          <p:cNvSpPr/>
          <p:nvPr>
            <p:custDataLst>
              <p:tags r:id="rId128"/>
            </p:custDataLst>
          </p:nvPr>
        </p:nvSpPr>
        <p:spPr>
          <a:xfrm>
            <a:off x="9034145" y="1109345"/>
            <a:ext cx="2581275" cy="727075"/>
          </a:xfrm>
          <a:custGeom>
            <a:avLst/>
            <a:gdLst>
              <a:gd name="sw" fmla="*/ 1 w 4065"/>
              <a:gd name="sh" fmla="*/ 1 h 1145"/>
              <a:gd name="mins" fmla="min sw sh"/>
              <a:gd name="dsw" fmla="+- 0 sw mins"/>
              <a:gd name="dsh" fmla="+- 0 sh mins"/>
              <a:gd name="p0x0" fmla="*/ 60 w 4065"/>
              <a:gd name="p0y0" fmla="*/ 0 h 1145"/>
              <a:gd name="p0x1" fmla="*/ 4005 w 4065"/>
              <a:gd name="p0y1" fmla="*/ 0 h 1145"/>
              <a:gd name="p0x2" fmla="*/ 4038 w 4065"/>
              <a:gd name="p0y2" fmla="*/ 0 h 1145"/>
              <a:gd name="p0x3" fmla="*/ 4065 w 4065"/>
              <a:gd name="p0y3" fmla="*/ 26 h 1145"/>
              <a:gd name="p0x4" fmla="*/ 4065 w 4065"/>
              <a:gd name="p0y4" fmla="*/ 60 h 1145"/>
              <a:gd name="p0x5" fmla="*/ 4065 w 4065"/>
              <a:gd name="p0y5" fmla="*/ 1085 h 1145"/>
              <a:gd name="p0x6" fmla="*/ 4065 w 4065"/>
              <a:gd name="p0y6" fmla="*/ 1118 h 1145"/>
              <a:gd name="p0x7" fmla="*/ 4038 w 4065"/>
              <a:gd name="p0y7" fmla="*/ 1145 h 1145"/>
              <a:gd name="p0x8" fmla="*/ 4005 w 4065"/>
              <a:gd name="p0y8" fmla="*/ 1145 h 1145"/>
              <a:gd name="p0x9" fmla="*/ 60 w 4065"/>
              <a:gd name="p0y9" fmla="*/ 1145 h 1145"/>
              <a:gd name="p0x10" fmla="*/ 26 w 4065"/>
              <a:gd name="p0y10" fmla="*/ 1145 h 1145"/>
              <a:gd name="p0x11" fmla="*/ 0 w 4065"/>
              <a:gd name="p0y11" fmla="*/ 1118 h 1145"/>
              <a:gd name="p0x12" fmla="*/ 0 w 4065"/>
              <a:gd name="p0y12" fmla="*/ 1085 h 1145"/>
              <a:gd name="p0x13" fmla="*/ 0 w 4065"/>
              <a:gd name="p0y13" fmla="*/ 60 h 1145"/>
              <a:gd name="p0x14" fmla="*/ 0 w 4065"/>
              <a:gd name="p0y14" fmla="*/ 26 h 1145"/>
              <a:gd name="p0x15" fmla="*/ 26 w 4065"/>
              <a:gd name="p0y15" fmla="*/ 0 h 1145"/>
              <a:gd name="p0x16" fmla="*/ 60 w 4065"/>
              <a:gd name="p0y16" fmla="*/ 0 h 11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7" name="任意多边形 146"/>
          <p:cNvSpPr/>
          <p:nvPr>
            <p:custDataLst>
              <p:tags r:id="rId129"/>
            </p:custDataLst>
          </p:nvPr>
        </p:nvSpPr>
        <p:spPr>
          <a:xfrm>
            <a:off x="9229725" y="11950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8" name="图片 147"/>
          <p:cNvPicPr>
            <a:picLocks noChangeAspect="1"/>
          </p:cNvPicPr>
          <p:nvPr>
            <p:custDataLst>
              <p:tags r:id="rId130"/>
            </p:custDataLst>
          </p:nvPr>
        </p:nvPicPr>
        <p:blipFill>
          <a:blip r:embed="rId131">
            <a:extLst>
              <a:ext uri="{96DAC541-7B7A-43D3-8B79-37D633B846F1}">
                <asvg:svgBlip xmlns:asvg="http://schemas.microsoft.com/office/drawing/2016/SVG/main" r:embed="rId132"/>
              </a:ext>
            </a:extLst>
          </a:blip>
          <a:srcRect l="-2083" t="-3651" r="-2083" b="-3651"/>
          <a:stretch>
            <a:fillRect/>
          </a:stretch>
        </p:blipFill>
        <p:spPr>
          <a:xfrm>
            <a:off x="9281795" y="1256665"/>
            <a:ext cx="238125" cy="214630"/>
          </a:xfrm>
          <a:prstGeom prst="rect">
            <a:avLst/>
          </a:prstGeom>
        </p:spPr>
      </p:pic>
      <p:sp>
        <p:nvSpPr>
          <p:cNvPr id="149" name="文本框 148"/>
          <p:cNvSpPr txBox="1"/>
          <p:nvPr>
            <p:custDataLst>
              <p:tags r:id="rId133"/>
            </p:custDataLst>
          </p:nvPr>
        </p:nvSpPr>
        <p:spPr>
          <a:xfrm>
            <a:off x="9686925" y="1240479"/>
            <a:ext cx="1521543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ranking events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" name="文本框 149"/>
          <p:cNvSpPr txBox="1"/>
          <p:nvPr>
            <p:custDataLst>
              <p:tags r:id="rId134"/>
            </p:custDataLst>
          </p:nvPr>
        </p:nvSpPr>
        <p:spPr>
          <a:xfrm>
            <a:off x="9229725" y="1527515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块优先级排序事件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1" name="任意多边形 150"/>
          <p:cNvSpPr/>
          <p:nvPr>
            <p:custDataLst>
              <p:tags r:id="rId135"/>
            </p:custDataLst>
          </p:nvPr>
        </p:nvSpPr>
        <p:spPr>
          <a:xfrm>
            <a:off x="9034145" y="2036445"/>
            <a:ext cx="2581275" cy="727075"/>
          </a:xfrm>
          <a:custGeom>
            <a:avLst/>
            <a:gdLst>
              <a:gd name="sw" fmla="*/ 1 w 4065"/>
              <a:gd name="sh" fmla="*/ 1 h 1145"/>
              <a:gd name="mins" fmla="min sw sh"/>
              <a:gd name="dsw" fmla="+- 0 sw mins"/>
              <a:gd name="dsh" fmla="+- 0 sh mins"/>
              <a:gd name="p0x0" fmla="*/ 60 w 4065"/>
              <a:gd name="p0y0" fmla="*/ 0 h 1145"/>
              <a:gd name="p0x1" fmla="*/ 4005 w 4065"/>
              <a:gd name="p0y1" fmla="*/ 0 h 1145"/>
              <a:gd name="p0x2" fmla="*/ 4038 w 4065"/>
              <a:gd name="p0y2" fmla="*/ 0 h 1145"/>
              <a:gd name="p0x3" fmla="*/ 4065 w 4065"/>
              <a:gd name="p0y3" fmla="*/ 26 h 1145"/>
              <a:gd name="p0x4" fmla="*/ 4065 w 4065"/>
              <a:gd name="p0y4" fmla="*/ 60 h 1145"/>
              <a:gd name="p0x5" fmla="*/ 4065 w 4065"/>
              <a:gd name="p0y5" fmla="*/ 1085 h 1145"/>
              <a:gd name="p0x6" fmla="*/ 4065 w 4065"/>
              <a:gd name="p0y6" fmla="*/ 1118 h 1145"/>
              <a:gd name="p0x7" fmla="*/ 4038 w 4065"/>
              <a:gd name="p0y7" fmla="*/ 1145 h 1145"/>
              <a:gd name="p0x8" fmla="*/ 4005 w 4065"/>
              <a:gd name="p0y8" fmla="*/ 1145 h 1145"/>
              <a:gd name="p0x9" fmla="*/ 60 w 4065"/>
              <a:gd name="p0y9" fmla="*/ 1145 h 1145"/>
              <a:gd name="p0x10" fmla="*/ 26 w 4065"/>
              <a:gd name="p0y10" fmla="*/ 1145 h 1145"/>
              <a:gd name="p0x11" fmla="*/ 0 w 4065"/>
              <a:gd name="p0y11" fmla="*/ 1118 h 1145"/>
              <a:gd name="p0x12" fmla="*/ 0 w 4065"/>
              <a:gd name="p0y12" fmla="*/ 1085 h 1145"/>
              <a:gd name="p0x13" fmla="*/ 0 w 4065"/>
              <a:gd name="p0y13" fmla="*/ 60 h 1145"/>
              <a:gd name="p0x14" fmla="*/ 0 w 4065"/>
              <a:gd name="p0y14" fmla="*/ 26 h 1145"/>
              <a:gd name="p0x15" fmla="*/ 26 w 4065"/>
              <a:gd name="p0y15" fmla="*/ 0 h 1145"/>
              <a:gd name="p0x16" fmla="*/ 60 w 4065"/>
              <a:gd name="p0y16" fmla="*/ 0 h 11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2" name="任意多边形 151"/>
          <p:cNvSpPr/>
          <p:nvPr>
            <p:custDataLst>
              <p:tags r:id="rId136"/>
            </p:custDataLst>
          </p:nvPr>
        </p:nvSpPr>
        <p:spPr>
          <a:xfrm>
            <a:off x="9229725" y="21221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3" name="图片 152"/>
          <p:cNvPicPr>
            <a:picLocks noChangeAspect="1"/>
          </p:cNvPicPr>
          <p:nvPr>
            <p:custDataLst>
              <p:tags r:id="rId137"/>
            </p:custDataLst>
          </p:nvPr>
        </p:nvPicPr>
        <p:blipFill>
          <a:blip r:embed="rId138">
            <a:extLst>
              <a:ext uri="{96DAC541-7B7A-43D3-8B79-37D633B846F1}">
                <asvg:svgBlip xmlns:asvg="http://schemas.microsoft.com/office/drawing/2016/SVG/main" r:embed="rId139"/>
              </a:ext>
            </a:extLst>
          </a:blip>
          <a:srcRect l="-6818" t="-1212" r="-6818" b="-1212"/>
          <a:stretch>
            <a:fillRect/>
          </a:stretch>
        </p:blipFill>
        <p:spPr>
          <a:xfrm>
            <a:off x="9281795" y="2183765"/>
            <a:ext cx="238125" cy="214630"/>
          </a:xfrm>
          <a:prstGeom prst="rect">
            <a:avLst/>
          </a:prstGeom>
        </p:spPr>
      </p:pic>
      <p:sp>
        <p:nvSpPr>
          <p:cNvPr id="154" name="文本框 153"/>
          <p:cNvSpPr txBox="1"/>
          <p:nvPr>
            <p:custDataLst>
              <p:tags r:id="rId140"/>
            </p:custDataLst>
          </p:nvPr>
        </p:nvSpPr>
        <p:spPr>
          <a:xfrm>
            <a:off x="9686925" y="2167604"/>
            <a:ext cx="155071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selected victim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5" name="文本框 154"/>
          <p:cNvSpPr txBox="1"/>
          <p:nvPr>
            <p:custDataLst>
              <p:tags r:id="rId141"/>
            </p:custDataLst>
          </p:nvPr>
        </p:nvSpPr>
        <p:spPr>
          <a:xfrm>
            <a:off x="9229725" y="2454640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被选中的逐出目标块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6" name="任意多边形 155"/>
          <p:cNvSpPr/>
          <p:nvPr>
            <p:custDataLst>
              <p:tags r:id="rId142"/>
            </p:custDataLst>
          </p:nvPr>
        </p:nvSpPr>
        <p:spPr>
          <a:xfrm>
            <a:off x="9034145" y="2963545"/>
            <a:ext cx="2581275" cy="727075"/>
          </a:xfrm>
          <a:custGeom>
            <a:avLst/>
            <a:gdLst>
              <a:gd name="sw" fmla="*/ 1 w 4065"/>
              <a:gd name="sh" fmla="*/ 1 h 1145"/>
              <a:gd name="mins" fmla="min sw sh"/>
              <a:gd name="dsw" fmla="+- 0 sw mins"/>
              <a:gd name="dsh" fmla="+- 0 sh mins"/>
              <a:gd name="p0x0" fmla="*/ 60 w 4065"/>
              <a:gd name="p0y0" fmla="*/ 0 h 1145"/>
              <a:gd name="p0x1" fmla="*/ 4005 w 4065"/>
              <a:gd name="p0y1" fmla="*/ 0 h 1145"/>
              <a:gd name="p0x2" fmla="*/ 4038 w 4065"/>
              <a:gd name="p0y2" fmla="*/ 0 h 1145"/>
              <a:gd name="p0x3" fmla="*/ 4065 w 4065"/>
              <a:gd name="p0y3" fmla="*/ 26 h 1145"/>
              <a:gd name="p0x4" fmla="*/ 4065 w 4065"/>
              <a:gd name="p0y4" fmla="*/ 60 h 1145"/>
              <a:gd name="p0x5" fmla="*/ 4065 w 4065"/>
              <a:gd name="p0y5" fmla="*/ 1085 h 1145"/>
              <a:gd name="p0x6" fmla="*/ 4065 w 4065"/>
              <a:gd name="p0y6" fmla="*/ 1118 h 1145"/>
              <a:gd name="p0x7" fmla="*/ 4038 w 4065"/>
              <a:gd name="p0y7" fmla="*/ 1145 h 1145"/>
              <a:gd name="p0x8" fmla="*/ 4005 w 4065"/>
              <a:gd name="p0y8" fmla="*/ 1145 h 1145"/>
              <a:gd name="p0x9" fmla="*/ 60 w 4065"/>
              <a:gd name="p0y9" fmla="*/ 1145 h 1145"/>
              <a:gd name="p0x10" fmla="*/ 26 w 4065"/>
              <a:gd name="p0y10" fmla="*/ 1145 h 1145"/>
              <a:gd name="p0x11" fmla="*/ 0 w 4065"/>
              <a:gd name="p0y11" fmla="*/ 1118 h 1145"/>
              <a:gd name="p0x12" fmla="*/ 0 w 4065"/>
              <a:gd name="p0y12" fmla="*/ 1085 h 1145"/>
              <a:gd name="p0x13" fmla="*/ 0 w 4065"/>
              <a:gd name="p0y13" fmla="*/ 60 h 1145"/>
              <a:gd name="p0x14" fmla="*/ 0 w 4065"/>
              <a:gd name="p0y14" fmla="*/ 26 h 1145"/>
              <a:gd name="p0x15" fmla="*/ 26 w 4065"/>
              <a:gd name="p0y15" fmla="*/ 0 h 1145"/>
              <a:gd name="p0x16" fmla="*/ 60 w 4065"/>
              <a:gd name="p0y16" fmla="*/ 0 h 11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7" name="任意多边形 156"/>
          <p:cNvSpPr/>
          <p:nvPr>
            <p:custDataLst>
              <p:tags r:id="rId143"/>
            </p:custDataLst>
          </p:nvPr>
        </p:nvSpPr>
        <p:spPr>
          <a:xfrm>
            <a:off x="9229725" y="305943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8" name="图片 157"/>
          <p:cNvPicPr>
            <a:picLocks noChangeAspect="1"/>
          </p:cNvPicPr>
          <p:nvPr>
            <p:custDataLst>
              <p:tags r:id="rId144"/>
            </p:custDataLst>
          </p:nvPr>
        </p:nvPicPr>
        <p:blipFill>
          <a:blip r:embed="rId145">
            <a:extLst>
              <a:ext uri="{96DAC541-7B7A-43D3-8B79-37D633B846F1}">
                <asvg:svgBlip xmlns:asvg="http://schemas.microsoft.com/office/drawing/2016/SVG/main" r:embed="rId146"/>
              </a:ext>
            </a:extLst>
          </a:blip>
          <a:srcRect l="-7895" t="-3492" r="-7895" b="-3492"/>
          <a:stretch>
            <a:fillRect/>
          </a:stretch>
        </p:blipFill>
        <p:spPr>
          <a:xfrm>
            <a:off x="9296400" y="3121660"/>
            <a:ext cx="209550" cy="213995"/>
          </a:xfrm>
          <a:prstGeom prst="rect">
            <a:avLst/>
          </a:prstGeom>
        </p:spPr>
      </p:pic>
      <p:sp>
        <p:nvSpPr>
          <p:cNvPr id="159" name="文本框 158"/>
          <p:cNvSpPr txBox="1"/>
          <p:nvPr>
            <p:custDataLst>
              <p:tags r:id="rId147"/>
            </p:custDataLst>
          </p:nvPr>
        </p:nvSpPr>
        <p:spPr>
          <a:xfrm>
            <a:off x="9686925" y="2978791"/>
            <a:ext cx="1733550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protected candidate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0" name="文本框 159"/>
          <p:cNvSpPr txBox="1"/>
          <p:nvPr>
            <p:custDataLst>
              <p:tags r:id="rId148"/>
            </p:custDataLst>
          </p:nvPr>
        </p:nvSpPr>
        <p:spPr>
          <a:xfrm>
            <a:off x="9229725" y="3402225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受保护不被逐出的候选块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1" name="任意多边形 160"/>
          <p:cNvSpPr/>
          <p:nvPr>
            <p:custDataLst>
              <p:tags r:id="rId149"/>
            </p:custDataLst>
          </p:nvPr>
        </p:nvSpPr>
        <p:spPr>
          <a:xfrm>
            <a:off x="9034145" y="3890645"/>
            <a:ext cx="2581275" cy="727075"/>
          </a:xfrm>
          <a:custGeom>
            <a:avLst/>
            <a:gdLst>
              <a:gd name="sw" fmla="*/ 1 w 4065"/>
              <a:gd name="sh" fmla="*/ 1 h 1145"/>
              <a:gd name="mins" fmla="min sw sh"/>
              <a:gd name="dsw" fmla="+- 0 sw mins"/>
              <a:gd name="dsh" fmla="+- 0 sh mins"/>
              <a:gd name="p0x0" fmla="*/ 60 w 4065"/>
              <a:gd name="p0y0" fmla="*/ 0 h 1145"/>
              <a:gd name="p0x1" fmla="*/ 4005 w 4065"/>
              <a:gd name="p0y1" fmla="*/ 0 h 1145"/>
              <a:gd name="p0x2" fmla="*/ 4038 w 4065"/>
              <a:gd name="p0y2" fmla="*/ 0 h 1145"/>
              <a:gd name="p0x3" fmla="*/ 4065 w 4065"/>
              <a:gd name="p0y3" fmla="*/ 26 h 1145"/>
              <a:gd name="p0x4" fmla="*/ 4065 w 4065"/>
              <a:gd name="p0y4" fmla="*/ 60 h 1145"/>
              <a:gd name="p0x5" fmla="*/ 4065 w 4065"/>
              <a:gd name="p0y5" fmla="*/ 1085 h 1145"/>
              <a:gd name="p0x6" fmla="*/ 4065 w 4065"/>
              <a:gd name="p0y6" fmla="*/ 1118 h 1145"/>
              <a:gd name="p0x7" fmla="*/ 4038 w 4065"/>
              <a:gd name="p0y7" fmla="*/ 1145 h 1145"/>
              <a:gd name="p0x8" fmla="*/ 4005 w 4065"/>
              <a:gd name="p0y8" fmla="*/ 1145 h 1145"/>
              <a:gd name="p0x9" fmla="*/ 60 w 4065"/>
              <a:gd name="p0y9" fmla="*/ 1145 h 1145"/>
              <a:gd name="p0x10" fmla="*/ 26 w 4065"/>
              <a:gd name="p0y10" fmla="*/ 1145 h 1145"/>
              <a:gd name="p0x11" fmla="*/ 0 w 4065"/>
              <a:gd name="p0y11" fmla="*/ 1118 h 1145"/>
              <a:gd name="p0x12" fmla="*/ 0 w 4065"/>
              <a:gd name="p0y12" fmla="*/ 1085 h 1145"/>
              <a:gd name="p0x13" fmla="*/ 0 w 4065"/>
              <a:gd name="p0y13" fmla="*/ 60 h 1145"/>
              <a:gd name="p0x14" fmla="*/ 0 w 4065"/>
              <a:gd name="p0y14" fmla="*/ 26 h 1145"/>
              <a:gd name="p0x15" fmla="*/ 26 w 4065"/>
              <a:gd name="p0y15" fmla="*/ 0 h 1145"/>
              <a:gd name="p0x16" fmla="*/ 60 w 4065"/>
              <a:gd name="p0y16" fmla="*/ 0 h 11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2" name="任意多边形 161"/>
          <p:cNvSpPr/>
          <p:nvPr>
            <p:custDataLst>
              <p:tags r:id="rId150"/>
            </p:custDataLst>
          </p:nvPr>
        </p:nvSpPr>
        <p:spPr>
          <a:xfrm>
            <a:off x="9229725" y="398653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3" name="图片 162"/>
          <p:cNvPicPr>
            <a:picLocks noChangeAspect="1"/>
          </p:cNvPicPr>
          <p:nvPr>
            <p:custDataLst>
              <p:tags r:id="rId151"/>
            </p:custDataLst>
          </p:nvPr>
        </p:nvPicPr>
        <p:blipFill>
          <a:blip r:embed="rId152">
            <a:extLst>
              <a:ext uri="{96DAC541-7B7A-43D3-8B79-37D633B846F1}">
                <asvg:svgBlip xmlns:asvg="http://schemas.microsoft.com/office/drawing/2016/SVG/main" r:embed="rId153"/>
              </a:ext>
            </a:extLst>
          </a:blip>
          <a:srcRect l="-2083" t="-12407" r="-2083" b="-12407"/>
          <a:stretch>
            <a:fillRect/>
          </a:stretch>
        </p:blipFill>
        <p:spPr>
          <a:xfrm>
            <a:off x="9281795" y="4048760"/>
            <a:ext cx="238125" cy="213995"/>
          </a:xfrm>
          <a:prstGeom prst="rect">
            <a:avLst/>
          </a:prstGeom>
        </p:spPr>
      </p:pic>
      <p:sp>
        <p:nvSpPr>
          <p:cNvPr id="164" name="文本框 163"/>
          <p:cNvSpPr txBox="1"/>
          <p:nvPr>
            <p:custDataLst>
              <p:tags r:id="rId154"/>
            </p:custDataLst>
          </p:nvPr>
        </p:nvSpPr>
        <p:spPr>
          <a:xfrm>
            <a:off x="9686925" y="3905917"/>
            <a:ext cx="1733550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shared-anchor eviction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5" name="文本框 164"/>
          <p:cNvSpPr txBox="1"/>
          <p:nvPr>
            <p:custDataLst>
              <p:tags r:id="rId155"/>
            </p:custDataLst>
          </p:nvPr>
        </p:nvSpPr>
        <p:spPr>
          <a:xfrm>
            <a:off x="9229725" y="4329350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共享锚点块逐出事件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6" name="任意多边形 165"/>
          <p:cNvSpPr/>
          <p:nvPr>
            <p:custDataLst>
              <p:tags r:id="rId156"/>
            </p:custDataLst>
          </p:nvPr>
        </p:nvSpPr>
        <p:spPr>
          <a:xfrm>
            <a:off x="9034145" y="4817745"/>
            <a:ext cx="2581275" cy="727075"/>
          </a:xfrm>
          <a:custGeom>
            <a:avLst/>
            <a:gdLst>
              <a:gd name="sw" fmla="*/ 1 w 4065"/>
              <a:gd name="sh" fmla="*/ 1 h 1145"/>
              <a:gd name="mins" fmla="min sw sh"/>
              <a:gd name="dsw" fmla="+- 0 sw mins"/>
              <a:gd name="dsh" fmla="+- 0 sh mins"/>
              <a:gd name="p0x0" fmla="*/ 60 w 4065"/>
              <a:gd name="p0y0" fmla="*/ 0 h 1145"/>
              <a:gd name="p0x1" fmla="*/ 4005 w 4065"/>
              <a:gd name="p0y1" fmla="*/ 0 h 1145"/>
              <a:gd name="p0x2" fmla="*/ 4038 w 4065"/>
              <a:gd name="p0y2" fmla="*/ 0 h 1145"/>
              <a:gd name="p0x3" fmla="*/ 4065 w 4065"/>
              <a:gd name="p0y3" fmla="*/ 26 h 1145"/>
              <a:gd name="p0x4" fmla="*/ 4065 w 4065"/>
              <a:gd name="p0y4" fmla="*/ 60 h 1145"/>
              <a:gd name="p0x5" fmla="*/ 4065 w 4065"/>
              <a:gd name="p0y5" fmla="*/ 1085 h 1145"/>
              <a:gd name="p0x6" fmla="*/ 4065 w 4065"/>
              <a:gd name="p0y6" fmla="*/ 1118 h 1145"/>
              <a:gd name="p0x7" fmla="*/ 4038 w 4065"/>
              <a:gd name="p0y7" fmla="*/ 1145 h 1145"/>
              <a:gd name="p0x8" fmla="*/ 4005 w 4065"/>
              <a:gd name="p0y8" fmla="*/ 1145 h 1145"/>
              <a:gd name="p0x9" fmla="*/ 60 w 4065"/>
              <a:gd name="p0y9" fmla="*/ 1145 h 1145"/>
              <a:gd name="p0x10" fmla="*/ 26 w 4065"/>
              <a:gd name="p0y10" fmla="*/ 1145 h 1145"/>
              <a:gd name="p0x11" fmla="*/ 0 w 4065"/>
              <a:gd name="p0y11" fmla="*/ 1118 h 1145"/>
              <a:gd name="p0x12" fmla="*/ 0 w 4065"/>
              <a:gd name="p0y12" fmla="*/ 1085 h 1145"/>
              <a:gd name="p0x13" fmla="*/ 0 w 4065"/>
              <a:gd name="p0y13" fmla="*/ 60 h 1145"/>
              <a:gd name="p0x14" fmla="*/ 0 w 4065"/>
              <a:gd name="p0y14" fmla="*/ 26 h 1145"/>
              <a:gd name="p0x15" fmla="*/ 26 w 4065"/>
              <a:gd name="p0y15" fmla="*/ 0 h 1145"/>
              <a:gd name="p0x16" fmla="*/ 60 w 4065"/>
              <a:gd name="p0y16" fmla="*/ 0 h 11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7" name="任意多边形 166"/>
          <p:cNvSpPr/>
          <p:nvPr>
            <p:custDataLst>
              <p:tags r:id="rId157"/>
            </p:custDataLst>
          </p:nvPr>
        </p:nvSpPr>
        <p:spPr>
          <a:xfrm>
            <a:off x="9229725" y="491363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8" name="图片 167"/>
          <p:cNvPicPr>
            <a:picLocks noChangeAspect="1"/>
          </p:cNvPicPr>
          <p:nvPr>
            <p:custDataLst>
              <p:tags r:id="rId158"/>
            </p:custDataLst>
          </p:nvPr>
        </p:nvPicPr>
        <p:blipFill>
          <a:blip r:embed="rId159">
            <a:extLst>
              <a:ext uri="{96DAC541-7B7A-43D3-8B79-37D633B846F1}">
                <asvg:svgBlip xmlns:asvg="http://schemas.microsoft.com/office/drawing/2016/SVG/main" r:embed="rId160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9296400" y="4975860"/>
            <a:ext cx="209550" cy="213995"/>
          </a:xfrm>
          <a:prstGeom prst="rect">
            <a:avLst/>
          </a:prstGeom>
        </p:spPr>
      </p:pic>
      <p:sp>
        <p:nvSpPr>
          <p:cNvPr id="169" name="文本框 168"/>
          <p:cNvSpPr txBox="1"/>
          <p:nvPr>
            <p:custDataLst>
              <p:tags r:id="rId161"/>
            </p:custDataLst>
          </p:nvPr>
        </p:nvSpPr>
        <p:spPr>
          <a:xfrm>
            <a:off x="9686925" y="4833042"/>
            <a:ext cx="1733550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admission limited events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0" name="文本框 169"/>
          <p:cNvSpPr txBox="1"/>
          <p:nvPr>
            <p:custDataLst>
              <p:tags r:id="rId162"/>
            </p:custDataLst>
          </p:nvPr>
        </p:nvSpPr>
        <p:spPr>
          <a:xfrm>
            <a:off x="9229725" y="5256476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准入受限事件记录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1" name="任意多边形 170"/>
          <p:cNvSpPr/>
          <p:nvPr>
            <p:custDataLst>
              <p:tags r:id="rId163"/>
            </p:custDataLst>
          </p:nvPr>
        </p:nvSpPr>
        <p:spPr>
          <a:xfrm>
            <a:off x="9034145" y="5744845"/>
            <a:ext cx="2581275" cy="727075"/>
          </a:xfrm>
          <a:custGeom>
            <a:avLst/>
            <a:gdLst>
              <a:gd name="sw" fmla="*/ 1 w 4065"/>
              <a:gd name="sh" fmla="*/ 1 h 1145"/>
              <a:gd name="mins" fmla="min sw sh"/>
              <a:gd name="dsw" fmla="+- 0 sw mins"/>
              <a:gd name="dsh" fmla="+- 0 sh mins"/>
              <a:gd name="p0x0" fmla="*/ 60 w 4065"/>
              <a:gd name="p0y0" fmla="*/ 0 h 1145"/>
              <a:gd name="p0x1" fmla="*/ 4005 w 4065"/>
              <a:gd name="p0y1" fmla="*/ 0 h 1145"/>
              <a:gd name="p0x2" fmla="*/ 4038 w 4065"/>
              <a:gd name="p0y2" fmla="*/ 0 h 1145"/>
              <a:gd name="p0x3" fmla="*/ 4065 w 4065"/>
              <a:gd name="p0y3" fmla="*/ 26 h 1145"/>
              <a:gd name="p0x4" fmla="*/ 4065 w 4065"/>
              <a:gd name="p0y4" fmla="*/ 60 h 1145"/>
              <a:gd name="p0x5" fmla="*/ 4065 w 4065"/>
              <a:gd name="p0y5" fmla="*/ 1085 h 1145"/>
              <a:gd name="p0x6" fmla="*/ 4065 w 4065"/>
              <a:gd name="p0y6" fmla="*/ 1118 h 1145"/>
              <a:gd name="p0x7" fmla="*/ 4038 w 4065"/>
              <a:gd name="p0y7" fmla="*/ 1145 h 1145"/>
              <a:gd name="p0x8" fmla="*/ 4005 w 4065"/>
              <a:gd name="p0y8" fmla="*/ 1145 h 1145"/>
              <a:gd name="p0x9" fmla="*/ 60 w 4065"/>
              <a:gd name="p0y9" fmla="*/ 1145 h 1145"/>
              <a:gd name="p0x10" fmla="*/ 26 w 4065"/>
              <a:gd name="p0y10" fmla="*/ 1145 h 1145"/>
              <a:gd name="p0x11" fmla="*/ 0 w 4065"/>
              <a:gd name="p0y11" fmla="*/ 1118 h 1145"/>
              <a:gd name="p0x12" fmla="*/ 0 w 4065"/>
              <a:gd name="p0y12" fmla="*/ 1085 h 1145"/>
              <a:gd name="p0x13" fmla="*/ 0 w 4065"/>
              <a:gd name="p0y13" fmla="*/ 60 h 1145"/>
              <a:gd name="p0x14" fmla="*/ 0 w 4065"/>
              <a:gd name="p0y14" fmla="*/ 26 h 1145"/>
              <a:gd name="p0x15" fmla="*/ 26 w 4065"/>
              <a:gd name="p0y15" fmla="*/ 0 h 1145"/>
              <a:gd name="p0x16" fmla="*/ 60 w 4065"/>
              <a:gd name="p0y16" fmla="*/ 0 h 11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2" name="任意多边形 171"/>
          <p:cNvSpPr/>
          <p:nvPr>
            <p:custDataLst>
              <p:tags r:id="rId164"/>
            </p:custDataLst>
          </p:nvPr>
        </p:nvSpPr>
        <p:spPr>
          <a:xfrm>
            <a:off x="9229725" y="58305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73" name="图片 172"/>
          <p:cNvPicPr>
            <a:picLocks noChangeAspect="1"/>
          </p:cNvPicPr>
          <p:nvPr>
            <p:custDataLst>
              <p:tags r:id="rId165"/>
            </p:custDataLst>
          </p:nvPr>
        </p:nvPicPr>
        <p:blipFill>
          <a:blip r:embed="rId166">
            <a:extLst>
              <a:ext uri="{96DAC541-7B7A-43D3-8B79-37D633B846F1}">
                <asvg:svgBlip xmlns:asvg="http://schemas.microsoft.com/office/drawing/2016/SVG/main" r:embed="rId167"/>
              </a:ext>
            </a:extLst>
          </a:blip>
          <a:srcRect l="-4259" t="-12593" r="-4259" b="-12593"/>
          <a:stretch>
            <a:fillRect/>
          </a:stretch>
        </p:blipFill>
        <p:spPr>
          <a:xfrm>
            <a:off x="9307830" y="5892165"/>
            <a:ext cx="186055" cy="214630"/>
          </a:xfrm>
          <a:prstGeom prst="rect">
            <a:avLst/>
          </a:prstGeom>
        </p:spPr>
      </p:pic>
      <p:sp>
        <p:nvSpPr>
          <p:cNvPr id="174" name="文本框 173"/>
          <p:cNvSpPr txBox="1"/>
          <p:nvPr>
            <p:custDataLst>
              <p:tags r:id="rId168"/>
            </p:custDataLst>
          </p:nvPr>
        </p:nvSpPr>
        <p:spPr>
          <a:xfrm>
            <a:off x="9686925" y="5876106"/>
            <a:ext cx="1381125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saved blocks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5" name="文本框 174"/>
          <p:cNvSpPr txBox="1"/>
          <p:nvPr>
            <p:custDataLst>
              <p:tags r:id="rId169"/>
            </p:custDataLst>
          </p:nvPr>
        </p:nvSpPr>
        <p:spPr>
          <a:xfrm>
            <a:off x="9229725" y="6163142"/>
            <a:ext cx="21907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因策略被保留的块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505"/>
            <a:ext cx="10276840" cy="5003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最小闭环</a:t>
            </a:r>
            <a:endParaRPr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424815" y="975360"/>
            <a:ext cx="10494010" cy="1957705"/>
          </a:xfrm>
          <a:custGeom>
            <a:avLst/>
            <a:gdLst>
              <a:gd name="sw" fmla="*/ 1 w 20161"/>
              <a:gd name="sh" fmla="*/ 1 h 3575"/>
              <a:gd name="mins" fmla="min sw sh"/>
              <a:gd name="dsw" fmla="+- 0 sw mins"/>
              <a:gd name="dsh" fmla="+- 0 sh mins"/>
              <a:gd name="p0x0" fmla="*/ 420 w 20161"/>
              <a:gd name="p0y0" fmla="*/ 0 h 3575"/>
              <a:gd name="p0x1" fmla="*/ 19741 w 20161"/>
              <a:gd name="p0y1" fmla="*/ 0 h 3575"/>
              <a:gd name="p0x2" fmla="*/ 19973 w 20161"/>
              <a:gd name="p0y2" fmla="*/ 0 h 3575"/>
              <a:gd name="p0x3" fmla="*/ 20161 w 20161"/>
              <a:gd name="p0y3" fmla="*/ 188 h 3575"/>
              <a:gd name="p0x4" fmla="*/ 20161 w 20161"/>
              <a:gd name="p0y4" fmla="*/ 420 h 3575"/>
              <a:gd name="p0x5" fmla="*/ 20161 w 20161"/>
              <a:gd name="p0y5" fmla="*/ 3155 h 3575"/>
              <a:gd name="p0x6" fmla="*/ 20161 w 20161"/>
              <a:gd name="p0y6" fmla="*/ 3386 h 3575"/>
              <a:gd name="p0x7" fmla="*/ 19973 w 20161"/>
              <a:gd name="p0y7" fmla="*/ 3575 h 3575"/>
              <a:gd name="p0x8" fmla="*/ 19741 w 20161"/>
              <a:gd name="p0y8" fmla="*/ 3575 h 3575"/>
              <a:gd name="p0x9" fmla="*/ 420 w 20161"/>
              <a:gd name="p0y9" fmla="*/ 3575 h 3575"/>
              <a:gd name="p0x10" fmla="*/ 188 w 20161"/>
              <a:gd name="p0y10" fmla="*/ 3575 h 3575"/>
              <a:gd name="p0x11" fmla="*/ 0 w 20161"/>
              <a:gd name="p0y11" fmla="*/ 3386 h 3575"/>
              <a:gd name="p0x12" fmla="*/ 0 w 20161"/>
              <a:gd name="p0y12" fmla="*/ 3155 h 3575"/>
              <a:gd name="p0x13" fmla="*/ 0 w 20161"/>
              <a:gd name="p0y13" fmla="*/ 420 h 3575"/>
              <a:gd name="p0x14" fmla="*/ 0 w 20161"/>
              <a:gd name="p0y14" fmla="*/ 188 h 3575"/>
              <a:gd name="p0x15" fmla="*/ 188 w 20161"/>
              <a:gd name="p0y15" fmla="*/ 0 h 3575"/>
              <a:gd name="p0x16" fmla="*/ 420 w 20161"/>
              <a:gd name="p0y16" fmla="*/ 0 h 35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8214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任意多边形 1"/>
          <p:cNvSpPr/>
          <p:nvPr>
            <p:custDataLst>
              <p:tags r:id="rId3"/>
            </p:custDataLst>
          </p:nvPr>
        </p:nvSpPr>
        <p:spPr>
          <a:xfrm>
            <a:off x="593725" y="1461135"/>
            <a:ext cx="334010" cy="361315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6522" t="-2933" r="-6522" b="-2933"/>
          <a:stretch>
            <a:fillRect/>
          </a:stretch>
        </p:blipFill>
        <p:spPr>
          <a:xfrm>
            <a:off x="667385" y="1530985"/>
            <a:ext cx="197485" cy="21780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053465" y="1484630"/>
            <a:ext cx="2124710" cy="3155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81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为什么先做最小闭环</a:t>
            </a:r>
            <a:endParaRPr sz="181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593725" y="1909445"/>
            <a:ext cx="10212070" cy="5461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9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在真实</a:t>
            </a:r>
            <a:r>
              <a:rPr lang="en-US" altLang="zh-CN" sz="129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</a:t>
            </a:r>
            <a:r>
              <a:rPr lang="zh-CN" altLang="en-US" sz="129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中直接修改</a:t>
            </a:r>
            <a:r>
              <a:rPr sz="129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BlockPool</a:t>
            </a:r>
            <a:r>
              <a:rPr sz="129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sz="129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KVCacheManager</a:t>
            </a:r>
            <a:r>
              <a:rPr sz="129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sz="129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scheduler</a:t>
            </a:r>
            <a:r>
              <a:rPr lang="zh-CN" sz="129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风险高、调试成本高。先做纯</a:t>
            </a:r>
            <a:r>
              <a:rPr lang="en-US" altLang="zh-CN" sz="129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29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生命周期策略基准，模拟</a:t>
            </a:r>
            <a:r>
              <a:rPr lang="en-US" altLang="zh-CN" sz="129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 block</a:t>
            </a:r>
            <a:r>
              <a:rPr lang="zh-CN" altLang="en-US" sz="129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的产生、命中、驱逐和重建。</a:t>
            </a:r>
            <a:endParaRPr lang="zh-CN" altLang="en-US" sz="129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424815" y="3105785"/>
            <a:ext cx="5019675" cy="1530350"/>
          </a:xfrm>
          <a:custGeom>
            <a:avLst/>
            <a:gdLst>
              <a:gd name="sw" fmla="*/ 1 w 9923"/>
              <a:gd name="sh" fmla="*/ 1 h 2794"/>
              <a:gd name="mins" fmla="min sw sh"/>
              <a:gd name="dsw" fmla="+- 0 sw mins"/>
              <a:gd name="dsh" fmla="+- 0 sh mins"/>
              <a:gd name="p0x0" fmla="*/ 420 w 9923"/>
              <a:gd name="p0y0" fmla="*/ 0 h 2794"/>
              <a:gd name="p0x1" fmla="*/ 9503 w 9923"/>
              <a:gd name="p0y1" fmla="*/ 0 h 2794"/>
              <a:gd name="p0x2" fmla="*/ 9735 w 9923"/>
              <a:gd name="p0y2" fmla="*/ 0 h 2794"/>
              <a:gd name="p0x3" fmla="*/ 9923 w 9923"/>
              <a:gd name="p0y3" fmla="*/ 188 h 2794"/>
              <a:gd name="p0x4" fmla="*/ 9923 w 9923"/>
              <a:gd name="p0y4" fmla="*/ 420 h 2794"/>
              <a:gd name="p0x5" fmla="*/ 9923 w 9923"/>
              <a:gd name="p0y5" fmla="*/ 2374 h 2794"/>
              <a:gd name="p0x6" fmla="*/ 9923 w 9923"/>
              <a:gd name="p0y6" fmla="*/ 2606 h 2794"/>
              <a:gd name="p0x7" fmla="*/ 9735 w 9923"/>
              <a:gd name="p0y7" fmla="*/ 2794 h 2794"/>
              <a:gd name="p0x8" fmla="*/ 9503 w 9923"/>
              <a:gd name="p0y8" fmla="*/ 2794 h 2794"/>
              <a:gd name="p0x9" fmla="*/ 420 w 9923"/>
              <a:gd name="p0y9" fmla="*/ 2794 h 2794"/>
              <a:gd name="p0x10" fmla="*/ 188 w 9923"/>
              <a:gd name="p0y10" fmla="*/ 2794 h 2794"/>
              <a:gd name="p0x11" fmla="*/ 0 w 9923"/>
              <a:gd name="p0y11" fmla="*/ 2606 h 2794"/>
              <a:gd name="p0x12" fmla="*/ 0 w 9923"/>
              <a:gd name="p0y12" fmla="*/ 2374 h 2794"/>
              <a:gd name="p0x13" fmla="*/ 0 w 9923"/>
              <a:gd name="p0y13" fmla="*/ 420 h 2794"/>
              <a:gd name="p0x14" fmla="*/ 0 w 9923"/>
              <a:gd name="p0y14" fmla="*/ 188 h 2794"/>
              <a:gd name="p0x15" fmla="*/ 188 w 9923"/>
              <a:gd name="p0y15" fmla="*/ 0 h 2794"/>
              <a:gd name="p0x16" fmla="*/ 420 w 9923"/>
              <a:gd name="p0y16" fmla="*/ 0 h 279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8214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593725" y="3251835"/>
            <a:ext cx="273050" cy="29591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7895" t="-1212" r="-7895" b="-1212"/>
          <a:stretch>
            <a:fillRect/>
          </a:stretch>
        </p:blipFill>
        <p:spPr>
          <a:xfrm>
            <a:off x="650875" y="3305175"/>
            <a:ext cx="167640" cy="18478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988060" y="3263265"/>
            <a:ext cx="953770" cy="2686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5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BlockRef</a:t>
            </a:r>
            <a:endParaRPr sz="155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5"/>
            </p:custDataLst>
          </p:nvPr>
        </p:nvSpPr>
        <p:spPr>
          <a:xfrm>
            <a:off x="593725" y="3648075"/>
            <a:ext cx="76200" cy="76200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6"/>
            </p:custDataLst>
          </p:nvPr>
        </p:nvSpPr>
        <p:spPr>
          <a:xfrm>
            <a:off x="667385" y="3610610"/>
            <a:ext cx="1622425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16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</a:t>
            </a:r>
            <a:r>
              <a:rPr lang="zh-CN" sz="116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：逻辑</a:t>
            </a:r>
            <a:r>
              <a:rPr lang="en-US" altLang="zh-CN" sz="116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 block</a:t>
            </a:r>
            <a:r>
              <a:rPr lang="zh-CN" altLang="en-US" sz="116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标识</a:t>
            </a:r>
            <a:endParaRPr lang="zh-CN" altLang="en-US" sz="116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7"/>
            </p:custDataLst>
          </p:nvPr>
        </p:nvSpPr>
        <p:spPr>
          <a:xfrm>
            <a:off x="593725" y="3863340"/>
            <a:ext cx="76200" cy="76200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8"/>
            </p:custDataLst>
          </p:nvPr>
        </p:nvSpPr>
        <p:spPr>
          <a:xfrm>
            <a:off x="667385" y="3825875"/>
            <a:ext cx="2019300" cy="2559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16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prefix_depth</a:t>
            </a:r>
            <a:r>
              <a:rPr sz="116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：前缀深度</a:t>
            </a:r>
            <a:endParaRPr sz="116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9"/>
            </p:custDataLst>
          </p:nvPr>
        </p:nvSpPr>
        <p:spPr>
          <a:xfrm>
            <a:off x="593725" y="4077970"/>
            <a:ext cx="76200" cy="76200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20"/>
            </p:custDataLst>
          </p:nvPr>
        </p:nvSpPr>
        <p:spPr>
          <a:xfrm>
            <a:off x="667385" y="4041140"/>
            <a:ext cx="1209040" cy="2559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16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family</a:t>
            </a:r>
            <a:r>
              <a:rPr sz="116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：所属家族</a:t>
            </a:r>
            <a:endParaRPr sz="116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1"/>
            </p:custDataLst>
          </p:nvPr>
        </p:nvSpPr>
        <p:spPr>
          <a:xfrm>
            <a:off x="593725" y="4293235"/>
            <a:ext cx="76200" cy="76200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22"/>
            </p:custDataLst>
          </p:nvPr>
        </p:nvSpPr>
        <p:spPr>
          <a:xfrm>
            <a:off x="667385" y="4256405"/>
            <a:ext cx="1560830" cy="2559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16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branch_tag</a:t>
            </a:r>
            <a:r>
              <a:rPr sz="116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：分支标签</a:t>
            </a:r>
            <a:endParaRPr sz="116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3"/>
            </p:custDataLst>
          </p:nvPr>
        </p:nvSpPr>
        <p:spPr>
          <a:xfrm>
            <a:off x="5898515" y="3105785"/>
            <a:ext cx="5020310" cy="1530350"/>
          </a:xfrm>
          <a:custGeom>
            <a:avLst/>
            <a:gdLst>
              <a:gd name="sw" fmla="*/ 1 w 9923"/>
              <a:gd name="sh" fmla="*/ 1 h 2794"/>
              <a:gd name="mins" fmla="min sw sh"/>
              <a:gd name="dsw" fmla="+- 0 sw mins"/>
              <a:gd name="dsh" fmla="+- 0 sh mins"/>
              <a:gd name="p0x0" fmla="*/ 420 w 9923"/>
              <a:gd name="p0y0" fmla="*/ 0 h 2794"/>
              <a:gd name="p0x1" fmla="*/ 9503 w 9923"/>
              <a:gd name="p0y1" fmla="*/ 0 h 2794"/>
              <a:gd name="p0x2" fmla="*/ 9735 w 9923"/>
              <a:gd name="p0y2" fmla="*/ 0 h 2794"/>
              <a:gd name="p0x3" fmla="*/ 9923 w 9923"/>
              <a:gd name="p0y3" fmla="*/ 188 h 2794"/>
              <a:gd name="p0x4" fmla="*/ 9923 w 9923"/>
              <a:gd name="p0y4" fmla="*/ 420 h 2794"/>
              <a:gd name="p0x5" fmla="*/ 9923 w 9923"/>
              <a:gd name="p0y5" fmla="*/ 2374 h 2794"/>
              <a:gd name="p0x6" fmla="*/ 9923 w 9923"/>
              <a:gd name="p0y6" fmla="*/ 2606 h 2794"/>
              <a:gd name="p0x7" fmla="*/ 9735 w 9923"/>
              <a:gd name="p0y7" fmla="*/ 2794 h 2794"/>
              <a:gd name="p0x8" fmla="*/ 9503 w 9923"/>
              <a:gd name="p0y8" fmla="*/ 2794 h 2794"/>
              <a:gd name="p0x9" fmla="*/ 420 w 9923"/>
              <a:gd name="p0y9" fmla="*/ 2794 h 2794"/>
              <a:gd name="p0x10" fmla="*/ 188 w 9923"/>
              <a:gd name="p0y10" fmla="*/ 2794 h 2794"/>
              <a:gd name="p0x11" fmla="*/ 0 w 9923"/>
              <a:gd name="p0y11" fmla="*/ 2606 h 2794"/>
              <a:gd name="p0x12" fmla="*/ 0 w 9923"/>
              <a:gd name="p0y12" fmla="*/ 2374 h 2794"/>
              <a:gd name="p0x13" fmla="*/ 0 w 9923"/>
              <a:gd name="p0y13" fmla="*/ 420 h 2794"/>
              <a:gd name="p0x14" fmla="*/ 0 w 9923"/>
              <a:gd name="p0y14" fmla="*/ 188 h 2794"/>
              <a:gd name="p0x15" fmla="*/ 188 w 9923"/>
              <a:gd name="p0y15" fmla="*/ 0 h 2794"/>
              <a:gd name="p0x16" fmla="*/ 420 w 9923"/>
              <a:gd name="p0y16" fmla="*/ 0 h 279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8214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24"/>
            </p:custDataLst>
          </p:nvPr>
        </p:nvSpPr>
        <p:spPr>
          <a:xfrm>
            <a:off x="6200140" y="3251835"/>
            <a:ext cx="273050" cy="29591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1458" t="-3651" r="-1458" b="-3651"/>
          <a:stretch>
            <a:fillRect/>
          </a:stretch>
        </p:blipFill>
        <p:spPr>
          <a:xfrm>
            <a:off x="6280150" y="3305175"/>
            <a:ext cx="125095" cy="184785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28"/>
            </p:custDataLst>
          </p:nvPr>
        </p:nvSpPr>
        <p:spPr>
          <a:xfrm>
            <a:off x="6594475" y="3263265"/>
            <a:ext cx="1337945" cy="2686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5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RequestSpec</a:t>
            </a:r>
            <a:endParaRPr sz="155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9"/>
            </p:custDataLst>
          </p:nvPr>
        </p:nvSpPr>
        <p:spPr>
          <a:xfrm>
            <a:off x="6200140" y="3648075"/>
            <a:ext cx="76200" cy="76200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30"/>
            </p:custDataLst>
          </p:nvPr>
        </p:nvSpPr>
        <p:spPr>
          <a:xfrm>
            <a:off x="6273800" y="3610610"/>
            <a:ext cx="2413635" cy="2565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16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request_id</a:t>
            </a:r>
            <a:r>
              <a:rPr sz="116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：请求唯一标识</a:t>
            </a:r>
            <a:endParaRPr sz="116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31"/>
            </p:custDataLst>
          </p:nvPr>
        </p:nvSpPr>
        <p:spPr>
          <a:xfrm>
            <a:off x="6200140" y="3863340"/>
            <a:ext cx="76200" cy="76200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32"/>
            </p:custDataLst>
          </p:nvPr>
        </p:nvSpPr>
        <p:spPr>
          <a:xfrm>
            <a:off x="6273800" y="3825875"/>
            <a:ext cx="2014855" cy="2559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16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workload</a:t>
            </a:r>
            <a:r>
              <a:rPr sz="116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：工作负载类型</a:t>
            </a:r>
            <a:endParaRPr sz="116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33"/>
            </p:custDataLst>
          </p:nvPr>
        </p:nvSpPr>
        <p:spPr>
          <a:xfrm>
            <a:off x="6200140" y="4077970"/>
            <a:ext cx="76200" cy="76200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34"/>
            </p:custDataLst>
          </p:nvPr>
        </p:nvSpPr>
        <p:spPr>
          <a:xfrm>
            <a:off x="6273800" y="4041140"/>
            <a:ext cx="2233295" cy="2559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16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blocks</a:t>
            </a:r>
            <a:r>
              <a:rPr lang="zh-CN" sz="116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：关联</a:t>
            </a:r>
            <a:r>
              <a:rPr lang="en-US" altLang="zh-CN" sz="116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sz="116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列表</a:t>
            </a:r>
            <a:endParaRPr lang="zh-CN" altLang="en-US" sz="116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35"/>
            </p:custDataLst>
          </p:nvPr>
        </p:nvSpPr>
        <p:spPr>
          <a:xfrm>
            <a:off x="6200140" y="4293235"/>
            <a:ext cx="76200" cy="76200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36"/>
            </p:custDataLst>
          </p:nvPr>
        </p:nvSpPr>
        <p:spPr>
          <a:xfrm>
            <a:off x="6273800" y="4256405"/>
            <a:ext cx="2649220" cy="2559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16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decode_tokens</a:t>
            </a:r>
            <a:r>
              <a:rPr lang="zh-CN" sz="116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：解码</a:t>
            </a:r>
            <a:r>
              <a:rPr lang="en-US" altLang="zh-CN" sz="116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</a:t>
            </a:r>
            <a:r>
              <a:rPr lang="zh-CN" altLang="en-US" sz="116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</a:t>
            </a:r>
            <a:endParaRPr lang="zh-CN" altLang="en-US" sz="116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37"/>
            </p:custDataLst>
          </p:nvPr>
        </p:nvSpPr>
        <p:spPr>
          <a:xfrm>
            <a:off x="424815" y="4808855"/>
            <a:ext cx="5019675" cy="1530350"/>
          </a:xfrm>
          <a:custGeom>
            <a:avLst/>
            <a:gdLst>
              <a:gd name="sw" fmla="*/ 1 w 9923"/>
              <a:gd name="sh" fmla="*/ 1 h 2795"/>
              <a:gd name="mins" fmla="min sw sh"/>
              <a:gd name="dsw" fmla="+- 0 sw mins"/>
              <a:gd name="dsh" fmla="+- 0 sh mins"/>
              <a:gd name="p0x0" fmla="*/ 420 w 9923"/>
              <a:gd name="p0y0" fmla="*/ 0 h 2795"/>
              <a:gd name="p0x1" fmla="*/ 9503 w 9923"/>
              <a:gd name="p0y1" fmla="*/ 0 h 2795"/>
              <a:gd name="p0x2" fmla="*/ 9735 w 9923"/>
              <a:gd name="p0y2" fmla="*/ 0 h 2795"/>
              <a:gd name="p0x3" fmla="*/ 9923 w 9923"/>
              <a:gd name="p0y3" fmla="*/ 188 h 2795"/>
              <a:gd name="p0x4" fmla="*/ 9923 w 9923"/>
              <a:gd name="p0y4" fmla="*/ 420 h 2795"/>
              <a:gd name="p0x5" fmla="*/ 9923 w 9923"/>
              <a:gd name="p0y5" fmla="*/ 2375 h 2795"/>
              <a:gd name="p0x6" fmla="*/ 9923 w 9923"/>
              <a:gd name="p0y6" fmla="*/ 2606 h 2795"/>
              <a:gd name="p0x7" fmla="*/ 9735 w 9923"/>
              <a:gd name="p0y7" fmla="*/ 2795 h 2795"/>
              <a:gd name="p0x8" fmla="*/ 9503 w 9923"/>
              <a:gd name="p0y8" fmla="*/ 2795 h 2795"/>
              <a:gd name="p0x9" fmla="*/ 420 w 9923"/>
              <a:gd name="p0y9" fmla="*/ 2795 h 2795"/>
              <a:gd name="p0x10" fmla="*/ 188 w 9923"/>
              <a:gd name="p0y10" fmla="*/ 2795 h 2795"/>
              <a:gd name="p0x11" fmla="*/ 0 w 9923"/>
              <a:gd name="p0y11" fmla="*/ 2606 h 2795"/>
              <a:gd name="p0x12" fmla="*/ 0 w 9923"/>
              <a:gd name="p0y12" fmla="*/ 2375 h 2795"/>
              <a:gd name="p0x13" fmla="*/ 0 w 9923"/>
              <a:gd name="p0y13" fmla="*/ 420 h 2795"/>
              <a:gd name="p0x14" fmla="*/ 0 w 9923"/>
              <a:gd name="p0y14" fmla="*/ 188 h 2795"/>
              <a:gd name="p0x15" fmla="*/ 188 w 9923"/>
              <a:gd name="p0y15" fmla="*/ 0 h 2795"/>
              <a:gd name="p0x16" fmla="*/ 420 w 9923"/>
              <a:gd name="p0y16" fmla="*/ 0 h 27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8214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任意多边形 33"/>
          <p:cNvSpPr/>
          <p:nvPr>
            <p:custDataLst>
              <p:tags r:id="rId38"/>
            </p:custDataLst>
          </p:nvPr>
        </p:nvSpPr>
        <p:spPr>
          <a:xfrm>
            <a:off x="593725" y="4944110"/>
            <a:ext cx="273050" cy="295275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-2381" t="-12593" r="-2381" b="-12593"/>
          <a:stretch>
            <a:fillRect/>
          </a:stretch>
        </p:blipFill>
        <p:spPr>
          <a:xfrm>
            <a:off x="650875" y="4996815"/>
            <a:ext cx="167640" cy="185420"/>
          </a:xfrm>
          <a:prstGeom prst="rect">
            <a:avLst/>
          </a:prstGeom>
        </p:spPr>
      </p:pic>
      <p:sp>
        <p:nvSpPr>
          <p:cNvPr id="36" name="文本框 35"/>
          <p:cNvSpPr txBox="1"/>
          <p:nvPr>
            <p:custDataLst>
              <p:tags r:id="rId42"/>
            </p:custDataLst>
          </p:nvPr>
        </p:nvSpPr>
        <p:spPr>
          <a:xfrm>
            <a:off x="988060" y="4955540"/>
            <a:ext cx="977265" cy="2686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5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BlockLife</a:t>
            </a:r>
            <a:endParaRPr sz="155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43"/>
            </p:custDataLst>
          </p:nvPr>
        </p:nvSpPr>
        <p:spPr>
          <a:xfrm>
            <a:off x="593725" y="5329555"/>
            <a:ext cx="76200" cy="762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8" name="文本框 37"/>
          <p:cNvSpPr txBox="1"/>
          <p:nvPr>
            <p:custDataLst>
              <p:tags r:id="rId44"/>
            </p:custDataLst>
          </p:nvPr>
        </p:nvSpPr>
        <p:spPr>
          <a:xfrm>
            <a:off x="659130" y="5295265"/>
            <a:ext cx="3230245" cy="225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key/family/prefix_depth</a:t>
            </a:r>
            <a:r>
              <a:rPr sz="103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：基础标识信息</a:t>
            </a:r>
            <a:endParaRPr sz="103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45"/>
            </p:custDataLst>
          </p:nvPr>
        </p:nvSpPr>
        <p:spPr>
          <a:xfrm>
            <a:off x="593725" y="5506085"/>
            <a:ext cx="76200" cy="762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46"/>
            </p:custDataLst>
          </p:nvPr>
        </p:nvSpPr>
        <p:spPr>
          <a:xfrm>
            <a:off x="659130" y="5471795"/>
            <a:ext cx="3753485" cy="2247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first_seen_request/last_access_request</a:t>
            </a:r>
            <a:r>
              <a:rPr lang="zh-CN" sz="103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：首次</a:t>
            </a:r>
            <a:r>
              <a:rPr lang="en-US" altLang="zh-CN" sz="103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03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最后访问</a:t>
            </a:r>
            <a:endParaRPr lang="zh-CN" altLang="en-US" sz="103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47"/>
            </p:custDataLst>
          </p:nvPr>
        </p:nvSpPr>
        <p:spPr>
          <a:xfrm>
            <a:off x="593725" y="5682615"/>
            <a:ext cx="76200" cy="762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48"/>
            </p:custDataLst>
          </p:nvPr>
        </p:nvSpPr>
        <p:spPr>
          <a:xfrm>
            <a:off x="659130" y="5648325"/>
            <a:ext cx="3229610" cy="2247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recompute_cost_tokens</a:t>
            </a:r>
            <a:r>
              <a:rPr sz="103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：重计算代价</a:t>
            </a:r>
            <a:endParaRPr sz="103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49"/>
            </p:custDataLst>
          </p:nvPr>
        </p:nvSpPr>
        <p:spPr>
          <a:xfrm>
            <a:off x="593725" y="5859145"/>
            <a:ext cx="76200" cy="762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>
            <p:custDataLst>
              <p:tags r:id="rId50"/>
            </p:custDataLst>
          </p:nvPr>
        </p:nvSpPr>
        <p:spPr>
          <a:xfrm>
            <a:off x="659130" y="5824855"/>
            <a:ext cx="3527425" cy="2247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hit_count/miss_count/access_count</a:t>
            </a:r>
            <a:r>
              <a:rPr sz="103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：访问统计</a:t>
            </a:r>
            <a:endParaRPr sz="103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51"/>
            </p:custDataLst>
          </p:nvPr>
        </p:nvSpPr>
        <p:spPr>
          <a:xfrm>
            <a:off x="593725" y="6035040"/>
            <a:ext cx="76200" cy="762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>
            <p:custDataLst>
              <p:tags r:id="rId52"/>
            </p:custDataLst>
          </p:nvPr>
        </p:nvSpPr>
        <p:spPr>
          <a:xfrm>
            <a:off x="659130" y="6001385"/>
            <a:ext cx="2653665" cy="2247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request_ids/branch_tags</a:t>
            </a:r>
            <a:r>
              <a:rPr sz="103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：关联请求与分支</a:t>
            </a:r>
            <a:endParaRPr sz="103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任意多边形 46"/>
          <p:cNvSpPr/>
          <p:nvPr>
            <p:custDataLst>
              <p:tags r:id="rId53"/>
            </p:custDataLst>
          </p:nvPr>
        </p:nvSpPr>
        <p:spPr>
          <a:xfrm>
            <a:off x="5898515" y="4808855"/>
            <a:ext cx="5020310" cy="1530350"/>
          </a:xfrm>
          <a:custGeom>
            <a:avLst/>
            <a:gdLst>
              <a:gd name="sw" fmla="*/ 1 w 9923"/>
              <a:gd name="sh" fmla="*/ 1 h 2795"/>
              <a:gd name="mins" fmla="min sw sh"/>
              <a:gd name="dsw" fmla="+- 0 sw mins"/>
              <a:gd name="dsh" fmla="+- 0 sh mins"/>
              <a:gd name="p0x0" fmla="*/ 420 w 9923"/>
              <a:gd name="p0y0" fmla="*/ 0 h 2795"/>
              <a:gd name="p0x1" fmla="*/ 9503 w 9923"/>
              <a:gd name="p0y1" fmla="*/ 0 h 2795"/>
              <a:gd name="p0x2" fmla="*/ 9735 w 9923"/>
              <a:gd name="p0y2" fmla="*/ 0 h 2795"/>
              <a:gd name="p0x3" fmla="*/ 9923 w 9923"/>
              <a:gd name="p0y3" fmla="*/ 188 h 2795"/>
              <a:gd name="p0x4" fmla="*/ 9923 w 9923"/>
              <a:gd name="p0y4" fmla="*/ 420 h 2795"/>
              <a:gd name="p0x5" fmla="*/ 9923 w 9923"/>
              <a:gd name="p0y5" fmla="*/ 2375 h 2795"/>
              <a:gd name="p0x6" fmla="*/ 9923 w 9923"/>
              <a:gd name="p0y6" fmla="*/ 2606 h 2795"/>
              <a:gd name="p0x7" fmla="*/ 9735 w 9923"/>
              <a:gd name="p0y7" fmla="*/ 2795 h 2795"/>
              <a:gd name="p0x8" fmla="*/ 9503 w 9923"/>
              <a:gd name="p0y8" fmla="*/ 2795 h 2795"/>
              <a:gd name="p0x9" fmla="*/ 420 w 9923"/>
              <a:gd name="p0y9" fmla="*/ 2795 h 2795"/>
              <a:gd name="p0x10" fmla="*/ 188 w 9923"/>
              <a:gd name="p0y10" fmla="*/ 2795 h 2795"/>
              <a:gd name="p0x11" fmla="*/ 0 w 9923"/>
              <a:gd name="p0y11" fmla="*/ 2606 h 2795"/>
              <a:gd name="p0x12" fmla="*/ 0 w 9923"/>
              <a:gd name="p0y12" fmla="*/ 2375 h 2795"/>
              <a:gd name="p0x13" fmla="*/ 0 w 9923"/>
              <a:gd name="p0y13" fmla="*/ 420 h 2795"/>
              <a:gd name="p0x14" fmla="*/ 0 w 9923"/>
              <a:gd name="p0y14" fmla="*/ 188 h 2795"/>
              <a:gd name="p0x15" fmla="*/ 188 w 9923"/>
              <a:gd name="p0y15" fmla="*/ 0 h 2795"/>
              <a:gd name="p0x16" fmla="*/ 420 w 9923"/>
              <a:gd name="p0y16" fmla="*/ 0 h 27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8214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任意多边形 47"/>
          <p:cNvSpPr/>
          <p:nvPr>
            <p:custDataLst>
              <p:tags r:id="rId54"/>
            </p:custDataLst>
          </p:nvPr>
        </p:nvSpPr>
        <p:spPr>
          <a:xfrm>
            <a:off x="6200140" y="4965700"/>
            <a:ext cx="273050" cy="29591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9" name="图片 48"/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 l="-2083" t="-6333" r="-2083" b="-6333"/>
          <a:stretch>
            <a:fillRect/>
          </a:stretch>
        </p:blipFill>
        <p:spPr>
          <a:xfrm>
            <a:off x="6244590" y="5019040"/>
            <a:ext cx="190500" cy="184785"/>
          </a:xfrm>
          <a:prstGeom prst="rect">
            <a:avLst/>
          </a:prstGeom>
        </p:spPr>
      </p:pic>
      <p:sp>
        <p:nvSpPr>
          <p:cNvPr id="50" name="文本框 49"/>
          <p:cNvSpPr txBox="1"/>
          <p:nvPr>
            <p:custDataLst>
              <p:tags r:id="rId58"/>
            </p:custDataLst>
          </p:nvPr>
        </p:nvSpPr>
        <p:spPr>
          <a:xfrm>
            <a:off x="6594475" y="4977765"/>
            <a:ext cx="1356995" cy="2686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5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EvictionEvent</a:t>
            </a:r>
            <a:endParaRPr sz="155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任意多边形 50"/>
          <p:cNvSpPr/>
          <p:nvPr>
            <p:custDataLst>
              <p:tags r:id="rId59"/>
            </p:custDataLst>
          </p:nvPr>
        </p:nvSpPr>
        <p:spPr>
          <a:xfrm>
            <a:off x="6200140" y="5373370"/>
            <a:ext cx="76200" cy="762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>
            <p:custDataLst>
              <p:tags r:id="rId60"/>
            </p:custDataLst>
          </p:nvPr>
        </p:nvSpPr>
        <p:spPr>
          <a:xfrm>
            <a:off x="6265545" y="5339080"/>
            <a:ext cx="2421890" cy="225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0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被驱逐</a:t>
            </a:r>
            <a:r>
              <a:rPr lang="en-US" altLang="zh-CN" sz="10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block/</a:t>
            </a:r>
            <a:r>
              <a:rPr lang="zh-CN" altLang="en-US" sz="10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驱逐时刻</a:t>
            </a:r>
            <a:r>
              <a:rPr sz="103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：事件主体与时间</a:t>
            </a:r>
            <a:endParaRPr sz="103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任意多边形 52"/>
          <p:cNvSpPr/>
          <p:nvPr>
            <p:custDataLst>
              <p:tags r:id="rId61"/>
            </p:custDataLst>
          </p:nvPr>
        </p:nvSpPr>
        <p:spPr>
          <a:xfrm>
            <a:off x="6200140" y="5582920"/>
            <a:ext cx="76200" cy="762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>
            <p:custDataLst>
              <p:tags r:id="rId62"/>
            </p:custDataLst>
          </p:nvPr>
        </p:nvSpPr>
        <p:spPr>
          <a:xfrm>
            <a:off x="6265545" y="5548630"/>
            <a:ext cx="3301365" cy="225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prefix depth/hit count/share degree</a:t>
            </a:r>
            <a:r>
              <a:rPr sz="103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：状态特征</a:t>
            </a:r>
            <a:endParaRPr sz="103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任意多边形 54"/>
          <p:cNvSpPr/>
          <p:nvPr>
            <p:custDataLst>
              <p:tags r:id="rId63"/>
            </p:custDataLst>
          </p:nvPr>
        </p:nvSpPr>
        <p:spPr>
          <a:xfrm>
            <a:off x="6200140" y="5792470"/>
            <a:ext cx="76200" cy="762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>
            <p:custDataLst>
              <p:tags r:id="rId64"/>
            </p:custDataLst>
          </p:nvPr>
        </p:nvSpPr>
        <p:spPr>
          <a:xfrm>
            <a:off x="6265545" y="5758180"/>
            <a:ext cx="3068320" cy="225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branch factor/recompute cost</a:t>
            </a:r>
            <a:r>
              <a:rPr sz="103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：分支与代价</a:t>
            </a:r>
            <a:endParaRPr sz="103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任意多边形 56"/>
          <p:cNvSpPr/>
          <p:nvPr>
            <p:custDataLst>
              <p:tags r:id="rId65"/>
            </p:custDataLst>
          </p:nvPr>
        </p:nvSpPr>
        <p:spPr>
          <a:xfrm>
            <a:off x="6200140" y="6002655"/>
            <a:ext cx="76200" cy="762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文本框 57"/>
          <p:cNvSpPr txBox="1"/>
          <p:nvPr>
            <p:custDataLst>
              <p:tags r:id="rId66"/>
            </p:custDataLst>
          </p:nvPr>
        </p:nvSpPr>
        <p:spPr>
          <a:xfrm>
            <a:off x="6265545" y="5968365"/>
            <a:ext cx="2849245" cy="2247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0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后续是否</a:t>
            </a:r>
            <a:r>
              <a:rPr lang="en-US" altLang="zh-CN" sz="10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regretted/</a:t>
            </a:r>
            <a:r>
              <a:rPr lang="zh-CN" altLang="en-US" sz="10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是否</a:t>
            </a:r>
            <a:r>
              <a:rPr lang="en-US" altLang="zh-CN" sz="10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rebuilt</a:t>
            </a:r>
            <a:r>
              <a:rPr sz="103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：决策反馈</a:t>
            </a:r>
            <a:endParaRPr sz="103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505"/>
            <a:ext cx="9625965" cy="5003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最小闭环的</a:t>
            </a:r>
            <a:r>
              <a:rPr lang="en-US" altLang="zh-CN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workload</a:t>
            </a:r>
            <a:endParaRPr lang="en-US" altLang="zh-CN"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2731770" cy="1247775"/>
          </a:xfrm>
          <a:custGeom>
            <a:avLst/>
            <a:gdLst>
              <a:gd name="sw" fmla="*/ 1 w 4970"/>
              <a:gd name="sh" fmla="*/ 1 h 1965"/>
              <a:gd name="mins" fmla="min sw sh"/>
              <a:gd name="dsw" fmla="+- 0 sw mins"/>
              <a:gd name="dsh" fmla="+- 0 sh mins"/>
              <a:gd name="p0x0" fmla="*/ 420 w 4970"/>
              <a:gd name="p0y0" fmla="*/ 0 h 1965"/>
              <a:gd name="p0x1" fmla="*/ 4550 w 4970"/>
              <a:gd name="p0y1" fmla="*/ 0 h 1965"/>
              <a:gd name="p0x2" fmla="*/ 4782 w 4970"/>
              <a:gd name="p0y2" fmla="*/ 0 h 1965"/>
              <a:gd name="p0x3" fmla="*/ 4970 w 4970"/>
              <a:gd name="p0y3" fmla="*/ 188 h 1965"/>
              <a:gd name="p0x4" fmla="*/ 4970 w 4970"/>
              <a:gd name="p0y4" fmla="*/ 420 h 1965"/>
              <a:gd name="p0x5" fmla="*/ 4970 w 4970"/>
              <a:gd name="p0y5" fmla="*/ 1545 h 1965"/>
              <a:gd name="p0x6" fmla="*/ 4970 w 4970"/>
              <a:gd name="p0y6" fmla="*/ 1776 h 1965"/>
              <a:gd name="p0x7" fmla="*/ 4782 w 4970"/>
              <a:gd name="p0y7" fmla="*/ 1965 h 1965"/>
              <a:gd name="p0x8" fmla="*/ 4550 w 4970"/>
              <a:gd name="p0y8" fmla="*/ 1965 h 1965"/>
              <a:gd name="p0x9" fmla="*/ 420 w 4970"/>
              <a:gd name="p0y9" fmla="*/ 1965 h 1965"/>
              <a:gd name="p0x10" fmla="*/ 188 w 4970"/>
              <a:gd name="p0y10" fmla="*/ 1965 h 1965"/>
              <a:gd name="p0x11" fmla="*/ 0 w 4970"/>
              <a:gd name="p0y11" fmla="*/ 1776 h 1965"/>
              <a:gd name="p0x12" fmla="*/ 0 w 4970"/>
              <a:gd name="p0y12" fmla="*/ 1545 h 1965"/>
              <a:gd name="p0x13" fmla="*/ 0 w 4970"/>
              <a:gd name="p0y13" fmla="*/ 420 h 1965"/>
              <a:gd name="p0x14" fmla="*/ 0 w 4970"/>
              <a:gd name="p0y14" fmla="*/ 188 h 1965"/>
              <a:gd name="p0x15" fmla="*/ 188 w 4970"/>
              <a:gd name="p0y15" fmla="*/ 0 h 1965"/>
              <a:gd name="p0x16" fmla="*/ 420 w 4970"/>
              <a:gd name="p0y16" fmla="*/ 0 h 19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任意多边形 1"/>
          <p:cNvSpPr/>
          <p:nvPr>
            <p:custDataLst>
              <p:tags r:id="rId3"/>
            </p:custDataLst>
          </p:nvPr>
        </p:nvSpPr>
        <p:spPr>
          <a:xfrm>
            <a:off x="771525" y="1283335"/>
            <a:ext cx="29718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4259" t="-90417" r="-4259" b="-90417"/>
          <a:stretch>
            <a:fillRect/>
          </a:stretch>
        </p:blipFill>
        <p:spPr>
          <a:xfrm>
            <a:off x="849630" y="1345565"/>
            <a:ext cx="161290" cy="21399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228725" y="1321435"/>
            <a:ext cx="2032000" cy="262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exact_shared_prefix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771525" y="1666240"/>
            <a:ext cx="2393315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多个请求使用相同系统前缀，但用户后缀不同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575945" y="2480945"/>
            <a:ext cx="2731770" cy="1247775"/>
          </a:xfrm>
          <a:custGeom>
            <a:avLst/>
            <a:gdLst>
              <a:gd name="sw" fmla="*/ 1 w 4970"/>
              <a:gd name="sh" fmla="*/ 1 h 1965"/>
              <a:gd name="mins" fmla="min sw sh"/>
              <a:gd name="dsw" fmla="+- 0 sw mins"/>
              <a:gd name="dsh" fmla="+- 0 sh mins"/>
              <a:gd name="p0x0" fmla="*/ 420 w 4970"/>
              <a:gd name="p0y0" fmla="*/ 0 h 1965"/>
              <a:gd name="p0x1" fmla="*/ 4550 w 4970"/>
              <a:gd name="p0y1" fmla="*/ 0 h 1965"/>
              <a:gd name="p0x2" fmla="*/ 4782 w 4970"/>
              <a:gd name="p0y2" fmla="*/ 0 h 1965"/>
              <a:gd name="p0x3" fmla="*/ 4970 w 4970"/>
              <a:gd name="p0y3" fmla="*/ 188 h 1965"/>
              <a:gd name="p0x4" fmla="*/ 4970 w 4970"/>
              <a:gd name="p0y4" fmla="*/ 420 h 1965"/>
              <a:gd name="p0x5" fmla="*/ 4970 w 4970"/>
              <a:gd name="p0y5" fmla="*/ 1545 h 1965"/>
              <a:gd name="p0x6" fmla="*/ 4970 w 4970"/>
              <a:gd name="p0y6" fmla="*/ 1776 h 1965"/>
              <a:gd name="p0x7" fmla="*/ 4782 w 4970"/>
              <a:gd name="p0y7" fmla="*/ 1965 h 1965"/>
              <a:gd name="p0x8" fmla="*/ 4550 w 4970"/>
              <a:gd name="p0y8" fmla="*/ 1965 h 1965"/>
              <a:gd name="p0x9" fmla="*/ 420 w 4970"/>
              <a:gd name="p0y9" fmla="*/ 1965 h 1965"/>
              <a:gd name="p0x10" fmla="*/ 188 w 4970"/>
              <a:gd name="p0y10" fmla="*/ 1965 h 1965"/>
              <a:gd name="p0x11" fmla="*/ 0 w 4970"/>
              <a:gd name="p0y11" fmla="*/ 1776 h 1965"/>
              <a:gd name="p0x12" fmla="*/ 0 w 4970"/>
              <a:gd name="p0y12" fmla="*/ 1545 h 1965"/>
              <a:gd name="p0x13" fmla="*/ 0 w 4970"/>
              <a:gd name="p0y13" fmla="*/ 420 h 1965"/>
              <a:gd name="p0x14" fmla="*/ 0 w 4970"/>
              <a:gd name="p0y14" fmla="*/ 188 h 1965"/>
              <a:gd name="p0x15" fmla="*/ 188 w 4970"/>
              <a:gd name="p0y15" fmla="*/ 0 h 1965"/>
              <a:gd name="p0x16" fmla="*/ 420 w 4970"/>
              <a:gd name="p0y16" fmla="*/ 0 h 19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771525" y="2758440"/>
            <a:ext cx="29718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4259" t="-3651" r="-4259" b="-3651"/>
          <a:stretch>
            <a:fillRect/>
          </a:stretch>
        </p:blipFill>
        <p:spPr>
          <a:xfrm>
            <a:off x="849630" y="2820035"/>
            <a:ext cx="161290" cy="21463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1228725" y="2796540"/>
            <a:ext cx="1617345" cy="262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template_fork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771525" y="3162300"/>
            <a:ext cx="239331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模板型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prompt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在公共前缀后分叉</a:t>
            </a:r>
            <a:endParaRPr lang="zh-CN" altLang="en-US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6"/>
            </p:custDataLst>
          </p:nvPr>
        </p:nvSpPr>
        <p:spPr>
          <a:xfrm>
            <a:off x="575945" y="3852545"/>
            <a:ext cx="2731770" cy="1247775"/>
          </a:xfrm>
          <a:custGeom>
            <a:avLst/>
            <a:gdLst>
              <a:gd name="sw" fmla="*/ 1 w 4970"/>
              <a:gd name="sh" fmla="*/ 1 h 1965"/>
              <a:gd name="mins" fmla="min sw sh"/>
              <a:gd name="dsw" fmla="+- 0 sw mins"/>
              <a:gd name="dsh" fmla="+- 0 sh mins"/>
              <a:gd name="p0x0" fmla="*/ 420 w 4970"/>
              <a:gd name="p0y0" fmla="*/ 0 h 1965"/>
              <a:gd name="p0x1" fmla="*/ 4550 w 4970"/>
              <a:gd name="p0y1" fmla="*/ 0 h 1965"/>
              <a:gd name="p0x2" fmla="*/ 4782 w 4970"/>
              <a:gd name="p0y2" fmla="*/ 0 h 1965"/>
              <a:gd name="p0x3" fmla="*/ 4970 w 4970"/>
              <a:gd name="p0y3" fmla="*/ 188 h 1965"/>
              <a:gd name="p0x4" fmla="*/ 4970 w 4970"/>
              <a:gd name="p0y4" fmla="*/ 420 h 1965"/>
              <a:gd name="p0x5" fmla="*/ 4970 w 4970"/>
              <a:gd name="p0y5" fmla="*/ 1545 h 1965"/>
              <a:gd name="p0x6" fmla="*/ 4970 w 4970"/>
              <a:gd name="p0y6" fmla="*/ 1776 h 1965"/>
              <a:gd name="p0x7" fmla="*/ 4782 w 4970"/>
              <a:gd name="p0y7" fmla="*/ 1965 h 1965"/>
              <a:gd name="p0x8" fmla="*/ 4550 w 4970"/>
              <a:gd name="p0y8" fmla="*/ 1965 h 1965"/>
              <a:gd name="p0x9" fmla="*/ 420 w 4970"/>
              <a:gd name="p0y9" fmla="*/ 1965 h 1965"/>
              <a:gd name="p0x10" fmla="*/ 188 w 4970"/>
              <a:gd name="p0y10" fmla="*/ 1965 h 1965"/>
              <a:gd name="p0x11" fmla="*/ 0 w 4970"/>
              <a:gd name="p0y11" fmla="*/ 1776 h 1965"/>
              <a:gd name="p0x12" fmla="*/ 0 w 4970"/>
              <a:gd name="p0y12" fmla="*/ 1545 h 1965"/>
              <a:gd name="p0x13" fmla="*/ 0 w 4970"/>
              <a:gd name="p0y13" fmla="*/ 420 h 1965"/>
              <a:gd name="p0x14" fmla="*/ 0 w 4970"/>
              <a:gd name="p0y14" fmla="*/ 188 h 1965"/>
              <a:gd name="p0x15" fmla="*/ 188 w 4970"/>
              <a:gd name="p0y15" fmla="*/ 0 h 1965"/>
              <a:gd name="p0x16" fmla="*/ 420 w 4970"/>
              <a:gd name="p0y16" fmla="*/ 0 h 19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7"/>
            </p:custDataLst>
          </p:nvPr>
        </p:nvSpPr>
        <p:spPr>
          <a:xfrm>
            <a:off x="771525" y="4026535"/>
            <a:ext cx="29718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1458" t="-3492" r="-1458" b="-3492"/>
          <a:stretch>
            <a:fillRect/>
          </a:stretch>
        </p:blipFill>
        <p:spPr>
          <a:xfrm>
            <a:off x="864235" y="4088765"/>
            <a:ext cx="135890" cy="213995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1228725" y="4064635"/>
            <a:ext cx="1936115" cy="262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rag_long_context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2"/>
            </p:custDataLst>
          </p:nvPr>
        </p:nvSpPr>
        <p:spPr>
          <a:xfrm>
            <a:off x="771525" y="4409440"/>
            <a:ext cx="2393315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多个请求共享同一段长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RAG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文档，提出不同问题</a:t>
            </a:r>
            <a:endParaRPr lang="zh-CN" altLang="en-US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3"/>
            </p:custDataLst>
          </p:nvPr>
        </p:nvSpPr>
        <p:spPr>
          <a:xfrm>
            <a:off x="575945" y="5224145"/>
            <a:ext cx="2731770" cy="1247775"/>
          </a:xfrm>
          <a:custGeom>
            <a:avLst/>
            <a:gdLst>
              <a:gd name="sw" fmla="*/ 1 w 4970"/>
              <a:gd name="sh" fmla="*/ 1 h 1965"/>
              <a:gd name="mins" fmla="min sw sh"/>
              <a:gd name="dsw" fmla="+- 0 sw mins"/>
              <a:gd name="dsh" fmla="+- 0 sh mins"/>
              <a:gd name="p0x0" fmla="*/ 420 w 4970"/>
              <a:gd name="p0y0" fmla="*/ 0 h 1965"/>
              <a:gd name="p0x1" fmla="*/ 4550 w 4970"/>
              <a:gd name="p0y1" fmla="*/ 0 h 1965"/>
              <a:gd name="p0x2" fmla="*/ 4782 w 4970"/>
              <a:gd name="p0y2" fmla="*/ 0 h 1965"/>
              <a:gd name="p0x3" fmla="*/ 4970 w 4970"/>
              <a:gd name="p0y3" fmla="*/ 188 h 1965"/>
              <a:gd name="p0x4" fmla="*/ 4970 w 4970"/>
              <a:gd name="p0y4" fmla="*/ 420 h 1965"/>
              <a:gd name="p0x5" fmla="*/ 4970 w 4970"/>
              <a:gd name="p0y5" fmla="*/ 1545 h 1965"/>
              <a:gd name="p0x6" fmla="*/ 4970 w 4970"/>
              <a:gd name="p0y6" fmla="*/ 1776 h 1965"/>
              <a:gd name="p0x7" fmla="*/ 4782 w 4970"/>
              <a:gd name="p0y7" fmla="*/ 1965 h 1965"/>
              <a:gd name="p0x8" fmla="*/ 4550 w 4970"/>
              <a:gd name="p0y8" fmla="*/ 1965 h 1965"/>
              <a:gd name="p0x9" fmla="*/ 420 w 4970"/>
              <a:gd name="p0y9" fmla="*/ 1965 h 1965"/>
              <a:gd name="p0x10" fmla="*/ 188 w 4970"/>
              <a:gd name="p0y10" fmla="*/ 1965 h 1965"/>
              <a:gd name="p0x11" fmla="*/ 0 w 4970"/>
              <a:gd name="p0y11" fmla="*/ 1776 h 1965"/>
              <a:gd name="p0x12" fmla="*/ 0 w 4970"/>
              <a:gd name="p0y12" fmla="*/ 1545 h 1965"/>
              <a:gd name="p0x13" fmla="*/ 0 w 4970"/>
              <a:gd name="p0y13" fmla="*/ 420 h 1965"/>
              <a:gd name="p0x14" fmla="*/ 0 w 4970"/>
              <a:gd name="p0y14" fmla="*/ 188 h 1965"/>
              <a:gd name="p0x15" fmla="*/ 188 w 4970"/>
              <a:gd name="p0y15" fmla="*/ 0 h 1965"/>
              <a:gd name="p0x16" fmla="*/ 420 w 4970"/>
              <a:gd name="p0y16" fmla="*/ 0 h 19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4"/>
            </p:custDataLst>
          </p:nvPr>
        </p:nvSpPr>
        <p:spPr>
          <a:xfrm>
            <a:off x="771525" y="5398135"/>
            <a:ext cx="29718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838200" y="5460365"/>
            <a:ext cx="181610" cy="213995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8"/>
            </p:custDataLst>
          </p:nvPr>
        </p:nvSpPr>
        <p:spPr>
          <a:xfrm>
            <a:off x="1228725" y="5436235"/>
            <a:ext cx="1772285" cy="262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cache_pressure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9"/>
            </p:custDataLst>
          </p:nvPr>
        </p:nvSpPr>
        <p:spPr>
          <a:xfrm>
            <a:off x="771525" y="5781040"/>
            <a:ext cx="2393315" cy="5715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热点共享请求与长尾冷请求混合，制造缓存压力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30"/>
            </p:custDataLst>
          </p:nvPr>
        </p:nvSpPr>
        <p:spPr>
          <a:xfrm>
            <a:off x="3989705" y="1109345"/>
            <a:ext cx="3188335" cy="822325"/>
          </a:xfrm>
          <a:custGeom>
            <a:avLst/>
            <a:gdLst>
              <a:gd name="sw" fmla="*/ 1 w 5801"/>
              <a:gd name="sh" fmla="*/ 1 h 1295"/>
              <a:gd name="mins" fmla="min sw sh"/>
              <a:gd name="dsw" fmla="+- 0 sw mins"/>
              <a:gd name="dsh" fmla="+- 0 sh mins"/>
              <a:gd name="p0x0" fmla="*/ 420 w 5801"/>
              <a:gd name="p0y0" fmla="*/ 0 h 1295"/>
              <a:gd name="p0x1" fmla="*/ 5381 w 5801"/>
              <a:gd name="p0y1" fmla="*/ 0 h 1295"/>
              <a:gd name="p0x2" fmla="*/ 5613 w 5801"/>
              <a:gd name="p0y2" fmla="*/ 0 h 1295"/>
              <a:gd name="p0x3" fmla="*/ 5801 w 5801"/>
              <a:gd name="p0y3" fmla="*/ 188 h 1295"/>
              <a:gd name="p0x4" fmla="*/ 5801 w 5801"/>
              <a:gd name="p0y4" fmla="*/ 420 h 1295"/>
              <a:gd name="p0x5" fmla="*/ 5801 w 5801"/>
              <a:gd name="p0y5" fmla="*/ 875 h 1295"/>
              <a:gd name="p0x6" fmla="*/ 5801 w 5801"/>
              <a:gd name="p0y6" fmla="*/ 1106 h 1295"/>
              <a:gd name="p0x7" fmla="*/ 5613 w 5801"/>
              <a:gd name="p0y7" fmla="*/ 1295 h 1295"/>
              <a:gd name="p0x8" fmla="*/ 5381 w 5801"/>
              <a:gd name="p0y8" fmla="*/ 1295 h 1295"/>
              <a:gd name="p0x9" fmla="*/ 420 w 5801"/>
              <a:gd name="p0y9" fmla="*/ 1295 h 1295"/>
              <a:gd name="p0x10" fmla="*/ 188 w 5801"/>
              <a:gd name="p0y10" fmla="*/ 1295 h 1295"/>
              <a:gd name="p0x11" fmla="*/ 0 w 5801"/>
              <a:gd name="p0y11" fmla="*/ 1106 h 1295"/>
              <a:gd name="p0x12" fmla="*/ 0 w 5801"/>
              <a:gd name="p0y12" fmla="*/ 875 h 1295"/>
              <a:gd name="p0x13" fmla="*/ 0 w 5801"/>
              <a:gd name="p0y13" fmla="*/ 420 h 1295"/>
              <a:gd name="p0x14" fmla="*/ 0 w 5801"/>
              <a:gd name="p0y14" fmla="*/ 188 h 1295"/>
              <a:gd name="p0x15" fmla="*/ 188 w 5801"/>
              <a:gd name="p0y15" fmla="*/ 0 h 1295"/>
              <a:gd name="p0x16" fmla="*/ 420 w 5801"/>
              <a:gd name="p0y16" fmla="*/ 0 h 12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31"/>
            </p:custDataLst>
          </p:nvPr>
        </p:nvSpPr>
        <p:spPr>
          <a:xfrm>
            <a:off x="4184650" y="1386840"/>
            <a:ext cx="23114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t="-7143" b="-7143"/>
          <a:stretch>
            <a:fillRect/>
          </a:stretch>
        </p:blipFill>
        <p:spPr>
          <a:xfrm>
            <a:off x="4232275" y="1443990"/>
            <a:ext cx="148590" cy="152400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35"/>
            </p:custDataLst>
          </p:nvPr>
        </p:nvSpPr>
        <p:spPr>
          <a:xfrm>
            <a:off x="4566285" y="1387475"/>
            <a:ext cx="824230" cy="262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共享前缀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36"/>
            </p:custDataLst>
          </p:nvPr>
        </p:nvSpPr>
        <p:spPr>
          <a:xfrm>
            <a:off x="3989705" y="2017395"/>
            <a:ext cx="3188335" cy="822325"/>
          </a:xfrm>
          <a:custGeom>
            <a:avLst/>
            <a:gdLst>
              <a:gd name="sw" fmla="*/ 1 w 5801"/>
              <a:gd name="sh" fmla="*/ 1 h 1295"/>
              <a:gd name="mins" fmla="min sw sh"/>
              <a:gd name="dsw" fmla="+- 0 sw mins"/>
              <a:gd name="dsh" fmla="+- 0 sh mins"/>
              <a:gd name="p0x0" fmla="*/ 420 w 5801"/>
              <a:gd name="p0y0" fmla="*/ 0 h 1295"/>
              <a:gd name="p0x1" fmla="*/ 5381 w 5801"/>
              <a:gd name="p0y1" fmla="*/ 0 h 1295"/>
              <a:gd name="p0x2" fmla="*/ 5613 w 5801"/>
              <a:gd name="p0y2" fmla="*/ 0 h 1295"/>
              <a:gd name="p0x3" fmla="*/ 5801 w 5801"/>
              <a:gd name="p0y3" fmla="*/ 188 h 1295"/>
              <a:gd name="p0x4" fmla="*/ 5801 w 5801"/>
              <a:gd name="p0y4" fmla="*/ 420 h 1295"/>
              <a:gd name="p0x5" fmla="*/ 5801 w 5801"/>
              <a:gd name="p0y5" fmla="*/ 875 h 1295"/>
              <a:gd name="p0x6" fmla="*/ 5801 w 5801"/>
              <a:gd name="p0y6" fmla="*/ 1106 h 1295"/>
              <a:gd name="p0x7" fmla="*/ 5613 w 5801"/>
              <a:gd name="p0y7" fmla="*/ 1295 h 1295"/>
              <a:gd name="p0x8" fmla="*/ 5381 w 5801"/>
              <a:gd name="p0y8" fmla="*/ 1295 h 1295"/>
              <a:gd name="p0x9" fmla="*/ 420 w 5801"/>
              <a:gd name="p0y9" fmla="*/ 1295 h 1295"/>
              <a:gd name="p0x10" fmla="*/ 188 w 5801"/>
              <a:gd name="p0y10" fmla="*/ 1295 h 1295"/>
              <a:gd name="p0x11" fmla="*/ 0 w 5801"/>
              <a:gd name="p0y11" fmla="*/ 1106 h 1295"/>
              <a:gd name="p0x12" fmla="*/ 0 w 5801"/>
              <a:gd name="p0y12" fmla="*/ 875 h 1295"/>
              <a:gd name="p0x13" fmla="*/ 0 w 5801"/>
              <a:gd name="p0y13" fmla="*/ 420 h 1295"/>
              <a:gd name="p0x14" fmla="*/ 0 w 5801"/>
              <a:gd name="p0y14" fmla="*/ 188 h 1295"/>
              <a:gd name="p0x15" fmla="*/ 188 w 5801"/>
              <a:gd name="p0y15" fmla="*/ 0 h 1295"/>
              <a:gd name="p0x16" fmla="*/ 420 w 5801"/>
              <a:gd name="p0y16" fmla="*/ 0 h 12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37"/>
            </p:custDataLst>
          </p:nvPr>
        </p:nvSpPr>
        <p:spPr>
          <a:xfrm>
            <a:off x="4184650" y="2295525"/>
            <a:ext cx="23114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 t="-7143" b="-7143"/>
          <a:stretch>
            <a:fillRect/>
          </a:stretch>
        </p:blipFill>
        <p:spPr>
          <a:xfrm>
            <a:off x="4241800" y="2352675"/>
            <a:ext cx="132080" cy="15240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41"/>
            </p:custDataLst>
          </p:nvPr>
        </p:nvSpPr>
        <p:spPr>
          <a:xfrm>
            <a:off x="4566285" y="2295525"/>
            <a:ext cx="824230" cy="262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模板分叉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42"/>
            </p:custDataLst>
          </p:nvPr>
        </p:nvSpPr>
        <p:spPr>
          <a:xfrm>
            <a:off x="3989705" y="2925445"/>
            <a:ext cx="3188335" cy="822325"/>
          </a:xfrm>
          <a:custGeom>
            <a:avLst/>
            <a:gdLst>
              <a:gd name="sw" fmla="*/ 1 w 5801"/>
              <a:gd name="sh" fmla="*/ 1 h 1295"/>
              <a:gd name="mins" fmla="min sw sh"/>
              <a:gd name="dsw" fmla="+- 0 sw mins"/>
              <a:gd name="dsh" fmla="+- 0 sh mins"/>
              <a:gd name="p0x0" fmla="*/ 420 w 5801"/>
              <a:gd name="p0y0" fmla="*/ 0 h 1295"/>
              <a:gd name="p0x1" fmla="*/ 5381 w 5801"/>
              <a:gd name="p0y1" fmla="*/ 0 h 1295"/>
              <a:gd name="p0x2" fmla="*/ 5613 w 5801"/>
              <a:gd name="p0y2" fmla="*/ 0 h 1295"/>
              <a:gd name="p0x3" fmla="*/ 5801 w 5801"/>
              <a:gd name="p0y3" fmla="*/ 188 h 1295"/>
              <a:gd name="p0x4" fmla="*/ 5801 w 5801"/>
              <a:gd name="p0y4" fmla="*/ 420 h 1295"/>
              <a:gd name="p0x5" fmla="*/ 5801 w 5801"/>
              <a:gd name="p0y5" fmla="*/ 875 h 1295"/>
              <a:gd name="p0x6" fmla="*/ 5801 w 5801"/>
              <a:gd name="p0y6" fmla="*/ 1106 h 1295"/>
              <a:gd name="p0x7" fmla="*/ 5613 w 5801"/>
              <a:gd name="p0y7" fmla="*/ 1295 h 1295"/>
              <a:gd name="p0x8" fmla="*/ 5381 w 5801"/>
              <a:gd name="p0y8" fmla="*/ 1295 h 1295"/>
              <a:gd name="p0x9" fmla="*/ 420 w 5801"/>
              <a:gd name="p0y9" fmla="*/ 1295 h 1295"/>
              <a:gd name="p0x10" fmla="*/ 188 w 5801"/>
              <a:gd name="p0y10" fmla="*/ 1295 h 1295"/>
              <a:gd name="p0x11" fmla="*/ 0 w 5801"/>
              <a:gd name="p0y11" fmla="*/ 1106 h 1295"/>
              <a:gd name="p0x12" fmla="*/ 0 w 5801"/>
              <a:gd name="p0y12" fmla="*/ 875 h 1295"/>
              <a:gd name="p0x13" fmla="*/ 0 w 5801"/>
              <a:gd name="p0y13" fmla="*/ 420 h 1295"/>
              <a:gd name="p0x14" fmla="*/ 0 w 5801"/>
              <a:gd name="p0y14" fmla="*/ 188 h 1295"/>
              <a:gd name="p0x15" fmla="*/ 188 w 5801"/>
              <a:gd name="p0y15" fmla="*/ 0 h 1295"/>
              <a:gd name="p0x16" fmla="*/ 420 w 5801"/>
              <a:gd name="p0y16" fmla="*/ 0 h 12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>
            <p:custDataLst>
              <p:tags r:id="rId43"/>
            </p:custDataLst>
          </p:nvPr>
        </p:nvSpPr>
        <p:spPr>
          <a:xfrm>
            <a:off x="4184650" y="3203575"/>
            <a:ext cx="23114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 t="-3333" b="-3333"/>
          <a:stretch>
            <a:fillRect/>
          </a:stretch>
        </p:blipFill>
        <p:spPr>
          <a:xfrm>
            <a:off x="4241800" y="3260725"/>
            <a:ext cx="132080" cy="152400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47"/>
            </p:custDataLst>
          </p:nvPr>
        </p:nvSpPr>
        <p:spPr>
          <a:xfrm>
            <a:off x="4566285" y="3203575"/>
            <a:ext cx="1016635" cy="262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长文档</a:t>
            </a:r>
            <a:r>
              <a:rPr lang="en-US" altLang="zh-CN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RAG</a:t>
            </a:r>
            <a:endParaRPr lang="en-US" altLang="zh-CN"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48"/>
            </p:custDataLst>
          </p:nvPr>
        </p:nvSpPr>
        <p:spPr>
          <a:xfrm>
            <a:off x="3989705" y="3833495"/>
            <a:ext cx="3188335" cy="822325"/>
          </a:xfrm>
          <a:custGeom>
            <a:avLst/>
            <a:gdLst>
              <a:gd name="sw" fmla="*/ 1 w 5801"/>
              <a:gd name="sh" fmla="*/ 1 h 1295"/>
              <a:gd name="mins" fmla="min sw sh"/>
              <a:gd name="dsw" fmla="+- 0 sw mins"/>
              <a:gd name="dsh" fmla="+- 0 sh mins"/>
              <a:gd name="p0x0" fmla="*/ 420 w 5801"/>
              <a:gd name="p0y0" fmla="*/ 0 h 1295"/>
              <a:gd name="p0x1" fmla="*/ 5381 w 5801"/>
              <a:gd name="p0y1" fmla="*/ 0 h 1295"/>
              <a:gd name="p0x2" fmla="*/ 5613 w 5801"/>
              <a:gd name="p0y2" fmla="*/ 0 h 1295"/>
              <a:gd name="p0x3" fmla="*/ 5801 w 5801"/>
              <a:gd name="p0y3" fmla="*/ 188 h 1295"/>
              <a:gd name="p0x4" fmla="*/ 5801 w 5801"/>
              <a:gd name="p0y4" fmla="*/ 420 h 1295"/>
              <a:gd name="p0x5" fmla="*/ 5801 w 5801"/>
              <a:gd name="p0y5" fmla="*/ 875 h 1295"/>
              <a:gd name="p0x6" fmla="*/ 5801 w 5801"/>
              <a:gd name="p0y6" fmla="*/ 1106 h 1295"/>
              <a:gd name="p0x7" fmla="*/ 5613 w 5801"/>
              <a:gd name="p0y7" fmla="*/ 1295 h 1295"/>
              <a:gd name="p0x8" fmla="*/ 5381 w 5801"/>
              <a:gd name="p0y8" fmla="*/ 1295 h 1295"/>
              <a:gd name="p0x9" fmla="*/ 420 w 5801"/>
              <a:gd name="p0y9" fmla="*/ 1295 h 1295"/>
              <a:gd name="p0x10" fmla="*/ 188 w 5801"/>
              <a:gd name="p0y10" fmla="*/ 1295 h 1295"/>
              <a:gd name="p0x11" fmla="*/ 0 w 5801"/>
              <a:gd name="p0y11" fmla="*/ 1106 h 1295"/>
              <a:gd name="p0x12" fmla="*/ 0 w 5801"/>
              <a:gd name="p0y12" fmla="*/ 875 h 1295"/>
              <a:gd name="p0x13" fmla="*/ 0 w 5801"/>
              <a:gd name="p0y13" fmla="*/ 420 h 1295"/>
              <a:gd name="p0x14" fmla="*/ 0 w 5801"/>
              <a:gd name="p0y14" fmla="*/ 188 h 1295"/>
              <a:gd name="p0x15" fmla="*/ 188 w 5801"/>
              <a:gd name="p0y15" fmla="*/ 0 h 1295"/>
              <a:gd name="p0x16" fmla="*/ 420 w 5801"/>
              <a:gd name="p0y16" fmla="*/ 0 h 12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>
            <p:custDataLst>
              <p:tags r:id="rId49"/>
            </p:custDataLst>
          </p:nvPr>
        </p:nvSpPr>
        <p:spPr>
          <a:xfrm>
            <a:off x="4184650" y="4111625"/>
            <a:ext cx="23114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 l="-6250" r="-6250"/>
          <a:stretch>
            <a:fillRect/>
          </a:stretch>
        </p:blipFill>
        <p:spPr>
          <a:xfrm>
            <a:off x="4232275" y="4168775"/>
            <a:ext cx="148590" cy="152400"/>
          </a:xfrm>
          <a:prstGeom prst="rect">
            <a:avLst/>
          </a:prstGeom>
        </p:spPr>
      </p:pic>
      <p:sp>
        <p:nvSpPr>
          <p:cNvPr id="39" name="文本框 38"/>
          <p:cNvSpPr txBox="1"/>
          <p:nvPr>
            <p:custDataLst>
              <p:tags r:id="rId53"/>
            </p:custDataLst>
          </p:nvPr>
        </p:nvSpPr>
        <p:spPr>
          <a:xfrm>
            <a:off x="4566285" y="4111625"/>
            <a:ext cx="989330" cy="262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长对话多轮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54"/>
            </p:custDataLst>
          </p:nvPr>
        </p:nvSpPr>
        <p:spPr>
          <a:xfrm>
            <a:off x="3989705" y="4741545"/>
            <a:ext cx="3188335" cy="822325"/>
          </a:xfrm>
          <a:custGeom>
            <a:avLst/>
            <a:gdLst>
              <a:gd name="sw" fmla="*/ 1 w 5801"/>
              <a:gd name="sh" fmla="*/ 1 h 1295"/>
              <a:gd name="mins" fmla="min sw sh"/>
              <a:gd name="dsw" fmla="+- 0 sw mins"/>
              <a:gd name="dsh" fmla="+- 0 sh mins"/>
              <a:gd name="p0x0" fmla="*/ 420 w 5801"/>
              <a:gd name="p0y0" fmla="*/ 0 h 1295"/>
              <a:gd name="p0x1" fmla="*/ 5381 w 5801"/>
              <a:gd name="p0y1" fmla="*/ 0 h 1295"/>
              <a:gd name="p0x2" fmla="*/ 5613 w 5801"/>
              <a:gd name="p0y2" fmla="*/ 0 h 1295"/>
              <a:gd name="p0x3" fmla="*/ 5801 w 5801"/>
              <a:gd name="p0y3" fmla="*/ 188 h 1295"/>
              <a:gd name="p0x4" fmla="*/ 5801 w 5801"/>
              <a:gd name="p0y4" fmla="*/ 420 h 1295"/>
              <a:gd name="p0x5" fmla="*/ 5801 w 5801"/>
              <a:gd name="p0y5" fmla="*/ 875 h 1295"/>
              <a:gd name="p0x6" fmla="*/ 5801 w 5801"/>
              <a:gd name="p0y6" fmla="*/ 1106 h 1295"/>
              <a:gd name="p0x7" fmla="*/ 5613 w 5801"/>
              <a:gd name="p0y7" fmla="*/ 1295 h 1295"/>
              <a:gd name="p0x8" fmla="*/ 5381 w 5801"/>
              <a:gd name="p0y8" fmla="*/ 1295 h 1295"/>
              <a:gd name="p0x9" fmla="*/ 420 w 5801"/>
              <a:gd name="p0y9" fmla="*/ 1295 h 1295"/>
              <a:gd name="p0x10" fmla="*/ 188 w 5801"/>
              <a:gd name="p0y10" fmla="*/ 1295 h 1295"/>
              <a:gd name="p0x11" fmla="*/ 0 w 5801"/>
              <a:gd name="p0y11" fmla="*/ 1106 h 1295"/>
              <a:gd name="p0x12" fmla="*/ 0 w 5801"/>
              <a:gd name="p0y12" fmla="*/ 875 h 1295"/>
              <a:gd name="p0x13" fmla="*/ 0 w 5801"/>
              <a:gd name="p0y13" fmla="*/ 420 h 1295"/>
              <a:gd name="p0x14" fmla="*/ 0 w 5801"/>
              <a:gd name="p0y14" fmla="*/ 188 h 1295"/>
              <a:gd name="p0x15" fmla="*/ 188 w 5801"/>
              <a:gd name="p0y15" fmla="*/ 0 h 1295"/>
              <a:gd name="p0x16" fmla="*/ 420 w 5801"/>
              <a:gd name="p0y16" fmla="*/ 0 h 12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任意多边形 40"/>
          <p:cNvSpPr/>
          <p:nvPr>
            <p:custDataLst>
              <p:tags r:id="rId55"/>
            </p:custDataLst>
          </p:nvPr>
        </p:nvSpPr>
        <p:spPr>
          <a:xfrm>
            <a:off x="4184650" y="5019675"/>
            <a:ext cx="23114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2" name="图片 41"/>
          <p:cNvPicPr>
            <a:picLocks noChangeAspect="1"/>
          </p:cNvPicPr>
          <p:nvPr>
            <p:custDataLst>
              <p:tags r:id="rId56"/>
            </p:custDataLst>
          </p:nvPr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 l="-5556" r="-5556"/>
          <a:stretch>
            <a:fillRect/>
          </a:stretch>
        </p:blipFill>
        <p:spPr>
          <a:xfrm>
            <a:off x="4270375" y="5076825"/>
            <a:ext cx="82550" cy="152400"/>
          </a:xfrm>
          <a:prstGeom prst="rect">
            <a:avLst/>
          </a:prstGeom>
        </p:spPr>
      </p:pic>
      <p:sp>
        <p:nvSpPr>
          <p:cNvPr id="43" name="文本框 42"/>
          <p:cNvSpPr txBox="1"/>
          <p:nvPr>
            <p:custDataLst>
              <p:tags r:id="rId59"/>
            </p:custDataLst>
          </p:nvPr>
        </p:nvSpPr>
        <p:spPr>
          <a:xfrm>
            <a:off x="4566285" y="5019675"/>
            <a:ext cx="1153795" cy="262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冷热混合压力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60"/>
            </p:custDataLst>
          </p:nvPr>
        </p:nvSpPr>
        <p:spPr>
          <a:xfrm>
            <a:off x="3989705" y="5649595"/>
            <a:ext cx="3188335" cy="822325"/>
          </a:xfrm>
          <a:custGeom>
            <a:avLst/>
            <a:gdLst>
              <a:gd name="sw" fmla="*/ 1 w 5801"/>
              <a:gd name="sh" fmla="*/ 1 h 1295"/>
              <a:gd name="mins" fmla="min sw sh"/>
              <a:gd name="dsw" fmla="+- 0 sw mins"/>
              <a:gd name="dsh" fmla="+- 0 sh mins"/>
              <a:gd name="p0x0" fmla="*/ 420 w 5801"/>
              <a:gd name="p0y0" fmla="*/ 0 h 1295"/>
              <a:gd name="p0x1" fmla="*/ 5381 w 5801"/>
              <a:gd name="p0y1" fmla="*/ 0 h 1295"/>
              <a:gd name="p0x2" fmla="*/ 5613 w 5801"/>
              <a:gd name="p0y2" fmla="*/ 0 h 1295"/>
              <a:gd name="p0x3" fmla="*/ 5801 w 5801"/>
              <a:gd name="p0y3" fmla="*/ 188 h 1295"/>
              <a:gd name="p0x4" fmla="*/ 5801 w 5801"/>
              <a:gd name="p0y4" fmla="*/ 420 h 1295"/>
              <a:gd name="p0x5" fmla="*/ 5801 w 5801"/>
              <a:gd name="p0y5" fmla="*/ 875 h 1295"/>
              <a:gd name="p0x6" fmla="*/ 5801 w 5801"/>
              <a:gd name="p0y6" fmla="*/ 1106 h 1295"/>
              <a:gd name="p0x7" fmla="*/ 5613 w 5801"/>
              <a:gd name="p0y7" fmla="*/ 1295 h 1295"/>
              <a:gd name="p0x8" fmla="*/ 5381 w 5801"/>
              <a:gd name="p0y8" fmla="*/ 1295 h 1295"/>
              <a:gd name="p0x9" fmla="*/ 420 w 5801"/>
              <a:gd name="p0y9" fmla="*/ 1295 h 1295"/>
              <a:gd name="p0x10" fmla="*/ 188 w 5801"/>
              <a:gd name="p0y10" fmla="*/ 1295 h 1295"/>
              <a:gd name="p0x11" fmla="*/ 0 w 5801"/>
              <a:gd name="p0y11" fmla="*/ 1106 h 1295"/>
              <a:gd name="p0x12" fmla="*/ 0 w 5801"/>
              <a:gd name="p0y12" fmla="*/ 875 h 1295"/>
              <a:gd name="p0x13" fmla="*/ 0 w 5801"/>
              <a:gd name="p0y13" fmla="*/ 420 h 1295"/>
              <a:gd name="p0x14" fmla="*/ 0 w 5801"/>
              <a:gd name="p0y14" fmla="*/ 188 h 1295"/>
              <a:gd name="p0x15" fmla="*/ 188 w 5801"/>
              <a:gd name="p0y15" fmla="*/ 0 h 1295"/>
              <a:gd name="p0x16" fmla="*/ 420 w 5801"/>
              <a:gd name="p0y16" fmla="*/ 0 h 12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任意多边形 44"/>
          <p:cNvSpPr/>
          <p:nvPr>
            <p:custDataLst>
              <p:tags r:id="rId61"/>
            </p:custDataLst>
          </p:nvPr>
        </p:nvSpPr>
        <p:spPr>
          <a:xfrm>
            <a:off x="4184650" y="5927725"/>
            <a:ext cx="23114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6" name="图片 45"/>
          <p:cNvPicPr>
            <a:picLocks noChangeAspect="1"/>
          </p:cNvPicPr>
          <p:nvPr>
            <p:custDataLst>
              <p:tags r:id="rId62"/>
            </p:custDataLst>
          </p:nvPr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rcRect/>
          <a:stretch>
            <a:fillRect/>
          </a:stretch>
        </p:blipFill>
        <p:spPr>
          <a:xfrm>
            <a:off x="4241800" y="5984875"/>
            <a:ext cx="132080" cy="152400"/>
          </a:xfrm>
          <a:prstGeom prst="rect">
            <a:avLst/>
          </a:prstGeom>
        </p:spPr>
      </p:pic>
      <p:sp>
        <p:nvSpPr>
          <p:cNvPr id="47" name="文本框 46"/>
          <p:cNvSpPr txBox="1"/>
          <p:nvPr>
            <p:custDataLst>
              <p:tags r:id="rId65"/>
            </p:custDataLst>
          </p:nvPr>
        </p:nvSpPr>
        <p:spPr>
          <a:xfrm>
            <a:off x="4566285" y="5927725"/>
            <a:ext cx="824230" cy="262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热点回访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66"/>
            </p:custDataLst>
          </p:nvPr>
        </p:nvSpPr>
        <p:spPr>
          <a:xfrm>
            <a:off x="7931150" y="1109345"/>
            <a:ext cx="3188335" cy="1838325"/>
          </a:xfrm>
          <a:custGeom>
            <a:avLst/>
            <a:gdLst>
              <a:gd name="sw" fmla="*/ 1 w 5801"/>
              <a:gd name="sh" fmla="*/ 1 h 2895"/>
              <a:gd name="mins" fmla="min sw sh"/>
              <a:gd name="dsw" fmla="+- 0 sw mins"/>
              <a:gd name="dsh" fmla="+- 0 sh mins"/>
              <a:gd name="p0x0" fmla="*/ 420 w 5801"/>
              <a:gd name="p0y0" fmla="*/ 0 h 2895"/>
              <a:gd name="p0x1" fmla="*/ 5381 w 5801"/>
              <a:gd name="p0y1" fmla="*/ 0 h 2895"/>
              <a:gd name="p0x2" fmla="*/ 5613 w 5801"/>
              <a:gd name="p0y2" fmla="*/ 0 h 2895"/>
              <a:gd name="p0x3" fmla="*/ 5801 w 5801"/>
              <a:gd name="p0y3" fmla="*/ 188 h 2895"/>
              <a:gd name="p0x4" fmla="*/ 5801 w 5801"/>
              <a:gd name="p0y4" fmla="*/ 420 h 2895"/>
              <a:gd name="p0x5" fmla="*/ 5801 w 5801"/>
              <a:gd name="p0y5" fmla="*/ 2475 h 2895"/>
              <a:gd name="p0x6" fmla="*/ 5801 w 5801"/>
              <a:gd name="p0y6" fmla="*/ 2706 h 2895"/>
              <a:gd name="p0x7" fmla="*/ 5613 w 5801"/>
              <a:gd name="p0y7" fmla="*/ 2895 h 2895"/>
              <a:gd name="p0x8" fmla="*/ 5381 w 5801"/>
              <a:gd name="p0y8" fmla="*/ 2895 h 2895"/>
              <a:gd name="p0x9" fmla="*/ 420 w 5801"/>
              <a:gd name="p0y9" fmla="*/ 2895 h 2895"/>
              <a:gd name="p0x10" fmla="*/ 188 w 5801"/>
              <a:gd name="p0y10" fmla="*/ 2895 h 2895"/>
              <a:gd name="p0x11" fmla="*/ 0 w 5801"/>
              <a:gd name="p0y11" fmla="*/ 2706 h 2895"/>
              <a:gd name="p0x12" fmla="*/ 0 w 5801"/>
              <a:gd name="p0y12" fmla="*/ 2475 h 2895"/>
              <a:gd name="p0x13" fmla="*/ 0 w 5801"/>
              <a:gd name="p0y13" fmla="*/ 420 h 2895"/>
              <a:gd name="p0x14" fmla="*/ 0 w 5801"/>
              <a:gd name="p0y14" fmla="*/ 188 h 2895"/>
              <a:gd name="p0x15" fmla="*/ 188 w 5801"/>
              <a:gd name="p0y15" fmla="*/ 0 h 2895"/>
              <a:gd name="p0x16" fmla="*/ 420 w 5801"/>
              <a:gd name="p0y16" fmla="*/ 0 h 28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272EC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任意多边形 48"/>
          <p:cNvSpPr/>
          <p:nvPr>
            <p:custDataLst>
              <p:tags r:id="rId67"/>
            </p:custDataLst>
          </p:nvPr>
        </p:nvSpPr>
        <p:spPr>
          <a:xfrm>
            <a:off x="8126095" y="1682115"/>
            <a:ext cx="29718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0" name="图片 49"/>
          <p:cNvPicPr>
            <a:picLocks noChangeAspect="1"/>
          </p:cNvPicPr>
          <p:nvPr>
            <p:custDataLst>
              <p:tags r:id="rId68"/>
            </p:custDataLst>
          </p:nvPr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rcRect l="-2381" t="-20417" r="-2381" b="-20417"/>
          <a:stretch>
            <a:fillRect/>
          </a:stretch>
        </p:blipFill>
        <p:spPr>
          <a:xfrm>
            <a:off x="8192770" y="1743710"/>
            <a:ext cx="181610" cy="214630"/>
          </a:xfrm>
          <a:prstGeom prst="rect">
            <a:avLst/>
          </a:prstGeom>
        </p:spPr>
      </p:pic>
      <p:sp>
        <p:nvSpPr>
          <p:cNvPr id="51" name="文本框 50"/>
          <p:cNvSpPr txBox="1"/>
          <p:nvPr>
            <p:custDataLst>
              <p:tags r:id="rId71"/>
            </p:custDataLst>
          </p:nvPr>
        </p:nvSpPr>
        <p:spPr>
          <a:xfrm>
            <a:off x="8583930" y="1720215"/>
            <a:ext cx="1794510" cy="262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LRU baseline</a:t>
            </a:r>
            <a:endParaRPr sz="1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72"/>
            </p:custDataLst>
          </p:nvPr>
        </p:nvSpPr>
        <p:spPr>
          <a:xfrm>
            <a:off x="8126730" y="2085975"/>
            <a:ext cx="284988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只按最近使用顺序选择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victim</a:t>
            </a:r>
            <a:endParaRPr lang="en-US" altLang="zh-CN" sz="135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3" name="任意多边形 52"/>
          <p:cNvSpPr/>
          <p:nvPr>
            <p:custDataLst>
              <p:tags r:id="rId73"/>
            </p:custDataLst>
          </p:nvPr>
        </p:nvSpPr>
        <p:spPr>
          <a:xfrm>
            <a:off x="7931150" y="3071495"/>
            <a:ext cx="3188335" cy="1838325"/>
          </a:xfrm>
          <a:custGeom>
            <a:avLst/>
            <a:gdLst>
              <a:gd name="sw" fmla="*/ 1 w 5801"/>
              <a:gd name="sh" fmla="*/ 1 h 2895"/>
              <a:gd name="mins" fmla="min sw sh"/>
              <a:gd name="dsw" fmla="+- 0 sw mins"/>
              <a:gd name="dsh" fmla="+- 0 sh mins"/>
              <a:gd name="p0x0" fmla="*/ 420 w 5801"/>
              <a:gd name="p0y0" fmla="*/ 0 h 2895"/>
              <a:gd name="p0x1" fmla="*/ 5381 w 5801"/>
              <a:gd name="p0y1" fmla="*/ 0 h 2895"/>
              <a:gd name="p0x2" fmla="*/ 5613 w 5801"/>
              <a:gd name="p0y2" fmla="*/ 0 h 2895"/>
              <a:gd name="p0x3" fmla="*/ 5801 w 5801"/>
              <a:gd name="p0y3" fmla="*/ 188 h 2895"/>
              <a:gd name="p0x4" fmla="*/ 5801 w 5801"/>
              <a:gd name="p0y4" fmla="*/ 420 h 2895"/>
              <a:gd name="p0x5" fmla="*/ 5801 w 5801"/>
              <a:gd name="p0y5" fmla="*/ 2475 h 2895"/>
              <a:gd name="p0x6" fmla="*/ 5801 w 5801"/>
              <a:gd name="p0y6" fmla="*/ 2706 h 2895"/>
              <a:gd name="p0x7" fmla="*/ 5613 w 5801"/>
              <a:gd name="p0y7" fmla="*/ 2895 h 2895"/>
              <a:gd name="p0x8" fmla="*/ 5381 w 5801"/>
              <a:gd name="p0y8" fmla="*/ 2895 h 2895"/>
              <a:gd name="p0x9" fmla="*/ 420 w 5801"/>
              <a:gd name="p0y9" fmla="*/ 2895 h 2895"/>
              <a:gd name="p0x10" fmla="*/ 188 w 5801"/>
              <a:gd name="p0y10" fmla="*/ 2895 h 2895"/>
              <a:gd name="p0x11" fmla="*/ 0 w 5801"/>
              <a:gd name="p0y11" fmla="*/ 2706 h 2895"/>
              <a:gd name="p0x12" fmla="*/ 0 w 5801"/>
              <a:gd name="p0y12" fmla="*/ 2475 h 2895"/>
              <a:gd name="p0x13" fmla="*/ 0 w 5801"/>
              <a:gd name="p0y13" fmla="*/ 420 h 2895"/>
              <a:gd name="p0x14" fmla="*/ 0 w 5801"/>
              <a:gd name="p0y14" fmla="*/ 188 h 2895"/>
              <a:gd name="p0x15" fmla="*/ 188 w 5801"/>
              <a:gd name="p0y15" fmla="*/ 0 h 2895"/>
              <a:gd name="p0x16" fmla="*/ 420 w 5801"/>
              <a:gd name="p0y16" fmla="*/ 0 h 28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272EC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任意多边形 53"/>
          <p:cNvSpPr/>
          <p:nvPr>
            <p:custDataLst>
              <p:tags r:id="rId74"/>
            </p:custDataLst>
          </p:nvPr>
        </p:nvSpPr>
        <p:spPr>
          <a:xfrm>
            <a:off x="8126095" y="3369945"/>
            <a:ext cx="29718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5" name="图片 54"/>
          <p:cNvPicPr>
            <a:picLocks noChangeAspect="1"/>
          </p:cNvPicPr>
          <p:nvPr>
            <p:custDataLst>
              <p:tags r:id="rId75"/>
            </p:custDataLst>
          </p:nvPr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rcRect l="-5000" t="-3651" r="-5000" b="-3651"/>
          <a:stretch>
            <a:fillRect/>
          </a:stretch>
        </p:blipFill>
        <p:spPr>
          <a:xfrm>
            <a:off x="8192770" y="3431540"/>
            <a:ext cx="181610" cy="214630"/>
          </a:xfrm>
          <a:prstGeom prst="rect">
            <a:avLst/>
          </a:prstGeom>
        </p:spPr>
      </p:pic>
      <p:sp>
        <p:nvSpPr>
          <p:cNvPr id="56" name="文本框 55"/>
          <p:cNvSpPr txBox="1"/>
          <p:nvPr>
            <p:custDataLst>
              <p:tags r:id="rId78"/>
            </p:custDataLst>
          </p:nvPr>
        </p:nvSpPr>
        <p:spPr>
          <a:xfrm>
            <a:off x="8583930" y="3408045"/>
            <a:ext cx="2343785" cy="262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shared-aware</a:t>
            </a:r>
            <a:endParaRPr sz="1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79"/>
            </p:custDataLst>
          </p:nvPr>
        </p:nvSpPr>
        <p:spPr>
          <a:xfrm>
            <a:off x="8126730" y="3773805"/>
            <a:ext cx="2849880" cy="8458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根据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生命周期信息计算价值分数，优先保留命中次数多、共享度高、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prefix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位置关键、重算代价高的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endParaRPr lang="en-US" altLang="zh-CN" sz="135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8" name="任意多边形 57"/>
          <p:cNvSpPr/>
          <p:nvPr>
            <p:custDataLst>
              <p:tags r:id="rId80"/>
            </p:custDataLst>
          </p:nvPr>
        </p:nvSpPr>
        <p:spPr>
          <a:xfrm>
            <a:off x="7931150" y="5033645"/>
            <a:ext cx="3188335" cy="422275"/>
          </a:xfrm>
          <a:custGeom>
            <a:avLst/>
            <a:gdLst>
              <a:gd name="sw" fmla="*/ 1 w 5801"/>
              <a:gd name="sh" fmla="*/ 1 h 665"/>
              <a:gd name="mins" fmla="min sw sh"/>
              <a:gd name="dsw" fmla="+- 0 sw mins"/>
              <a:gd name="dsh" fmla="+- 0 sh mins"/>
              <a:gd name="p0x0" fmla="*/ 332 w 5801"/>
              <a:gd name="p0y0" fmla="*/ 0 h 665"/>
              <a:gd name="p0x1" fmla="*/ 5469 w 5801"/>
              <a:gd name="p0y1" fmla="*/ 0 h 665"/>
              <a:gd name="p0x2" fmla="*/ 5653 w 5801"/>
              <a:gd name="p0y2" fmla="*/ 0 h 665"/>
              <a:gd name="p0x3" fmla="*/ 5801 w 5801"/>
              <a:gd name="p0y3" fmla="*/ 148 h 665"/>
              <a:gd name="p0x4" fmla="*/ 5801 w 5801"/>
              <a:gd name="p0y4" fmla="*/ 332 h 665"/>
              <a:gd name="p0x5" fmla="*/ 5801 w 5801"/>
              <a:gd name="p0y5" fmla="*/ 516 h 665"/>
              <a:gd name="p0x6" fmla="*/ 5653 w 5801"/>
              <a:gd name="p0y6" fmla="*/ 665 h 665"/>
              <a:gd name="p0x7" fmla="*/ 5469 w 5801"/>
              <a:gd name="p0y7" fmla="*/ 665 h 665"/>
              <a:gd name="p0x8" fmla="*/ 332 w 5801"/>
              <a:gd name="p0y8" fmla="*/ 665 h 665"/>
              <a:gd name="p0x9" fmla="*/ 148 w 5801"/>
              <a:gd name="p0y9" fmla="*/ 665 h 665"/>
              <a:gd name="p0x10" fmla="*/ 0 w 5801"/>
              <a:gd name="p0y10" fmla="*/ 516 h 665"/>
              <a:gd name="p0x11" fmla="*/ 0 w 5801"/>
              <a:gd name="p0y11" fmla="*/ 332 h 665"/>
              <a:gd name="p0x12" fmla="*/ 0 w 5801"/>
              <a:gd name="p0y12" fmla="*/ 148 h 665"/>
              <a:gd name="p0x13" fmla="*/ 148 w 5801"/>
              <a:gd name="p0y13" fmla="*/ 0 h 665"/>
              <a:gd name="p0x14" fmla="*/ 332 w 5801"/>
              <a:gd name="p0y14" fmla="*/ 0 h 6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任意多边形 58"/>
          <p:cNvSpPr/>
          <p:nvPr>
            <p:custDataLst>
              <p:tags r:id="rId81"/>
            </p:custDataLst>
          </p:nvPr>
        </p:nvSpPr>
        <p:spPr>
          <a:xfrm>
            <a:off x="8126095" y="5111750"/>
            <a:ext cx="23114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>
            <p:custDataLst>
              <p:tags r:id="rId82"/>
            </p:custDataLst>
          </p:nvPr>
        </p:nvPicPr>
        <p:blipFill>
          <a:blip r:embed="rId83"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rcRect/>
          <a:stretch>
            <a:fillRect/>
          </a:stretch>
        </p:blipFill>
        <p:spPr>
          <a:xfrm>
            <a:off x="8202295" y="5168900"/>
            <a:ext cx="99060" cy="152400"/>
          </a:xfrm>
          <a:prstGeom prst="rect">
            <a:avLst/>
          </a:prstGeom>
        </p:spPr>
      </p:pic>
      <p:sp>
        <p:nvSpPr>
          <p:cNvPr id="61" name="文本框 60"/>
          <p:cNvSpPr txBox="1"/>
          <p:nvPr>
            <p:custDataLst>
              <p:tags r:id="rId85"/>
            </p:custDataLst>
          </p:nvPr>
        </p:nvSpPr>
        <p:spPr>
          <a:xfrm>
            <a:off x="8507730" y="5111750"/>
            <a:ext cx="1870710" cy="262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metrics.json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任意多边形 61"/>
          <p:cNvSpPr/>
          <p:nvPr>
            <p:custDataLst>
              <p:tags r:id="rId86"/>
            </p:custDataLst>
          </p:nvPr>
        </p:nvSpPr>
        <p:spPr>
          <a:xfrm>
            <a:off x="7931150" y="5541645"/>
            <a:ext cx="3188335" cy="422275"/>
          </a:xfrm>
          <a:custGeom>
            <a:avLst/>
            <a:gdLst>
              <a:gd name="sw" fmla="*/ 1 w 5801"/>
              <a:gd name="sh" fmla="*/ 1 h 665"/>
              <a:gd name="mins" fmla="min sw sh"/>
              <a:gd name="dsw" fmla="+- 0 sw mins"/>
              <a:gd name="dsh" fmla="+- 0 sh mins"/>
              <a:gd name="p0x0" fmla="*/ 332 w 5801"/>
              <a:gd name="p0y0" fmla="*/ 0 h 665"/>
              <a:gd name="p0x1" fmla="*/ 5469 w 5801"/>
              <a:gd name="p0y1" fmla="*/ 0 h 665"/>
              <a:gd name="p0x2" fmla="*/ 5653 w 5801"/>
              <a:gd name="p0y2" fmla="*/ 0 h 665"/>
              <a:gd name="p0x3" fmla="*/ 5801 w 5801"/>
              <a:gd name="p0y3" fmla="*/ 148 h 665"/>
              <a:gd name="p0x4" fmla="*/ 5801 w 5801"/>
              <a:gd name="p0y4" fmla="*/ 332 h 665"/>
              <a:gd name="p0x5" fmla="*/ 5801 w 5801"/>
              <a:gd name="p0y5" fmla="*/ 516 h 665"/>
              <a:gd name="p0x6" fmla="*/ 5653 w 5801"/>
              <a:gd name="p0y6" fmla="*/ 665 h 665"/>
              <a:gd name="p0x7" fmla="*/ 5469 w 5801"/>
              <a:gd name="p0y7" fmla="*/ 665 h 665"/>
              <a:gd name="p0x8" fmla="*/ 332 w 5801"/>
              <a:gd name="p0y8" fmla="*/ 665 h 665"/>
              <a:gd name="p0x9" fmla="*/ 148 w 5801"/>
              <a:gd name="p0y9" fmla="*/ 665 h 665"/>
              <a:gd name="p0x10" fmla="*/ 0 w 5801"/>
              <a:gd name="p0y10" fmla="*/ 516 h 665"/>
              <a:gd name="p0x11" fmla="*/ 0 w 5801"/>
              <a:gd name="p0y11" fmla="*/ 332 h 665"/>
              <a:gd name="p0x12" fmla="*/ 0 w 5801"/>
              <a:gd name="p0y12" fmla="*/ 148 h 665"/>
              <a:gd name="p0x13" fmla="*/ 148 w 5801"/>
              <a:gd name="p0y13" fmla="*/ 0 h 665"/>
              <a:gd name="p0x14" fmla="*/ 332 w 5801"/>
              <a:gd name="p0y14" fmla="*/ 0 h 6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任意多边形 62"/>
          <p:cNvSpPr/>
          <p:nvPr>
            <p:custDataLst>
              <p:tags r:id="rId87"/>
            </p:custDataLst>
          </p:nvPr>
        </p:nvSpPr>
        <p:spPr>
          <a:xfrm>
            <a:off x="8126095" y="5619750"/>
            <a:ext cx="23114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>
            <p:custDataLst>
              <p:tags r:id="rId88"/>
            </p:custDataLst>
          </p:nvPr>
        </p:nvPicPr>
        <p:blipFill>
          <a:blip r:embed="rId89"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rcRect l="-6250" r="-6250"/>
          <a:stretch>
            <a:fillRect/>
          </a:stretch>
        </p:blipFill>
        <p:spPr>
          <a:xfrm>
            <a:off x="8173720" y="5676900"/>
            <a:ext cx="148590" cy="152400"/>
          </a:xfrm>
          <a:prstGeom prst="rect">
            <a:avLst/>
          </a:prstGeom>
        </p:spPr>
      </p:pic>
      <p:sp>
        <p:nvSpPr>
          <p:cNvPr id="65" name="文本框 64"/>
          <p:cNvSpPr txBox="1"/>
          <p:nvPr>
            <p:custDataLst>
              <p:tags r:id="rId91"/>
            </p:custDataLst>
          </p:nvPr>
        </p:nvSpPr>
        <p:spPr>
          <a:xfrm>
            <a:off x="8507730" y="5619750"/>
            <a:ext cx="2293620" cy="262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eviction_events.json</a:t>
            </a:r>
            <a:r>
              <a:rPr lang="en-US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endParaRPr lang="en-US"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任意多边形 65"/>
          <p:cNvSpPr/>
          <p:nvPr>
            <p:custDataLst>
              <p:tags r:id="rId92"/>
            </p:custDataLst>
          </p:nvPr>
        </p:nvSpPr>
        <p:spPr>
          <a:xfrm>
            <a:off x="7931150" y="6049645"/>
            <a:ext cx="3188335" cy="422275"/>
          </a:xfrm>
          <a:custGeom>
            <a:avLst/>
            <a:gdLst>
              <a:gd name="sw" fmla="*/ 1 w 5801"/>
              <a:gd name="sh" fmla="*/ 1 h 665"/>
              <a:gd name="mins" fmla="min sw sh"/>
              <a:gd name="dsw" fmla="+- 0 sw mins"/>
              <a:gd name="dsh" fmla="+- 0 sh mins"/>
              <a:gd name="p0x0" fmla="*/ 332 w 5801"/>
              <a:gd name="p0y0" fmla="*/ 0 h 665"/>
              <a:gd name="p0x1" fmla="*/ 5469 w 5801"/>
              <a:gd name="p0y1" fmla="*/ 0 h 665"/>
              <a:gd name="p0x2" fmla="*/ 5653 w 5801"/>
              <a:gd name="p0y2" fmla="*/ 0 h 665"/>
              <a:gd name="p0x3" fmla="*/ 5801 w 5801"/>
              <a:gd name="p0y3" fmla="*/ 148 h 665"/>
              <a:gd name="p0x4" fmla="*/ 5801 w 5801"/>
              <a:gd name="p0y4" fmla="*/ 332 h 665"/>
              <a:gd name="p0x5" fmla="*/ 5801 w 5801"/>
              <a:gd name="p0y5" fmla="*/ 516 h 665"/>
              <a:gd name="p0x6" fmla="*/ 5653 w 5801"/>
              <a:gd name="p0y6" fmla="*/ 665 h 665"/>
              <a:gd name="p0x7" fmla="*/ 5469 w 5801"/>
              <a:gd name="p0y7" fmla="*/ 665 h 665"/>
              <a:gd name="p0x8" fmla="*/ 332 w 5801"/>
              <a:gd name="p0y8" fmla="*/ 665 h 665"/>
              <a:gd name="p0x9" fmla="*/ 148 w 5801"/>
              <a:gd name="p0y9" fmla="*/ 665 h 665"/>
              <a:gd name="p0x10" fmla="*/ 0 w 5801"/>
              <a:gd name="p0y10" fmla="*/ 516 h 665"/>
              <a:gd name="p0x11" fmla="*/ 0 w 5801"/>
              <a:gd name="p0y11" fmla="*/ 332 h 665"/>
              <a:gd name="p0x12" fmla="*/ 0 w 5801"/>
              <a:gd name="p0y12" fmla="*/ 148 h 665"/>
              <a:gd name="p0x13" fmla="*/ 148 w 5801"/>
              <a:gd name="p0y13" fmla="*/ 0 h 665"/>
              <a:gd name="p0x14" fmla="*/ 332 w 5801"/>
              <a:gd name="p0y14" fmla="*/ 0 h 6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任意多边形 66"/>
          <p:cNvSpPr/>
          <p:nvPr>
            <p:custDataLst>
              <p:tags r:id="rId93"/>
            </p:custDataLst>
          </p:nvPr>
        </p:nvSpPr>
        <p:spPr>
          <a:xfrm>
            <a:off x="8126095" y="6127750"/>
            <a:ext cx="23114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8" name="图片 67"/>
          <p:cNvPicPr>
            <a:picLocks noChangeAspect="1"/>
          </p:cNvPicPr>
          <p:nvPr>
            <p:custDataLst>
              <p:tags r:id="rId94"/>
            </p:custDataLst>
          </p:nvPr>
        </p:nvPicPr>
        <p:blipFill>
          <a:blip r:embed="rId95">
            <a:extLst>
              <a:ext uri="{96DAC541-7B7A-43D3-8B79-37D633B846F1}">
                <asvg:svgBlip xmlns:asvg="http://schemas.microsoft.com/office/drawing/2016/SVG/main" r:embed="rId96"/>
              </a:ext>
            </a:extLst>
          </a:blip>
          <a:srcRect/>
          <a:stretch>
            <a:fillRect/>
          </a:stretch>
        </p:blipFill>
        <p:spPr>
          <a:xfrm>
            <a:off x="8202295" y="6184900"/>
            <a:ext cx="99060" cy="152400"/>
          </a:xfrm>
          <a:prstGeom prst="rect">
            <a:avLst/>
          </a:prstGeom>
        </p:spPr>
      </p:pic>
      <p:sp>
        <p:nvSpPr>
          <p:cNvPr id="69" name="文本框 68"/>
          <p:cNvSpPr txBox="1"/>
          <p:nvPr>
            <p:custDataLst>
              <p:tags r:id="rId97"/>
            </p:custDataLst>
          </p:nvPr>
        </p:nvSpPr>
        <p:spPr>
          <a:xfrm>
            <a:off x="8507730" y="6127750"/>
            <a:ext cx="1946910" cy="2622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summary.md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40677" y="285920"/>
            <a:ext cx="153869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接入真实</a:t>
            </a:r>
            <a:r>
              <a:rPr lang="en-US" altLang="zh-CN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</a:t>
            </a:r>
            <a:r>
              <a:rPr lang="zh-CN" altLang="en-US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控制面</a:t>
            </a:r>
            <a:endParaRPr lang="zh-CN" altLang="en-US"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571500" y="1104900"/>
            <a:ext cx="110490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 spc="81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 BLOCK </a:t>
            </a:r>
            <a:r>
              <a:rPr lang="zh-CN" sz="1350" spc="81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生命周期事件流</a:t>
            </a:r>
            <a:endParaRPr lang="zh-CN" sz="1350" spc="81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2" name="图表 1"/>
          <p:cNvGraphicFramePr/>
          <p:nvPr/>
        </p:nvGraphicFramePr>
        <p:xfrm>
          <a:off x="571500" y="1447800"/>
          <a:ext cx="11049000" cy="1485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2" name="任意多边形 31"/>
          <p:cNvSpPr/>
          <p:nvPr>
            <p:custDataLst>
              <p:tags r:id="rId4"/>
            </p:custDataLst>
          </p:nvPr>
        </p:nvSpPr>
        <p:spPr>
          <a:xfrm>
            <a:off x="335280" y="3166745"/>
            <a:ext cx="5067300" cy="2626995"/>
          </a:xfrm>
          <a:custGeom>
            <a:avLst/>
            <a:gdLst>
              <a:gd name="sw" fmla="*/ 1 w 11021"/>
              <a:gd name="sh" fmla="*/ 1 h 4137"/>
              <a:gd name="mins" fmla="min sw sh"/>
              <a:gd name="dsw" fmla="+- 0 sw mins"/>
              <a:gd name="dsh" fmla="+- 0 sh mins"/>
              <a:gd name="p0x0" fmla="*/ 420 w 11021"/>
              <a:gd name="p0y0" fmla="*/ 0 h 4137"/>
              <a:gd name="p0x1" fmla="*/ 10601 w 11021"/>
              <a:gd name="p0y1" fmla="*/ 0 h 4137"/>
              <a:gd name="p0x2" fmla="*/ 10833 w 11021"/>
              <a:gd name="p0y2" fmla="*/ 0 h 4137"/>
              <a:gd name="p0x3" fmla="*/ 11021 w 11021"/>
              <a:gd name="p0y3" fmla="*/ 188 h 4137"/>
              <a:gd name="p0x4" fmla="*/ 11021 w 11021"/>
              <a:gd name="p0y4" fmla="*/ 420 h 4137"/>
              <a:gd name="p0x5" fmla="*/ 11021 w 11021"/>
              <a:gd name="p0y5" fmla="*/ 3717 h 4137"/>
              <a:gd name="p0x6" fmla="*/ 11021 w 11021"/>
              <a:gd name="p0y6" fmla="*/ 3949 h 4137"/>
              <a:gd name="p0x7" fmla="*/ 10833 w 11021"/>
              <a:gd name="p0y7" fmla="*/ 4137 h 4137"/>
              <a:gd name="p0x8" fmla="*/ 10601 w 11021"/>
              <a:gd name="p0y8" fmla="*/ 4137 h 4137"/>
              <a:gd name="p0x9" fmla="*/ 420 w 11021"/>
              <a:gd name="p0y9" fmla="*/ 4137 h 4137"/>
              <a:gd name="p0x10" fmla="*/ 188 w 11021"/>
              <a:gd name="p0y10" fmla="*/ 4137 h 4137"/>
              <a:gd name="p0x11" fmla="*/ 0 w 11021"/>
              <a:gd name="p0y11" fmla="*/ 3949 h 4137"/>
              <a:gd name="p0x12" fmla="*/ 0 w 11021"/>
              <a:gd name="p0y12" fmla="*/ 3717 h 4137"/>
              <a:gd name="p0x13" fmla="*/ 0 w 11021"/>
              <a:gd name="p0y13" fmla="*/ 420 h 4137"/>
              <a:gd name="p0x14" fmla="*/ 0 w 11021"/>
              <a:gd name="p0y14" fmla="*/ 188 h 4137"/>
              <a:gd name="p0x15" fmla="*/ 188 w 11021"/>
              <a:gd name="p0y15" fmla="*/ 0 h 4137"/>
              <a:gd name="p0x16" fmla="*/ 420 w 11021"/>
              <a:gd name="p0y16" fmla="*/ 0 h 41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5"/>
            </p:custDataLst>
          </p:nvPr>
        </p:nvSpPr>
        <p:spPr>
          <a:xfrm>
            <a:off x="530889" y="3349923"/>
            <a:ext cx="6608417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探针位置</a:t>
            </a:r>
            <a:endParaRPr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6"/>
            </p:custDataLst>
          </p:nvPr>
        </p:nvSpPr>
        <p:spPr>
          <a:xfrm>
            <a:off x="530860" y="367601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>
          <a:xfrm>
            <a:off x="578485" y="3733165"/>
            <a:ext cx="171450" cy="152400"/>
          </a:xfrm>
          <a:prstGeom prst="rect">
            <a:avLst/>
          </a:prstGeom>
        </p:spPr>
      </p:pic>
      <p:sp>
        <p:nvSpPr>
          <p:cNvPr id="36" name="文本框 35"/>
          <p:cNvSpPr txBox="1"/>
          <p:nvPr>
            <p:custDataLst>
              <p:tags r:id="rId10"/>
            </p:custDataLst>
          </p:nvPr>
        </p:nvSpPr>
        <p:spPr>
          <a:xfrm>
            <a:off x="873789" y="3663877"/>
            <a:ext cx="4261914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KVCacheManager</a:t>
            </a:r>
            <a:endParaRPr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11"/>
            </p:custDataLst>
          </p:nvPr>
        </p:nvSpPr>
        <p:spPr>
          <a:xfrm>
            <a:off x="873789" y="3833879"/>
            <a:ext cx="4528614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记录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prefix lookup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computed blocks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prompt tokens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hit tokens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</a:t>
            </a:r>
            <a:endParaRPr lang="zh-CN" altLang="en-US"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12"/>
            </p:custDataLst>
          </p:nvPr>
        </p:nvSpPr>
        <p:spPr>
          <a:xfrm>
            <a:off x="530860" y="417576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597535" y="4232910"/>
            <a:ext cx="133350" cy="152400"/>
          </a:xfrm>
          <a:prstGeom prst="rect">
            <a:avLst/>
          </a:prstGeom>
        </p:spPr>
      </p:pic>
      <p:sp>
        <p:nvSpPr>
          <p:cNvPr id="40" name="文本框 39"/>
          <p:cNvSpPr txBox="1"/>
          <p:nvPr>
            <p:custDataLst>
              <p:tags r:id="rId16"/>
            </p:custDataLst>
          </p:nvPr>
        </p:nvSpPr>
        <p:spPr>
          <a:xfrm>
            <a:off x="873789" y="4163558"/>
            <a:ext cx="2733085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BlockPool</a:t>
            </a:r>
            <a:endParaRPr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17"/>
            </p:custDataLst>
          </p:nvPr>
        </p:nvSpPr>
        <p:spPr>
          <a:xfrm>
            <a:off x="873789" y="4333561"/>
            <a:ext cx="2999784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记录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分配、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sealed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touch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free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evict</a:t>
            </a:r>
            <a:endParaRPr lang="en-US" altLang="zh-CN"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18"/>
            </p:custDataLst>
          </p:nvPr>
        </p:nvSpPr>
        <p:spPr>
          <a:xfrm>
            <a:off x="530860" y="467550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3" name="图片 42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>
            <a:fillRect/>
          </a:stretch>
        </p:blipFill>
        <p:spPr>
          <a:xfrm>
            <a:off x="607060" y="4732655"/>
            <a:ext cx="114300" cy="152400"/>
          </a:xfrm>
          <a:prstGeom prst="rect">
            <a:avLst/>
          </a:prstGeom>
        </p:spPr>
      </p:pic>
      <p:sp>
        <p:nvSpPr>
          <p:cNvPr id="44" name="文本框 43"/>
          <p:cNvSpPr txBox="1"/>
          <p:nvPr>
            <p:custDataLst>
              <p:tags r:id="rId22"/>
            </p:custDataLst>
          </p:nvPr>
        </p:nvSpPr>
        <p:spPr>
          <a:xfrm>
            <a:off x="873789" y="4663250"/>
            <a:ext cx="2709339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metrics / logger</a:t>
            </a:r>
            <a:endParaRPr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23"/>
            </p:custDataLst>
          </p:nvPr>
        </p:nvSpPr>
        <p:spPr>
          <a:xfrm>
            <a:off x="873789" y="4833252"/>
            <a:ext cx="2976039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 cache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相关统计汇入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Prometheus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和日志</a:t>
            </a:r>
            <a:endParaRPr lang="zh-CN" altLang="en-US"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24"/>
            </p:custDataLst>
          </p:nvPr>
        </p:nvSpPr>
        <p:spPr>
          <a:xfrm>
            <a:off x="530860" y="51752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7" name="图片 46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>
          <a:xfrm>
            <a:off x="607060" y="5232400"/>
            <a:ext cx="114300" cy="152400"/>
          </a:xfrm>
          <a:prstGeom prst="rect">
            <a:avLst/>
          </a:prstGeom>
        </p:spPr>
      </p:pic>
      <p:sp>
        <p:nvSpPr>
          <p:cNvPr id="48" name="文本框 47"/>
          <p:cNvSpPr txBox="1"/>
          <p:nvPr>
            <p:custDataLst>
              <p:tags r:id="rId28"/>
            </p:custDataLst>
          </p:nvPr>
        </p:nvSpPr>
        <p:spPr>
          <a:xfrm>
            <a:off x="873789" y="5162941"/>
            <a:ext cx="1512094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scheduler</a:t>
            </a:r>
            <a:endParaRPr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29"/>
            </p:custDataLst>
          </p:nvPr>
        </p:nvSpPr>
        <p:spPr>
          <a:xfrm>
            <a:off x="873789" y="5332943"/>
            <a:ext cx="1645444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为后续调度策略预留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hook</a:t>
            </a:r>
            <a:endParaRPr lang="en-US" altLang="zh-CN"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4" name="任意多边形 53"/>
          <p:cNvSpPr/>
          <p:nvPr>
            <p:custDataLst>
              <p:tags r:id="rId30"/>
            </p:custDataLst>
          </p:nvPr>
        </p:nvSpPr>
        <p:spPr>
          <a:xfrm>
            <a:off x="5620385" y="2887980"/>
            <a:ext cx="2653665" cy="705485"/>
          </a:xfrm>
          <a:custGeom>
            <a:avLst/>
            <a:gdLst>
              <a:gd name="sw" fmla="*/ 1 w 5928"/>
              <a:gd name="sh" fmla="*/ 1 h 1111"/>
              <a:gd name="mins" fmla="min sw sh"/>
              <a:gd name="dsw" fmla="+- 0 sw mins"/>
              <a:gd name="dsh" fmla="+- 0 sh mins"/>
              <a:gd name="p0x0" fmla="*/ 420 w 5928"/>
              <a:gd name="p0y0" fmla="*/ 0 h 1111"/>
              <a:gd name="p0x1" fmla="*/ 5508 w 5928"/>
              <a:gd name="p0y1" fmla="*/ 0 h 1111"/>
              <a:gd name="p0x2" fmla="*/ 5740 w 5928"/>
              <a:gd name="p0y2" fmla="*/ 0 h 1111"/>
              <a:gd name="p0x3" fmla="*/ 5928 w 5928"/>
              <a:gd name="p0y3" fmla="*/ 188 h 1111"/>
              <a:gd name="p0x4" fmla="*/ 5928 w 5928"/>
              <a:gd name="p0y4" fmla="*/ 420 h 1111"/>
              <a:gd name="p0x5" fmla="*/ 5928 w 5928"/>
              <a:gd name="p0y5" fmla="*/ 691 h 1111"/>
              <a:gd name="p0x6" fmla="*/ 5928 w 5928"/>
              <a:gd name="p0y6" fmla="*/ 923 h 1111"/>
              <a:gd name="p0x7" fmla="*/ 5740 w 5928"/>
              <a:gd name="p0y7" fmla="*/ 1111 h 1111"/>
              <a:gd name="p0x8" fmla="*/ 5508 w 5928"/>
              <a:gd name="p0y8" fmla="*/ 1111 h 1111"/>
              <a:gd name="p0x9" fmla="*/ 420 w 5928"/>
              <a:gd name="p0y9" fmla="*/ 1111 h 1111"/>
              <a:gd name="p0x10" fmla="*/ 188 w 5928"/>
              <a:gd name="p0y10" fmla="*/ 1111 h 1111"/>
              <a:gd name="p0x11" fmla="*/ 0 w 5928"/>
              <a:gd name="p0y11" fmla="*/ 923 h 1111"/>
              <a:gd name="p0x12" fmla="*/ 0 w 5928"/>
              <a:gd name="p0y12" fmla="*/ 691 h 1111"/>
              <a:gd name="p0x13" fmla="*/ 0 w 5928"/>
              <a:gd name="p0y13" fmla="*/ 420 h 1111"/>
              <a:gd name="p0x14" fmla="*/ 0 w 5928"/>
              <a:gd name="p0y14" fmla="*/ 188 h 1111"/>
              <a:gd name="p0x15" fmla="*/ 188 w 5928"/>
              <a:gd name="p0y15" fmla="*/ 0 h 1111"/>
              <a:gd name="p0x16" fmla="*/ 420 w 5928"/>
              <a:gd name="p0y16" fmla="*/ 0 h 111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任意多边形 54"/>
          <p:cNvSpPr/>
          <p:nvPr>
            <p:custDataLst>
              <p:tags r:id="rId31"/>
            </p:custDataLst>
          </p:nvPr>
        </p:nvSpPr>
        <p:spPr>
          <a:xfrm>
            <a:off x="5701665" y="3112135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202 w 405"/>
              <a:gd name="p0y0" fmla="*/ 0 h 405"/>
              <a:gd name="p0x1" fmla="*/ 314 w 405"/>
              <a:gd name="p0y1" fmla="*/ 0 h 405"/>
              <a:gd name="p0x2" fmla="*/ 405 w 405"/>
              <a:gd name="p0y2" fmla="*/ 90 h 405"/>
              <a:gd name="p0x3" fmla="*/ 405 w 405"/>
              <a:gd name="p0y3" fmla="*/ 202 h 405"/>
              <a:gd name="p0x4" fmla="*/ 405 w 405"/>
              <a:gd name="p0y4" fmla="*/ 314 h 405"/>
              <a:gd name="p0x5" fmla="*/ 314 w 405"/>
              <a:gd name="p0y5" fmla="*/ 405 h 405"/>
              <a:gd name="p0x6" fmla="*/ 202 w 405"/>
              <a:gd name="p0y6" fmla="*/ 405 h 405"/>
              <a:gd name="p0x7" fmla="*/ 90 w 405"/>
              <a:gd name="p0y7" fmla="*/ 405 h 405"/>
              <a:gd name="p0x8" fmla="*/ 0 w 405"/>
              <a:gd name="p0y8" fmla="*/ 314 h 405"/>
              <a:gd name="p0x9" fmla="*/ 0 w 405"/>
              <a:gd name="p0y9" fmla="*/ 202 h 405"/>
              <a:gd name="p0x10" fmla="*/ 0 w 405"/>
              <a:gd name="p0y10" fmla="*/ 90 h 405"/>
              <a:gd name="p0x11" fmla="*/ 90 w 405"/>
              <a:gd name="p0y11" fmla="*/ 0 h 405"/>
              <a:gd name="p0x12" fmla="*/ 202 w 405"/>
              <a:gd name="p0y12" fmla="*/ 0 h 4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6" name="图片 55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 l="-7895" t="-1212" r="-7895" b="-1212"/>
          <a:stretch>
            <a:fillRect/>
          </a:stretch>
        </p:blipFill>
        <p:spPr>
          <a:xfrm>
            <a:off x="5725160" y="3131185"/>
            <a:ext cx="209550" cy="214630"/>
          </a:xfrm>
          <a:prstGeom prst="rect">
            <a:avLst/>
          </a:prstGeom>
        </p:spPr>
      </p:pic>
      <p:sp>
        <p:nvSpPr>
          <p:cNvPr id="57" name="文本框 56"/>
          <p:cNvSpPr txBox="1"/>
          <p:nvPr>
            <p:custDataLst>
              <p:tags r:id="rId35"/>
            </p:custDataLst>
          </p:nvPr>
        </p:nvSpPr>
        <p:spPr>
          <a:xfrm>
            <a:off x="6035040" y="3152969"/>
            <a:ext cx="1012184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block_pool.py</a:t>
            </a:r>
            <a:endParaRPr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任意多边形 57"/>
          <p:cNvSpPr/>
          <p:nvPr>
            <p:custDataLst>
              <p:tags r:id="rId36"/>
            </p:custDataLst>
          </p:nvPr>
        </p:nvSpPr>
        <p:spPr>
          <a:xfrm>
            <a:off x="5620385" y="3679190"/>
            <a:ext cx="2653665" cy="706120"/>
          </a:xfrm>
          <a:custGeom>
            <a:avLst/>
            <a:gdLst>
              <a:gd name="sw" fmla="*/ 1 w 5928"/>
              <a:gd name="sh" fmla="*/ 1 h 1111"/>
              <a:gd name="mins" fmla="min sw sh"/>
              <a:gd name="dsw" fmla="+- 0 sw mins"/>
              <a:gd name="dsh" fmla="+- 0 sh mins"/>
              <a:gd name="p0x0" fmla="*/ 420 w 5928"/>
              <a:gd name="p0y0" fmla="*/ 0 h 1111"/>
              <a:gd name="p0x1" fmla="*/ 5508 w 5928"/>
              <a:gd name="p0y1" fmla="*/ 0 h 1111"/>
              <a:gd name="p0x2" fmla="*/ 5740 w 5928"/>
              <a:gd name="p0y2" fmla="*/ 0 h 1111"/>
              <a:gd name="p0x3" fmla="*/ 5928 w 5928"/>
              <a:gd name="p0y3" fmla="*/ 188 h 1111"/>
              <a:gd name="p0x4" fmla="*/ 5928 w 5928"/>
              <a:gd name="p0y4" fmla="*/ 420 h 1111"/>
              <a:gd name="p0x5" fmla="*/ 5928 w 5928"/>
              <a:gd name="p0y5" fmla="*/ 691 h 1111"/>
              <a:gd name="p0x6" fmla="*/ 5928 w 5928"/>
              <a:gd name="p0y6" fmla="*/ 923 h 1111"/>
              <a:gd name="p0x7" fmla="*/ 5740 w 5928"/>
              <a:gd name="p0y7" fmla="*/ 1111 h 1111"/>
              <a:gd name="p0x8" fmla="*/ 5508 w 5928"/>
              <a:gd name="p0y8" fmla="*/ 1111 h 1111"/>
              <a:gd name="p0x9" fmla="*/ 420 w 5928"/>
              <a:gd name="p0y9" fmla="*/ 1111 h 1111"/>
              <a:gd name="p0x10" fmla="*/ 188 w 5928"/>
              <a:gd name="p0y10" fmla="*/ 1111 h 1111"/>
              <a:gd name="p0x11" fmla="*/ 0 w 5928"/>
              <a:gd name="p0y11" fmla="*/ 923 h 1111"/>
              <a:gd name="p0x12" fmla="*/ 0 w 5928"/>
              <a:gd name="p0y12" fmla="*/ 691 h 1111"/>
              <a:gd name="p0x13" fmla="*/ 0 w 5928"/>
              <a:gd name="p0y13" fmla="*/ 420 h 1111"/>
              <a:gd name="p0x14" fmla="*/ 0 w 5928"/>
              <a:gd name="p0y14" fmla="*/ 188 h 1111"/>
              <a:gd name="p0x15" fmla="*/ 188 w 5928"/>
              <a:gd name="p0y15" fmla="*/ 0 h 1111"/>
              <a:gd name="p0x16" fmla="*/ 420 w 5928"/>
              <a:gd name="p0y16" fmla="*/ 0 h 111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任意多边形 58"/>
          <p:cNvSpPr/>
          <p:nvPr>
            <p:custDataLst>
              <p:tags r:id="rId37"/>
            </p:custDataLst>
          </p:nvPr>
        </p:nvSpPr>
        <p:spPr>
          <a:xfrm>
            <a:off x="5701665" y="3903345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202 w 405"/>
              <a:gd name="p0y0" fmla="*/ 0 h 405"/>
              <a:gd name="p0x1" fmla="*/ 314 w 405"/>
              <a:gd name="p0y1" fmla="*/ 0 h 405"/>
              <a:gd name="p0x2" fmla="*/ 405 w 405"/>
              <a:gd name="p0y2" fmla="*/ 90 h 405"/>
              <a:gd name="p0x3" fmla="*/ 405 w 405"/>
              <a:gd name="p0y3" fmla="*/ 202 h 405"/>
              <a:gd name="p0x4" fmla="*/ 405 w 405"/>
              <a:gd name="p0y4" fmla="*/ 314 h 405"/>
              <a:gd name="p0x5" fmla="*/ 314 w 405"/>
              <a:gd name="p0y5" fmla="*/ 405 h 405"/>
              <a:gd name="p0x6" fmla="*/ 202 w 405"/>
              <a:gd name="p0y6" fmla="*/ 405 h 405"/>
              <a:gd name="p0x7" fmla="*/ 90 w 405"/>
              <a:gd name="p0y7" fmla="*/ 405 h 405"/>
              <a:gd name="p0x8" fmla="*/ 0 w 405"/>
              <a:gd name="p0y8" fmla="*/ 314 h 405"/>
              <a:gd name="p0x9" fmla="*/ 0 w 405"/>
              <a:gd name="p0y9" fmla="*/ 202 h 405"/>
              <a:gd name="p0x10" fmla="*/ 0 w 405"/>
              <a:gd name="p0y10" fmla="*/ 90 h 405"/>
              <a:gd name="p0x11" fmla="*/ 90 w 405"/>
              <a:gd name="p0y11" fmla="*/ 0 h 405"/>
              <a:gd name="p0x12" fmla="*/ 202 w 405"/>
              <a:gd name="p0y12" fmla="*/ 0 h 4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5725160" y="3922395"/>
            <a:ext cx="209550" cy="214630"/>
          </a:xfrm>
          <a:prstGeom prst="rect">
            <a:avLst/>
          </a:prstGeom>
        </p:spPr>
      </p:pic>
      <p:sp>
        <p:nvSpPr>
          <p:cNvPr id="61" name="文本框 60"/>
          <p:cNvSpPr txBox="1"/>
          <p:nvPr>
            <p:custDataLst>
              <p:tags r:id="rId41"/>
            </p:custDataLst>
          </p:nvPr>
        </p:nvSpPr>
        <p:spPr>
          <a:xfrm>
            <a:off x="6035040" y="3944363"/>
            <a:ext cx="1576092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kv_cache_manager.py</a:t>
            </a:r>
            <a:endParaRPr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任意多边形 61"/>
          <p:cNvSpPr/>
          <p:nvPr>
            <p:custDataLst>
              <p:tags r:id="rId42"/>
            </p:custDataLst>
          </p:nvPr>
        </p:nvSpPr>
        <p:spPr>
          <a:xfrm>
            <a:off x="5620385" y="4471035"/>
            <a:ext cx="2653665" cy="705485"/>
          </a:xfrm>
          <a:custGeom>
            <a:avLst/>
            <a:gdLst>
              <a:gd name="sw" fmla="*/ 1 w 5928"/>
              <a:gd name="sh" fmla="*/ 1 h 1111"/>
              <a:gd name="mins" fmla="min sw sh"/>
              <a:gd name="dsw" fmla="+- 0 sw mins"/>
              <a:gd name="dsh" fmla="+- 0 sh mins"/>
              <a:gd name="p0x0" fmla="*/ 420 w 5928"/>
              <a:gd name="p0y0" fmla="*/ 0 h 1111"/>
              <a:gd name="p0x1" fmla="*/ 5508 w 5928"/>
              <a:gd name="p0y1" fmla="*/ 0 h 1111"/>
              <a:gd name="p0x2" fmla="*/ 5740 w 5928"/>
              <a:gd name="p0y2" fmla="*/ 0 h 1111"/>
              <a:gd name="p0x3" fmla="*/ 5928 w 5928"/>
              <a:gd name="p0y3" fmla="*/ 188 h 1111"/>
              <a:gd name="p0x4" fmla="*/ 5928 w 5928"/>
              <a:gd name="p0y4" fmla="*/ 420 h 1111"/>
              <a:gd name="p0x5" fmla="*/ 5928 w 5928"/>
              <a:gd name="p0y5" fmla="*/ 691 h 1111"/>
              <a:gd name="p0x6" fmla="*/ 5928 w 5928"/>
              <a:gd name="p0y6" fmla="*/ 923 h 1111"/>
              <a:gd name="p0x7" fmla="*/ 5740 w 5928"/>
              <a:gd name="p0y7" fmla="*/ 1111 h 1111"/>
              <a:gd name="p0x8" fmla="*/ 5508 w 5928"/>
              <a:gd name="p0y8" fmla="*/ 1111 h 1111"/>
              <a:gd name="p0x9" fmla="*/ 420 w 5928"/>
              <a:gd name="p0y9" fmla="*/ 1111 h 1111"/>
              <a:gd name="p0x10" fmla="*/ 188 w 5928"/>
              <a:gd name="p0y10" fmla="*/ 1111 h 1111"/>
              <a:gd name="p0x11" fmla="*/ 0 w 5928"/>
              <a:gd name="p0y11" fmla="*/ 923 h 1111"/>
              <a:gd name="p0x12" fmla="*/ 0 w 5928"/>
              <a:gd name="p0y12" fmla="*/ 691 h 1111"/>
              <a:gd name="p0x13" fmla="*/ 0 w 5928"/>
              <a:gd name="p0y13" fmla="*/ 420 h 1111"/>
              <a:gd name="p0x14" fmla="*/ 0 w 5928"/>
              <a:gd name="p0y14" fmla="*/ 188 h 1111"/>
              <a:gd name="p0x15" fmla="*/ 188 w 5928"/>
              <a:gd name="p0y15" fmla="*/ 0 h 1111"/>
              <a:gd name="p0x16" fmla="*/ 420 w 5928"/>
              <a:gd name="p0y16" fmla="*/ 0 h 111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任意多边形 62"/>
          <p:cNvSpPr/>
          <p:nvPr>
            <p:custDataLst>
              <p:tags r:id="rId43"/>
            </p:custDataLst>
          </p:nvPr>
        </p:nvSpPr>
        <p:spPr>
          <a:xfrm>
            <a:off x="5701665" y="4695190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202 w 405"/>
              <a:gd name="p0y0" fmla="*/ 0 h 405"/>
              <a:gd name="p0x1" fmla="*/ 314 w 405"/>
              <a:gd name="p0y1" fmla="*/ 0 h 405"/>
              <a:gd name="p0x2" fmla="*/ 405 w 405"/>
              <a:gd name="p0y2" fmla="*/ 90 h 405"/>
              <a:gd name="p0x3" fmla="*/ 405 w 405"/>
              <a:gd name="p0y3" fmla="*/ 202 h 405"/>
              <a:gd name="p0x4" fmla="*/ 405 w 405"/>
              <a:gd name="p0y4" fmla="*/ 314 h 405"/>
              <a:gd name="p0x5" fmla="*/ 314 w 405"/>
              <a:gd name="p0y5" fmla="*/ 405 h 405"/>
              <a:gd name="p0x6" fmla="*/ 202 w 405"/>
              <a:gd name="p0y6" fmla="*/ 405 h 405"/>
              <a:gd name="p0x7" fmla="*/ 90 w 405"/>
              <a:gd name="p0y7" fmla="*/ 405 h 405"/>
              <a:gd name="p0x8" fmla="*/ 0 w 405"/>
              <a:gd name="p0y8" fmla="*/ 314 h 405"/>
              <a:gd name="p0x9" fmla="*/ 0 w 405"/>
              <a:gd name="p0y9" fmla="*/ 202 h 405"/>
              <a:gd name="p0x10" fmla="*/ 0 w 405"/>
              <a:gd name="p0y10" fmla="*/ 90 h 405"/>
              <a:gd name="p0x11" fmla="*/ 90 w 405"/>
              <a:gd name="p0y11" fmla="*/ 0 h 405"/>
              <a:gd name="p0x12" fmla="*/ 202 w 405"/>
              <a:gd name="p0y12" fmla="*/ 0 h 4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 l="-2381" t="-12407" r="-2381" b="-12407"/>
          <a:stretch>
            <a:fillRect/>
          </a:stretch>
        </p:blipFill>
        <p:spPr>
          <a:xfrm>
            <a:off x="5725160" y="4714240"/>
            <a:ext cx="209550" cy="213995"/>
          </a:xfrm>
          <a:prstGeom prst="rect">
            <a:avLst/>
          </a:prstGeom>
        </p:spPr>
      </p:pic>
      <p:sp>
        <p:nvSpPr>
          <p:cNvPr id="65" name="文本框 64"/>
          <p:cNvSpPr txBox="1"/>
          <p:nvPr>
            <p:custDataLst>
              <p:tags r:id="rId47"/>
            </p:custDataLst>
          </p:nvPr>
        </p:nvSpPr>
        <p:spPr>
          <a:xfrm>
            <a:off x="6035040" y="4735757"/>
            <a:ext cx="1476223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kv_cache_metrics.py</a:t>
            </a:r>
            <a:endParaRPr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任意多边形 65"/>
          <p:cNvSpPr/>
          <p:nvPr>
            <p:custDataLst>
              <p:tags r:id="rId48"/>
            </p:custDataLst>
          </p:nvPr>
        </p:nvSpPr>
        <p:spPr>
          <a:xfrm>
            <a:off x="5620385" y="5262245"/>
            <a:ext cx="2653665" cy="705485"/>
          </a:xfrm>
          <a:custGeom>
            <a:avLst/>
            <a:gdLst>
              <a:gd name="sw" fmla="*/ 1 w 5928"/>
              <a:gd name="sh" fmla="*/ 1 h 1111"/>
              <a:gd name="mins" fmla="min sw sh"/>
              <a:gd name="dsw" fmla="+- 0 sw mins"/>
              <a:gd name="dsh" fmla="+- 0 sh mins"/>
              <a:gd name="p0x0" fmla="*/ 420 w 5928"/>
              <a:gd name="p0y0" fmla="*/ 0 h 1111"/>
              <a:gd name="p0x1" fmla="*/ 5508 w 5928"/>
              <a:gd name="p0y1" fmla="*/ 0 h 1111"/>
              <a:gd name="p0x2" fmla="*/ 5740 w 5928"/>
              <a:gd name="p0y2" fmla="*/ 0 h 1111"/>
              <a:gd name="p0x3" fmla="*/ 5928 w 5928"/>
              <a:gd name="p0y3" fmla="*/ 188 h 1111"/>
              <a:gd name="p0x4" fmla="*/ 5928 w 5928"/>
              <a:gd name="p0y4" fmla="*/ 420 h 1111"/>
              <a:gd name="p0x5" fmla="*/ 5928 w 5928"/>
              <a:gd name="p0y5" fmla="*/ 691 h 1111"/>
              <a:gd name="p0x6" fmla="*/ 5928 w 5928"/>
              <a:gd name="p0y6" fmla="*/ 923 h 1111"/>
              <a:gd name="p0x7" fmla="*/ 5740 w 5928"/>
              <a:gd name="p0y7" fmla="*/ 1111 h 1111"/>
              <a:gd name="p0x8" fmla="*/ 5508 w 5928"/>
              <a:gd name="p0y8" fmla="*/ 1111 h 1111"/>
              <a:gd name="p0x9" fmla="*/ 420 w 5928"/>
              <a:gd name="p0y9" fmla="*/ 1111 h 1111"/>
              <a:gd name="p0x10" fmla="*/ 188 w 5928"/>
              <a:gd name="p0y10" fmla="*/ 1111 h 1111"/>
              <a:gd name="p0x11" fmla="*/ 0 w 5928"/>
              <a:gd name="p0y11" fmla="*/ 923 h 1111"/>
              <a:gd name="p0x12" fmla="*/ 0 w 5928"/>
              <a:gd name="p0y12" fmla="*/ 691 h 1111"/>
              <a:gd name="p0x13" fmla="*/ 0 w 5928"/>
              <a:gd name="p0y13" fmla="*/ 420 h 1111"/>
              <a:gd name="p0x14" fmla="*/ 0 w 5928"/>
              <a:gd name="p0y14" fmla="*/ 188 h 1111"/>
              <a:gd name="p0x15" fmla="*/ 188 w 5928"/>
              <a:gd name="p0y15" fmla="*/ 0 h 1111"/>
              <a:gd name="p0x16" fmla="*/ 420 w 5928"/>
              <a:gd name="p0y16" fmla="*/ 0 h 111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任意多边形 66"/>
          <p:cNvSpPr/>
          <p:nvPr>
            <p:custDataLst>
              <p:tags r:id="rId49"/>
            </p:custDataLst>
          </p:nvPr>
        </p:nvSpPr>
        <p:spPr>
          <a:xfrm>
            <a:off x="5701665" y="5486400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202 w 405"/>
              <a:gd name="p0y0" fmla="*/ 0 h 405"/>
              <a:gd name="p0x1" fmla="*/ 314 w 405"/>
              <a:gd name="p0y1" fmla="*/ 0 h 405"/>
              <a:gd name="p0x2" fmla="*/ 405 w 405"/>
              <a:gd name="p0y2" fmla="*/ 90 h 405"/>
              <a:gd name="p0x3" fmla="*/ 405 w 405"/>
              <a:gd name="p0y3" fmla="*/ 202 h 405"/>
              <a:gd name="p0x4" fmla="*/ 405 w 405"/>
              <a:gd name="p0y4" fmla="*/ 314 h 405"/>
              <a:gd name="p0x5" fmla="*/ 314 w 405"/>
              <a:gd name="p0y5" fmla="*/ 405 h 405"/>
              <a:gd name="p0x6" fmla="*/ 202 w 405"/>
              <a:gd name="p0y6" fmla="*/ 405 h 405"/>
              <a:gd name="p0x7" fmla="*/ 90 w 405"/>
              <a:gd name="p0y7" fmla="*/ 405 h 405"/>
              <a:gd name="p0x8" fmla="*/ 0 w 405"/>
              <a:gd name="p0y8" fmla="*/ 314 h 405"/>
              <a:gd name="p0x9" fmla="*/ 0 w 405"/>
              <a:gd name="p0y9" fmla="*/ 202 h 405"/>
              <a:gd name="p0x10" fmla="*/ 0 w 405"/>
              <a:gd name="p0y10" fmla="*/ 90 h 405"/>
              <a:gd name="p0x11" fmla="*/ 90 w 405"/>
              <a:gd name="p0y11" fmla="*/ 0 h 405"/>
              <a:gd name="p0x12" fmla="*/ 202 w 405"/>
              <a:gd name="p0y12" fmla="*/ 0 h 4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8" name="图片 67"/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 l="-4074" t="-9123" r="-4074" b="-9123"/>
          <a:stretch>
            <a:fillRect/>
          </a:stretch>
        </p:blipFill>
        <p:spPr>
          <a:xfrm>
            <a:off x="5737225" y="5505450"/>
            <a:ext cx="185420" cy="213995"/>
          </a:xfrm>
          <a:prstGeom prst="rect">
            <a:avLst/>
          </a:prstGeom>
        </p:spPr>
      </p:pic>
      <p:sp>
        <p:nvSpPr>
          <p:cNvPr id="69" name="文本框 68"/>
          <p:cNvSpPr txBox="1"/>
          <p:nvPr>
            <p:custDataLst>
              <p:tags r:id="rId53"/>
            </p:custDataLst>
          </p:nvPr>
        </p:nvSpPr>
        <p:spPr>
          <a:xfrm>
            <a:off x="6035040" y="5527151"/>
            <a:ext cx="942003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scheduler.py</a:t>
            </a:r>
            <a:endParaRPr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2" name="任意多边形 81"/>
          <p:cNvSpPr/>
          <p:nvPr>
            <p:custDataLst>
              <p:tags r:id="rId54"/>
            </p:custDataLst>
          </p:nvPr>
        </p:nvSpPr>
        <p:spPr>
          <a:xfrm>
            <a:off x="8586470" y="3679825"/>
            <a:ext cx="2750185" cy="705485"/>
          </a:xfrm>
          <a:custGeom>
            <a:avLst/>
            <a:gdLst>
              <a:gd name="sw" fmla="*/ 1 w 5928"/>
              <a:gd name="sh" fmla="*/ 1 h 1111"/>
              <a:gd name="mins" fmla="min sw sh"/>
              <a:gd name="dsw" fmla="+- 0 sw mins"/>
              <a:gd name="dsh" fmla="+- 0 sh mins"/>
              <a:gd name="p0x0" fmla="*/ 420 w 5928"/>
              <a:gd name="p0y0" fmla="*/ 0 h 1111"/>
              <a:gd name="p0x1" fmla="*/ 5508 w 5928"/>
              <a:gd name="p0y1" fmla="*/ 0 h 1111"/>
              <a:gd name="p0x2" fmla="*/ 5740 w 5928"/>
              <a:gd name="p0y2" fmla="*/ 0 h 1111"/>
              <a:gd name="p0x3" fmla="*/ 5928 w 5928"/>
              <a:gd name="p0y3" fmla="*/ 188 h 1111"/>
              <a:gd name="p0x4" fmla="*/ 5928 w 5928"/>
              <a:gd name="p0y4" fmla="*/ 420 h 1111"/>
              <a:gd name="p0x5" fmla="*/ 5928 w 5928"/>
              <a:gd name="p0y5" fmla="*/ 691 h 1111"/>
              <a:gd name="p0x6" fmla="*/ 5928 w 5928"/>
              <a:gd name="p0y6" fmla="*/ 923 h 1111"/>
              <a:gd name="p0x7" fmla="*/ 5740 w 5928"/>
              <a:gd name="p0y7" fmla="*/ 1111 h 1111"/>
              <a:gd name="p0x8" fmla="*/ 5508 w 5928"/>
              <a:gd name="p0y8" fmla="*/ 1111 h 1111"/>
              <a:gd name="p0x9" fmla="*/ 420 w 5928"/>
              <a:gd name="p0y9" fmla="*/ 1111 h 1111"/>
              <a:gd name="p0x10" fmla="*/ 188 w 5928"/>
              <a:gd name="p0y10" fmla="*/ 1111 h 1111"/>
              <a:gd name="p0x11" fmla="*/ 0 w 5928"/>
              <a:gd name="p0y11" fmla="*/ 923 h 1111"/>
              <a:gd name="p0x12" fmla="*/ 0 w 5928"/>
              <a:gd name="p0y12" fmla="*/ 691 h 1111"/>
              <a:gd name="p0x13" fmla="*/ 0 w 5928"/>
              <a:gd name="p0y13" fmla="*/ 420 h 1111"/>
              <a:gd name="p0x14" fmla="*/ 0 w 5928"/>
              <a:gd name="p0y14" fmla="*/ 188 h 1111"/>
              <a:gd name="p0x15" fmla="*/ 188 w 5928"/>
              <a:gd name="p0y15" fmla="*/ 0 h 1111"/>
              <a:gd name="p0x16" fmla="*/ 420 w 5928"/>
              <a:gd name="p0y16" fmla="*/ 0 h 111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任意多边形 82"/>
          <p:cNvSpPr/>
          <p:nvPr>
            <p:custDataLst>
              <p:tags r:id="rId55"/>
            </p:custDataLst>
          </p:nvPr>
        </p:nvSpPr>
        <p:spPr>
          <a:xfrm>
            <a:off x="8667750" y="3903980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202 w 405"/>
              <a:gd name="p0y0" fmla="*/ 0 h 405"/>
              <a:gd name="p0x1" fmla="*/ 314 w 405"/>
              <a:gd name="p0y1" fmla="*/ 0 h 405"/>
              <a:gd name="p0x2" fmla="*/ 405 w 405"/>
              <a:gd name="p0y2" fmla="*/ 90 h 405"/>
              <a:gd name="p0x3" fmla="*/ 405 w 405"/>
              <a:gd name="p0y3" fmla="*/ 202 h 405"/>
              <a:gd name="p0x4" fmla="*/ 405 w 405"/>
              <a:gd name="p0y4" fmla="*/ 314 h 405"/>
              <a:gd name="p0x5" fmla="*/ 314 w 405"/>
              <a:gd name="p0y5" fmla="*/ 405 h 405"/>
              <a:gd name="p0x6" fmla="*/ 202 w 405"/>
              <a:gd name="p0y6" fmla="*/ 405 h 405"/>
              <a:gd name="p0x7" fmla="*/ 90 w 405"/>
              <a:gd name="p0y7" fmla="*/ 405 h 405"/>
              <a:gd name="p0x8" fmla="*/ 0 w 405"/>
              <a:gd name="p0y8" fmla="*/ 314 h 405"/>
              <a:gd name="p0x9" fmla="*/ 0 w 405"/>
              <a:gd name="p0y9" fmla="*/ 202 h 405"/>
              <a:gd name="p0x10" fmla="*/ 0 w 405"/>
              <a:gd name="p0y10" fmla="*/ 90 h 405"/>
              <a:gd name="p0x11" fmla="*/ 90 w 405"/>
              <a:gd name="p0y11" fmla="*/ 0 h 405"/>
              <a:gd name="p0x12" fmla="*/ 202 w 405"/>
              <a:gd name="p0y12" fmla="*/ 0 h 4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4" name="图片 83"/>
          <p:cNvPicPr>
            <a:picLocks noChangeAspect="1"/>
          </p:cNvPicPr>
          <p:nvPr>
            <p:custDataLst>
              <p:tags r:id="rId56"/>
            </p:custDataLst>
          </p:nvPr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 l="-2381" t="-20417" r="-2381" b="-20417"/>
          <a:stretch>
            <a:fillRect/>
          </a:stretch>
        </p:blipFill>
        <p:spPr>
          <a:xfrm>
            <a:off x="8691245" y="3923030"/>
            <a:ext cx="209550" cy="214630"/>
          </a:xfrm>
          <a:prstGeom prst="rect">
            <a:avLst/>
          </a:prstGeom>
        </p:spPr>
      </p:pic>
      <p:sp>
        <p:nvSpPr>
          <p:cNvPr id="85" name="文本框 84"/>
          <p:cNvSpPr txBox="1"/>
          <p:nvPr>
            <p:custDataLst>
              <p:tags r:id="rId59"/>
            </p:custDataLst>
          </p:nvPr>
        </p:nvSpPr>
        <p:spPr>
          <a:xfrm>
            <a:off x="9001125" y="3944915"/>
            <a:ext cx="2507161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single_type_kv_cache_manager.py</a:t>
            </a:r>
            <a:endParaRPr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任意多边形 85"/>
          <p:cNvSpPr/>
          <p:nvPr>
            <p:custDataLst>
              <p:tags r:id="rId60"/>
            </p:custDataLst>
          </p:nvPr>
        </p:nvSpPr>
        <p:spPr>
          <a:xfrm>
            <a:off x="8586470" y="4471035"/>
            <a:ext cx="2750185" cy="706120"/>
          </a:xfrm>
          <a:custGeom>
            <a:avLst/>
            <a:gdLst>
              <a:gd name="sw" fmla="*/ 1 w 5928"/>
              <a:gd name="sh" fmla="*/ 1 h 1111"/>
              <a:gd name="mins" fmla="min sw sh"/>
              <a:gd name="dsw" fmla="+- 0 sw mins"/>
              <a:gd name="dsh" fmla="+- 0 sh mins"/>
              <a:gd name="p0x0" fmla="*/ 420 w 5928"/>
              <a:gd name="p0y0" fmla="*/ 0 h 1111"/>
              <a:gd name="p0x1" fmla="*/ 5508 w 5928"/>
              <a:gd name="p0y1" fmla="*/ 0 h 1111"/>
              <a:gd name="p0x2" fmla="*/ 5740 w 5928"/>
              <a:gd name="p0y2" fmla="*/ 0 h 1111"/>
              <a:gd name="p0x3" fmla="*/ 5928 w 5928"/>
              <a:gd name="p0y3" fmla="*/ 188 h 1111"/>
              <a:gd name="p0x4" fmla="*/ 5928 w 5928"/>
              <a:gd name="p0y4" fmla="*/ 420 h 1111"/>
              <a:gd name="p0x5" fmla="*/ 5928 w 5928"/>
              <a:gd name="p0y5" fmla="*/ 691 h 1111"/>
              <a:gd name="p0x6" fmla="*/ 5928 w 5928"/>
              <a:gd name="p0y6" fmla="*/ 923 h 1111"/>
              <a:gd name="p0x7" fmla="*/ 5740 w 5928"/>
              <a:gd name="p0y7" fmla="*/ 1111 h 1111"/>
              <a:gd name="p0x8" fmla="*/ 5508 w 5928"/>
              <a:gd name="p0y8" fmla="*/ 1111 h 1111"/>
              <a:gd name="p0x9" fmla="*/ 420 w 5928"/>
              <a:gd name="p0y9" fmla="*/ 1111 h 1111"/>
              <a:gd name="p0x10" fmla="*/ 188 w 5928"/>
              <a:gd name="p0y10" fmla="*/ 1111 h 1111"/>
              <a:gd name="p0x11" fmla="*/ 0 w 5928"/>
              <a:gd name="p0y11" fmla="*/ 923 h 1111"/>
              <a:gd name="p0x12" fmla="*/ 0 w 5928"/>
              <a:gd name="p0y12" fmla="*/ 691 h 1111"/>
              <a:gd name="p0x13" fmla="*/ 0 w 5928"/>
              <a:gd name="p0y13" fmla="*/ 420 h 1111"/>
              <a:gd name="p0x14" fmla="*/ 0 w 5928"/>
              <a:gd name="p0y14" fmla="*/ 188 h 1111"/>
              <a:gd name="p0x15" fmla="*/ 188 w 5928"/>
              <a:gd name="p0y15" fmla="*/ 0 h 1111"/>
              <a:gd name="p0x16" fmla="*/ 420 w 5928"/>
              <a:gd name="p0y16" fmla="*/ 0 h 111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7" name="任意多边形 86"/>
          <p:cNvSpPr/>
          <p:nvPr>
            <p:custDataLst>
              <p:tags r:id="rId61"/>
            </p:custDataLst>
          </p:nvPr>
        </p:nvSpPr>
        <p:spPr>
          <a:xfrm>
            <a:off x="8667750" y="4695825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202 w 405"/>
              <a:gd name="p0y0" fmla="*/ 0 h 405"/>
              <a:gd name="p0x1" fmla="*/ 314 w 405"/>
              <a:gd name="p0y1" fmla="*/ 0 h 405"/>
              <a:gd name="p0x2" fmla="*/ 405 w 405"/>
              <a:gd name="p0y2" fmla="*/ 90 h 405"/>
              <a:gd name="p0x3" fmla="*/ 405 w 405"/>
              <a:gd name="p0y3" fmla="*/ 202 h 405"/>
              <a:gd name="p0x4" fmla="*/ 405 w 405"/>
              <a:gd name="p0y4" fmla="*/ 314 h 405"/>
              <a:gd name="p0x5" fmla="*/ 314 w 405"/>
              <a:gd name="p0y5" fmla="*/ 405 h 405"/>
              <a:gd name="p0x6" fmla="*/ 202 w 405"/>
              <a:gd name="p0y6" fmla="*/ 405 h 405"/>
              <a:gd name="p0x7" fmla="*/ 90 w 405"/>
              <a:gd name="p0y7" fmla="*/ 405 h 405"/>
              <a:gd name="p0x8" fmla="*/ 0 w 405"/>
              <a:gd name="p0y8" fmla="*/ 314 h 405"/>
              <a:gd name="p0x9" fmla="*/ 0 w 405"/>
              <a:gd name="p0y9" fmla="*/ 202 h 405"/>
              <a:gd name="p0x10" fmla="*/ 0 w 405"/>
              <a:gd name="p0y10" fmla="*/ 90 h 405"/>
              <a:gd name="p0x11" fmla="*/ 90 w 405"/>
              <a:gd name="p0y11" fmla="*/ 0 h 405"/>
              <a:gd name="p0x12" fmla="*/ 202 w 405"/>
              <a:gd name="p0y12" fmla="*/ 0 h 4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8" name="图片 87"/>
          <p:cNvPicPr>
            <a:picLocks noChangeAspect="1"/>
          </p:cNvPicPr>
          <p:nvPr>
            <p:custDataLst>
              <p:tags r:id="rId62"/>
            </p:custDataLst>
          </p:nvPr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rcRect l="-6818" t="-3492" r="-6818" b="-3492"/>
          <a:stretch>
            <a:fillRect/>
          </a:stretch>
        </p:blipFill>
        <p:spPr>
          <a:xfrm>
            <a:off x="8677275" y="4714875"/>
            <a:ext cx="238125" cy="213995"/>
          </a:xfrm>
          <a:prstGeom prst="rect">
            <a:avLst/>
          </a:prstGeom>
        </p:spPr>
      </p:pic>
      <p:sp>
        <p:nvSpPr>
          <p:cNvPr id="89" name="文本框 88"/>
          <p:cNvSpPr txBox="1"/>
          <p:nvPr>
            <p:custDataLst>
              <p:tags r:id="rId65"/>
            </p:custDataLst>
          </p:nvPr>
        </p:nvSpPr>
        <p:spPr>
          <a:xfrm>
            <a:off x="9001125" y="4736309"/>
            <a:ext cx="625602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stats.py</a:t>
            </a:r>
            <a:endParaRPr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任意多边形 89"/>
          <p:cNvSpPr/>
          <p:nvPr>
            <p:custDataLst>
              <p:tags r:id="rId66"/>
            </p:custDataLst>
          </p:nvPr>
        </p:nvSpPr>
        <p:spPr>
          <a:xfrm>
            <a:off x="8586470" y="5262880"/>
            <a:ext cx="2750185" cy="705485"/>
          </a:xfrm>
          <a:custGeom>
            <a:avLst/>
            <a:gdLst>
              <a:gd name="sw" fmla="*/ 1 w 5928"/>
              <a:gd name="sh" fmla="*/ 1 h 1111"/>
              <a:gd name="mins" fmla="min sw sh"/>
              <a:gd name="dsw" fmla="+- 0 sw mins"/>
              <a:gd name="dsh" fmla="+- 0 sh mins"/>
              <a:gd name="p0x0" fmla="*/ 420 w 5928"/>
              <a:gd name="p0y0" fmla="*/ 0 h 1111"/>
              <a:gd name="p0x1" fmla="*/ 5508 w 5928"/>
              <a:gd name="p0y1" fmla="*/ 0 h 1111"/>
              <a:gd name="p0x2" fmla="*/ 5740 w 5928"/>
              <a:gd name="p0y2" fmla="*/ 0 h 1111"/>
              <a:gd name="p0x3" fmla="*/ 5928 w 5928"/>
              <a:gd name="p0y3" fmla="*/ 188 h 1111"/>
              <a:gd name="p0x4" fmla="*/ 5928 w 5928"/>
              <a:gd name="p0y4" fmla="*/ 420 h 1111"/>
              <a:gd name="p0x5" fmla="*/ 5928 w 5928"/>
              <a:gd name="p0y5" fmla="*/ 691 h 1111"/>
              <a:gd name="p0x6" fmla="*/ 5928 w 5928"/>
              <a:gd name="p0y6" fmla="*/ 923 h 1111"/>
              <a:gd name="p0x7" fmla="*/ 5740 w 5928"/>
              <a:gd name="p0y7" fmla="*/ 1111 h 1111"/>
              <a:gd name="p0x8" fmla="*/ 5508 w 5928"/>
              <a:gd name="p0y8" fmla="*/ 1111 h 1111"/>
              <a:gd name="p0x9" fmla="*/ 420 w 5928"/>
              <a:gd name="p0y9" fmla="*/ 1111 h 1111"/>
              <a:gd name="p0x10" fmla="*/ 188 w 5928"/>
              <a:gd name="p0y10" fmla="*/ 1111 h 1111"/>
              <a:gd name="p0x11" fmla="*/ 0 w 5928"/>
              <a:gd name="p0y11" fmla="*/ 923 h 1111"/>
              <a:gd name="p0x12" fmla="*/ 0 w 5928"/>
              <a:gd name="p0y12" fmla="*/ 691 h 1111"/>
              <a:gd name="p0x13" fmla="*/ 0 w 5928"/>
              <a:gd name="p0y13" fmla="*/ 420 h 1111"/>
              <a:gd name="p0x14" fmla="*/ 0 w 5928"/>
              <a:gd name="p0y14" fmla="*/ 188 h 1111"/>
              <a:gd name="p0x15" fmla="*/ 188 w 5928"/>
              <a:gd name="p0y15" fmla="*/ 0 h 1111"/>
              <a:gd name="p0x16" fmla="*/ 420 w 5928"/>
              <a:gd name="p0y16" fmla="*/ 0 h 1111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1" name="任意多边形 90"/>
          <p:cNvSpPr/>
          <p:nvPr>
            <p:custDataLst>
              <p:tags r:id="rId67"/>
            </p:custDataLst>
          </p:nvPr>
        </p:nvSpPr>
        <p:spPr>
          <a:xfrm>
            <a:off x="8667750" y="5487035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202 w 405"/>
              <a:gd name="p0y0" fmla="*/ 0 h 405"/>
              <a:gd name="p0x1" fmla="*/ 314 w 405"/>
              <a:gd name="p0y1" fmla="*/ 0 h 405"/>
              <a:gd name="p0x2" fmla="*/ 405 w 405"/>
              <a:gd name="p0y2" fmla="*/ 90 h 405"/>
              <a:gd name="p0x3" fmla="*/ 405 w 405"/>
              <a:gd name="p0y3" fmla="*/ 202 h 405"/>
              <a:gd name="p0x4" fmla="*/ 405 w 405"/>
              <a:gd name="p0y4" fmla="*/ 314 h 405"/>
              <a:gd name="p0x5" fmla="*/ 314 w 405"/>
              <a:gd name="p0y5" fmla="*/ 405 h 405"/>
              <a:gd name="p0x6" fmla="*/ 202 w 405"/>
              <a:gd name="p0y6" fmla="*/ 405 h 405"/>
              <a:gd name="p0x7" fmla="*/ 90 w 405"/>
              <a:gd name="p0y7" fmla="*/ 405 h 405"/>
              <a:gd name="p0x8" fmla="*/ 0 w 405"/>
              <a:gd name="p0y8" fmla="*/ 314 h 405"/>
              <a:gd name="p0x9" fmla="*/ 0 w 405"/>
              <a:gd name="p0y9" fmla="*/ 202 h 405"/>
              <a:gd name="p0x10" fmla="*/ 0 w 405"/>
              <a:gd name="p0y10" fmla="*/ 90 h 405"/>
              <a:gd name="p0x11" fmla="*/ 90 w 405"/>
              <a:gd name="p0y11" fmla="*/ 0 h 405"/>
              <a:gd name="p0x12" fmla="*/ 202 w 405"/>
              <a:gd name="p0y12" fmla="*/ 0 h 40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2" name="图片 91"/>
          <p:cNvPicPr>
            <a:picLocks noChangeAspect="1"/>
          </p:cNvPicPr>
          <p:nvPr>
            <p:custDataLst>
              <p:tags r:id="rId68"/>
            </p:custDataLst>
          </p:nvPr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8691245" y="5506085"/>
            <a:ext cx="209550" cy="213995"/>
          </a:xfrm>
          <a:prstGeom prst="rect">
            <a:avLst/>
          </a:prstGeom>
        </p:spPr>
      </p:pic>
      <p:sp>
        <p:nvSpPr>
          <p:cNvPr id="93" name="文本框 92"/>
          <p:cNvSpPr txBox="1"/>
          <p:nvPr>
            <p:custDataLst>
              <p:tags r:id="rId71"/>
            </p:custDataLst>
          </p:nvPr>
        </p:nvSpPr>
        <p:spPr>
          <a:xfrm>
            <a:off x="9001125" y="5527704"/>
            <a:ext cx="792509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loggers.py</a:t>
            </a:r>
            <a:endParaRPr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文本框 105"/>
          <p:cNvSpPr txBox="1"/>
          <p:nvPr>
            <p:custDataLst>
              <p:tags r:id="rId72"/>
            </p:custDataLst>
          </p:nvPr>
        </p:nvSpPr>
        <p:spPr>
          <a:xfrm>
            <a:off x="8691245" y="3131185"/>
            <a:ext cx="2301875" cy="3600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40000"/>
              </a:lnSpc>
            </a:pPr>
            <a:r>
              <a:rPr sz="1350" spc="81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关键改动文件</a:t>
            </a:r>
            <a:r>
              <a:rPr lang="zh-CN" sz="1350" spc="81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以及新增</a:t>
            </a:r>
            <a:r>
              <a:rPr lang="zh-CN" sz="1350" spc="81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文件</a:t>
            </a:r>
            <a:endParaRPr lang="zh-CN" sz="1350" spc="81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40677" y="285920"/>
            <a:ext cx="153869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为什么要强调</a:t>
            </a:r>
            <a:r>
              <a:rPr lang="en-US" altLang="zh-CN" sz="3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zh-CN" altLang="en-US" sz="3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资源封装</a:t>
            </a:r>
            <a:r>
              <a:rPr lang="en-US" altLang="zh-CN" sz="3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endParaRPr lang="en-US" altLang="zh-CN" sz="30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任意多边形 6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11039475" cy="1122045"/>
          </a:xfrm>
          <a:custGeom>
            <a:avLst/>
            <a:gdLst>
              <a:gd name="sw" fmla="*/ 1 w 17385"/>
              <a:gd name="sh" fmla="*/ 1 h 1766"/>
              <a:gd name="mins" fmla="min sw sh"/>
              <a:gd name="dsw" fmla="+- 0 sw mins"/>
              <a:gd name="dsh" fmla="+- 0 sh mins"/>
              <a:gd name="p0x0" fmla="*/ 60 w 17385"/>
              <a:gd name="p0y0" fmla="*/ 0 h 1766"/>
              <a:gd name="p0x1" fmla="*/ 17325 w 17385"/>
              <a:gd name="p0y1" fmla="*/ 0 h 1766"/>
              <a:gd name="p0x2" fmla="*/ 17358 w 17385"/>
              <a:gd name="p0y2" fmla="*/ 0 h 1766"/>
              <a:gd name="p0x3" fmla="*/ 17385 w 17385"/>
              <a:gd name="p0y3" fmla="*/ 26 h 1766"/>
              <a:gd name="p0x4" fmla="*/ 17385 w 17385"/>
              <a:gd name="p0y4" fmla="*/ 60 h 1766"/>
              <a:gd name="p0x5" fmla="*/ 17385 w 17385"/>
              <a:gd name="p0y5" fmla="*/ 1706 h 1766"/>
              <a:gd name="p0x6" fmla="*/ 17385 w 17385"/>
              <a:gd name="p0y6" fmla="*/ 1740 h 1766"/>
              <a:gd name="p0x7" fmla="*/ 17358 w 17385"/>
              <a:gd name="p0y7" fmla="*/ 1766 h 1766"/>
              <a:gd name="p0x8" fmla="*/ 17325 w 17385"/>
              <a:gd name="p0y8" fmla="*/ 1766 h 1766"/>
              <a:gd name="p0x9" fmla="*/ 60 w 17385"/>
              <a:gd name="p0y9" fmla="*/ 1766 h 1766"/>
              <a:gd name="p0x10" fmla="*/ 26 w 17385"/>
              <a:gd name="p0y10" fmla="*/ 1766 h 1766"/>
              <a:gd name="p0x11" fmla="*/ 0 w 17385"/>
              <a:gd name="p0y11" fmla="*/ 1740 h 1766"/>
              <a:gd name="p0x12" fmla="*/ 0 w 17385"/>
              <a:gd name="p0y12" fmla="*/ 1706 h 1766"/>
              <a:gd name="p0x13" fmla="*/ 0 w 17385"/>
              <a:gd name="p0y13" fmla="*/ 60 h 1766"/>
              <a:gd name="p0x14" fmla="*/ 0 w 17385"/>
              <a:gd name="p0y14" fmla="*/ 26 h 1766"/>
              <a:gd name="p0x15" fmla="*/ 26 w 17385"/>
              <a:gd name="p0y15" fmla="*/ 0 h 1766"/>
              <a:gd name="p0x16" fmla="*/ 60 w 17385"/>
              <a:gd name="p0y16" fmla="*/ 0 h 176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E62DF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1088898" y="1267758"/>
            <a:ext cx="10014204" cy="801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</a:t>
            </a:r>
            <a:r>
              <a:rPr lang="en-US" altLang="zh-CN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 block</a:t>
            </a: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</a:t>
            </a:r>
            <a:r>
              <a:rPr lang="en-US" altLang="zh-CN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</a:t>
            </a: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内部的普通缓存条目，提升为一个</a:t>
            </a:r>
            <a:r>
              <a:rPr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可以观察、计分、保护、驱逐和复盘的资源对象</a:t>
            </a:r>
            <a:endParaRPr sz="24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4"/>
            </p:custDataLst>
          </p:nvPr>
        </p:nvSpPr>
        <p:spPr>
          <a:xfrm>
            <a:off x="575945" y="2469515"/>
            <a:ext cx="5476875" cy="935990"/>
          </a:xfrm>
          <a:custGeom>
            <a:avLst/>
            <a:gdLst>
              <a:gd name="sw" fmla="*/ 1 w 8625"/>
              <a:gd name="sh" fmla="*/ 1 h 1474"/>
              <a:gd name="mins" fmla="min sw sh"/>
              <a:gd name="dsw" fmla="+- 0 sw mins"/>
              <a:gd name="dsh" fmla="+- 0 sh mins"/>
              <a:gd name="p0x0" fmla="*/ 60 w 8625"/>
              <a:gd name="p0y0" fmla="*/ 0 h 1474"/>
              <a:gd name="p0x1" fmla="*/ 8565 w 8625"/>
              <a:gd name="p0y1" fmla="*/ 0 h 1474"/>
              <a:gd name="p0x2" fmla="*/ 8598 w 8625"/>
              <a:gd name="p0y2" fmla="*/ 0 h 1474"/>
              <a:gd name="p0x3" fmla="*/ 8625 w 8625"/>
              <a:gd name="p0y3" fmla="*/ 26 h 1474"/>
              <a:gd name="p0x4" fmla="*/ 8625 w 8625"/>
              <a:gd name="p0y4" fmla="*/ 60 h 1474"/>
              <a:gd name="p0x5" fmla="*/ 8625 w 8625"/>
              <a:gd name="p0y5" fmla="*/ 1414 h 1474"/>
              <a:gd name="p0x6" fmla="*/ 8625 w 8625"/>
              <a:gd name="p0y6" fmla="*/ 1447 h 1474"/>
              <a:gd name="p0x7" fmla="*/ 8598 w 8625"/>
              <a:gd name="p0y7" fmla="*/ 1474 h 1474"/>
              <a:gd name="p0x8" fmla="*/ 8565 w 8625"/>
              <a:gd name="p0y8" fmla="*/ 1474 h 1474"/>
              <a:gd name="p0x9" fmla="*/ 60 w 8625"/>
              <a:gd name="p0y9" fmla="*/ 1474 h 1474"/>
              <a:gd name="p0x10" fmla="*/ 26 w 8625"/>
              <a:gd name="p0y10" fmla="*/ 1474 h 1474"/>
              <a:gd name="p0x11" fmla="*/ 0 w 8625"/>
              <a:gd name="p0y11" fmla="*/ 1447 h 1474"/>
              <a:gd name="p0x12" fmla="*/ 0 w 8625"/>
              <a:gd name="p0y12" fmla="*/ 1414 h 1474"/>
              <a:gd name="p0x13" fmla="*/ 0 w 8625"/>
              <a:gd name="p0y13" fmla="*/ 60 h 1474"/>
              <a:gd name="p0x14" fmla="*/ 0 w 8625"/>
              <a:gd name="p0y14" fmla="*/ 26 h 1474"/>
              <a:gd name="p0x15" fmla="*/ 26 w 8625"/>
              <a:gd name="p0y15" fmla="*/ 0 h 1474"/>
              <a:gd name="p0x16" fmla="*/ 60 w 8625"/>
              <a:gd name="p0y16" fmla="*/ 0 h 147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5"/>
            </p:custDataLst>
          </p:nvPr>
        </p:nvSpPr>
        <p:spPr>
          <a:xfrm>
            <a:off x="695325" y="280416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752475" y="2861310"/>
            <a:ext cx="152400" cy="15240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1076325" y="2541765"/>
            <a:ext cx="485775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</a:t>
            </a:r>
            <a:r>
              <a:rPr lang="en-US" altLang="zh-CN"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 block</a:t>
            </a:r>
            <a:r>
              <a:rPr lang="zh-CN" altLang="en-US"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是什么时候分配的？</a:t>
            </a:r>
            <a:endParaRPr lang="zh-CN" altLang="en-US"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1076325" y="2820848"/>
            <a:ext cx="4857750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缺乏分配时间戳记录，无法追溯生命周期起点，难以分析内存使用模式与优化时机</a:t>
            </a:r>
            <a:endParaRPr sz="12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1"/>
            </p:custDataLst>
          </p:nvPr>
        </p:nvSpPr>
        <p:spPr>
          <a:xfrm>
            <a:off x="6138545" y="2469515"/>
            <a:ext cx="5476875" cy="935990"/>
          </a:xfrm>
          <a:custGeom>
            <a:avLst/>
            <a:gdLst>
              <a:gd name="sw" fmla="*/ 1 w 8625"/>
              <a:gd name="sh" fmla="*/ 1 h 1474"/>
              <a:gd name="mins" fmla="min sw sh"/>
              <a:gd name="dsw" fmla="+- 0 sw mins"/>
              <a:gd name="dsh" fmla="+- 0 sh mins"/>
              <a:gd name="p0x0" fmla="*/ 60 w 8625"/>
              <a:gd name="p0y0" fmla="*/ 0 h 1474"/>
              <a:gd name="p0x1" fmla="*/ 8565 w 8625"/>
              <a:gd name="p0y1" fmla="*/ 0 h 1474"/>
              <a:gd name="p0x2" fmla="*/ 8598 w 8625"/>
              <a:gd name="p0y2" fmla="*/ 0 h 1474"/>
              <a:gd name="p0x3" fmla="*/ 8625 w 8625"/>
              <a:gd name="p0y3" fmla="*/ 26 h 1474"/>
              <a:gd name="p0x4" fmla="*/ 8625 w 8625"/>
              <a:gd name="p0y4" fmla="*/ 60 h 1474"/>
              <a:gd name="p0x5" fmla="*/ 8625 w 8625"/>
              <a:gd name="p0y5" fmla="*/ 1414 h 1474"/>
              <a:gd name="p0x6" fmla="*/ 8625 w 8625"/>
              <a:gd name="p0y6" fmla="*/ 1447 h 1474"/>
              <a:gd name="p0x7" fmla="*/ 8598 w 8625"/>
              <a:gd name="p0y7" fmla="*/ 1474 h 1474"/>
              <a:gd name="p0x8" fmla="*/ 8565 w 8625"/>
              <a:gd name="p0y8" fmla="*/ 1474 h 1474"/>
              <a:gd name="p0x9" fmla="*/ 60 w 8625"/>
              <a:gd name="p0y9" fmla="*/ 1474 h 1474"/>
              <a:gd name="p0x10" fmla="*/ 26 w 8625"/>
              <a:gd name="p0y10" fmla="*/ 1474 h 1474"/>
              <a:gd name="p0x11" fmla="*/ 0 w 8625"/>
              <a:gd name="p0y11" fmla="*/ 1447 h 1474"/>
              <a:gd name="p0x12" fmla="*/ 0 w 8625"/>
              <a:gd name="p0y12" fmla="*/ 1414 h 1474"/>
              <a:gd name="p0x13" fmla="*/ 0 w 8625"/>
              <a:gd name="p0y13" fmla="*/ 60 h 1474"/>
              <a:gd name="p0x14" fmla="*/ 0 w 8625"/>
              <a:gd name="p0y14" fmla="*/ 26 h 1474"/>
              <a:gd name="p0x15" fmla="*/ 26 w 8625"/>
              <a:gd name="p0y15" fmla="*/ 0 h 1474"/>
              <a:gd name="p0x16" fmla="*/ 60 w 8625"/>
              <a:gd name="p0y16" fmla="*/ 0 h 147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2"/>
            </p:custDataLst>
          </p:nvPr>
        </p:nvSpPr>
        <p:spPr>
          <a:xfrm>
            <a:off x="6257925" y="280416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t="-3333" b="-3333"/>
          <a:stretch>
            <a:fillRect/>
          </a:stretch>
        </p:blipFill>
        <p:spPr>
          <a:xfrm>
            <a:off x="6315075" y="2861310"/>
            <a:ext cx="152400" cy="15240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16"/>
            </p:custDataLst>
          </p:nvPr>
        </p:nvSpPr>
        <p:spPr>
          <a:xfrm>
            <a:off x="6638925" y="2541765"/>
            <a:ext cx="485775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它属于哪个</a:t>
            </a:r>
            <a:r>
              <a:rPr lang="en-US" altLang="zh-CN"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request</a:t>
            </a:r>
            <a:r>
              <a:rPr lang="zh-CN" altLang="en-US"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或</a:t>
            </a:r>
            <a:r>
              <a:rPr lang="en-US" altLang="zh-CN"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prefix</a:t>
            </a:r>
            <a:r>
              <a:rPr lang="zh-CN" altLang="en-US"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？</a:t>
            </a:r>
            <a:endParaRPr lang="zh-CN" altLang="en-US"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6638925" y="2820848"/>
            <a:ext cx="4857750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归属关系模糊，无法建立请求到内存块的映射，导致调试困难与资源归属混乱</a:t>
            </a:r>
            <a:endParaRPr sz="12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18"/>
            </p:custDataLst>
          </p:nvPr>
        </p:nvSpPr>
        <p:spPr>
          <a:xfrm>
            <a:off x="575945" y="3491230"/>
            <a:ext cx="5476875" cy="936625"/>
          </a:xfrm>
          <a:custGeom>
            <a:avLst/>
            <a:gdLst>
              <a:gd name="sw" fmla="*/ 1 w 8625"/>
              <a:gd name="sh" fmla="*/ 1 h 1474"/>
              <a:gd name="mins" fmla="min sw sh"/>
              <a:gd name="dsw" fmla="+- 0 sw mins"/>
              <a:gd name="dsh" fmla="+- 0 sh mins"/>
              <a:gd name="p0x0" fmla="*/ 60 w 8625"/>
              <a:gd name="p0y0" fmla="*/ 0 h 1474"/>
              <a:gd name="p0x1" fmla="*/ 8565 w 8625"/>
              <a:gd name="p0y1" fmla="*/ 0 h 1474"/>
              <a:gd name="p0x2" fmla="*/ 8598 w 8625"/>
              <a:gd name="p0y2" fmla="*/ 0 h 1474"/>
              <a:gd name="p0x3" fmla="*/ 8625 w 8625"/>
              <a:gd name="p0y3" fmla="*/ 26 h 1474"/>
              <a:gd name="p0x4" fmla="*/ 8625 w 8625"/>
              <a:gd name="p0y4" fmla="*/ 60 h 1474"/>
              <a:gd name="p0x5" fmla="*/ 8625 w 8625"/>
              <a:gd name="p0y5" fmla="*/ 1414 h 1474"/>
              <a:gd name="p0x6" fmla="*/ 8625 w 8625"/>
              <a:gd name="p0y6" fmla="*/ 1447 h 1474"/>
              <a:gd name="p0x7" fmla="*/ 8598 w 8625"/>
              <a:gd name="p0y7" fmla="*/ 1474 h 1474"/>
              <a:gd name="p0x8" fmla="*/ 8565 w 8625"/>
              <a:gd name="p0y8" fmla="*/ 1474 h 1474"/>
              <a:gd name="p0x9" fmla="*/ 60 w 8625"/>
              <a:gd name="p0y9" fmla="*/ 1474 h 1474"/>
              <a:gd name="p0x10" fmla="*/ 26 w 8625"/>
              <a:gd name="p0y10" fmla="*/ 1474 h 1474"/>
              <a:gd name="p0x11" fmla="*/ 0 w 8625"/>
              <a:gd name="p0y11" fmla="*/ 1447 h 1474"/>
              <a:gd name="p0x12" fmla="*/ 0 w 8625"/>
              <a:gd name="p0y12" fmla="*/ 1414 h 1474"/>
              <a:gd name="p0x13" fmla="*/ 0 w 8625"/>
              <a:gd name="p0y13" fmla="*/ 60 h 1474"/>
              <a:gd name="p0x14" fmla="*/ 0 w 8625"/>
              <a:gd name="p0y14" fmla="*/ 26 h 1474"/>
              <a:gd name="p0x15" fmla="*/ 26 w 8625"/>
              <a:gd name="p0y15" fmla="*/ 0 h 1474"/>
              <a:gd name="p0x16" fmla="*/ 60 w 8625"/>
              <a:gd name="p0y16" fmla="*/ 0 h 147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19"/>
            </p:custDataLst>
          </p:nvPr>
        </p:nvSpPr>
        <p:spPr>
          <a:xfrm>
            <a:off x="695325" y="382651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3333" r="-3333"/>
          <a:stretch>
            <a:fillRect/>
          </a:stretch>
        </p:blipFill>
        <p:spPr>
          <a:xfrm>
            <a:off x="752475" y="3883660"/>
            <a:ext cx="152400" cy="15240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23"/>
            </p:custDataLst>
          </p:nvPr>
        </p:nvSpPr>
        <p:spPr>
          <a:xfrm>
            <a:off x="1076325" y="3563769"/>
            <a:ext cx="485775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它有没有被多个请求共享？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4"/>
            </p:custDataLst>
          </p:nvPr>
        </p:nvSpPr>
        <p:spPr>
          <a:xfrm>
            <a:off x="1076325" y="3842852"/>
            <a:ext cx="4857750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共享状态不可见，无法识别复用机会，也难以检测共享冲突导致的性能瓶颈</a:t>
            </a:r>
            <a:endParaRPr sz="12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5"/>
            </p:custDataLst>
          </p:nvPr>
        </p:nvSpPr>
        <p:spPr>
          <a:xfrm>
            <a:off x="6138545" y="3491230"/>
            <a:ext cx="5476875" cy="936625"/>
          </a:xfrm>
          <a:custGeom>
            <a:avLst/>
            <a:gdLst>
              <a:gd name="sw" fmla="*/ 1 w 8625"/>
              <a:gd name="sh" fmla="*/ 1 h 1474"/>
              <a:gd name="mins" fmla="min sw sh"/>
              <a:gd name="dsw" fmla="+- 0 sw mins"/>
              <a:gd name="dsh" fmla="+- 0 sh mins"/>
              <a:gd name="p0x0" fmla="*/ 60 w 8625"/>
              <a:gd name="p0y0" fmla="*/ 0 h 1474"/>
              <a:gd name="p0x1" fmla="*/ 8565 w 8625"/>
              <a:gd name="p0y1" fmla="*/ 0 h 1474"/>
              <a:gd name="p0x2" fmla="*/ 8598 w 8625"/>
              <a:gd name="p0y2" fmla="*/ 0 h 1474"/>
              <a:gd name="p0x3" fmla="*/ 8625 w 8625"/>
              <a:gd name="p0y3" fmla="*/ 26 h 1474"/>
              <a:gd name="p0x4" fmla="*/ 8625 w 8625"/>
              <a:gd name="p0y4" fmla="*/ 60 h 1474"/>
              <a:gd name="p0x5" fmla="*/ 8625 w 8625"/>
              <a:gd name="p0y5" fmla="*/ 1414 h 1474"/>
              <a:gd name="p0x6" fmla="*/ 8625 w 8625"/>
              <a:gd name="p0y6" fmla="*/ 1447 h 1474"/>
              <a:gd name="p0x7" fmla="*/ 8598 w 8625"/>
              <a:gd name="p0y7" fmla="*/ 1474 h 1474"/>
              <a:gd name="p0x8" fmla="*/ 8565 w 8625"/>
              <a:gd name="p0y8" fmla="*/ 1474 h 1474"/>
              <a:gd name="p0x9" fmla="*/ 60 w 8625"/>
              <a:gd name="p0y9" fmla="*/ 1474 h 1474"/>
              <a:gd name="p0x10" fmla="*/ 26 w 8625"/>
              <a:gd name="p0y10" fmla="*/ 1474 h 1474"/>
              <a:gd name="p0x11" fmla="*/ 0 w 8625"/>
              <a:gd name="p0y11" fmla="*/ 1447 h 1474"/>
              <a:gd name="p0x12" fmla="*/ 0 w 8625"/>
              <a:gd name="p0y12" fmla="*/ 1414 h 1474"/>
              <a:gd name="p0x13" fmla="*/ 0 w 8625"/>
              <a:gd name="p0y13" fmla="*/ 60 h 1474"/>
              <a:gd name="p0x14" fmla="*/ 0 w 8625"/>
              <a:gd name="p0y14" fmla="*/ 26 h 1474"/>
              <a:gd name="p0x15" fmla="*/ 26 w 8625"/>
              <a:gd name="p0y15" fmla="*/ 0 h 1474"/>
              <a:gd name="p0x16" fmla="*/ 60 w 8625"/>
              <a:gd name="p0y16" fmla="*/ 0 h 147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26"/>
            </p:custDataLst>
          </p:nvPr>
        </p:nvSpPr>
        <p:spPr>
          <a:xfrm>
            <a:off x="6257925" y="382651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t="-7143" b="-7143"/>
          <a:stretch>
            <a:fillRect/>
          </a:stretch>
        </p:blipFill>
        <p:spPr>
          <a:xfrm>
            <a:off x="6305550" y="3883660"/>
            <a:ext cx="171450" cy="15240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30"/>
            </p:custDataLst>
          </p:nvPr>
        </p:nvSpPr>
        <p:spPr>
          <a:xfrm>
            <a:off x="6638925" y="3685661"/>
            <a:ext cx="485775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它被驱逐前被访问过几次？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31"/>
            </p:custDataLst>
          </p:nvPr>
        </p:nvSpPr>
        <p:spPr>
          <a:xfrm>
            <a:off x="6638925" y="3964743"/>
            <a:ext cx="4876876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访问计数缺失，无法评估驱逐决策的合理性，难以优化缓存替换策略</a:t>
            </a:r>
            <a:endParaRPr sz="12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32"/>
            </p:custDataLst>
          </p:nvPr>
        </p:nvSpPr>
        <p:spPr>
          <a:xfrm>
            <a:off x="575945" y="4513580"/>
            <a:ext cx="5476875" cy="935990"/>
          </a:xfrm>
          <a:custGeom>
            <a:avLst/>
            <a:gdLst>
              <a:gd name="sw" fmla="*/ 1 w 8625"/>
              <a:gd name="sh" fmla="*/ 1 h 1474"/>
              <a:gd name="mins" fmla="min sw sh"/>
              <a:gd name="dsw" fmla="+- 0 sw mins"/>
              <a:gd name="dsh" fmla="+- 0 sh mins"/>
              <a:gd name="p0x0" fmla="*/ 60 w 8625"/>
              <a:gd name="p0y0" fmla="*/ 0 h 1474"/>
              <a:gd name="p0x1" fmla="*/ 8565 w 8625"/>
              <a:gd name="p0y1" fmla="*/ 0 h 1474"/>
              <a:gd name="p0x2" fmla="*/ 8598 w 8625"/>
              <a:gd name="p0y2" fmla="*/ 0 h 1474"/>
              <a:gd name="p0x3" fmla="*/ 8625 w 8625"/>
              <a:gd name="p0y3" fmla="*/ 26 h 1474"/>
              <a:gd name="p0x4" fmla="*/ 8625 w 8625"/>
              <a:gd name="p0y4" fmla="*/ 60 h 1474"/>
              <a:gd name="p0x5" fmla="*/ 8625 w 8625"/>
              <a:gd name="p0y5" fmla="*/ 1414 h 1474"/>
              <a:gd name="p0x6" fmla="*/ 8625 w 8625"/>
              <a:gd name="p0y6" fmla="*/ 1447 h 1474"/>
              <a:gd name="p0x7" fmla="*/ 8598 w 8625"/>
              <a:gd name="p0y7" fmla="*/ 1474 h 1474"/>
              <a:gd name="p0x8" fmla="*/ 8565 w 8625"/>
              <a:gd name="p0y8" fmla="*/ 1474 h 1474"/>
              <a:gd name="p0x9" fmla="*/ 60 w 8625"/>
              <a:gd name="p0y9" fmla="*/ 1474 h 1474"/>
              <a:gd name="p0x10" fmla="*/ 26 w 8625"/>
              <a:gd name="p0y10" fmla="*/ 1474 h 1474"/>
              <a:gd name="p0x11" fmla="*/ 0 w 8625"/>
              <a:gd name="p0y11" fmla="*/ 1447 h 1474"/>
              <a:gd name="p0x12" fmla="*/ 0 w 8625"/>
              <a:gd name="p0y12" fmla="*/ 1414 h 1474"/>
              <a:gd name="p0x13" fmla="*/ 0 w 8625"/>
              <a:gd name="p0y13" fmla="*/ 60 h 1474"/>
              <a:gd name="p0x14" fmla="*/ 0 w 8625"/>
              <a:gd name="p0y14" fmla="*/ 26 h 1474"/>
              <a:gd name="p0x15" fmla="*/ 26 w 8625"/>
              <a:gd name="p0y15" fmla="*/ 0 h 1474"/>
              <a:gd name="p0x16" fmla="*/ 60 w 8625"/>
              <a:gd name="p0y16" fmla="*/ 0 h 147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任意多边形 49"/>
          <p:cNvSpPr/>
          <p:nvPr>
            <p:custDataLst>
              <p:tags r:id="rId33"/>
            </p:custDataLst>
          </p:nvPr>
        </p:nvSpPr>
        <p:spPr>
          <a:xfrm>
            <a:off x="695325" y="48482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1" name="图片 50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>
          <a:xfrm>
            <a:off x="752475" y="4905375"/>
            <a:ext cx="152400" cy="152400"/>
          </a:xfrm>
          <a:prstGeom prst="rect">
            <a:avLst/>
          </a:prstGeom>
        </p:spPr>
      </p:pic>
      <p:sp>
        <p:nvSpPr>
          <p:cNvPr id="52" name="文本框 51"/>
          <p:cNvSpPr txBox="1"/>
          <p:nvPr>
            <p:custDataLst>
              <p:tags r:id="rId37"/>
            </p:custDataLst>
          </p:nvPr>
        </p:nvSpPr>
        <p:spPr>
          <a:xfrm>
            <a:off x="1076325" y="4707665"/>
            <a:ext cx="485775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它被驱逐后有没有很快又被重算回来？</a:t>
            </a:r>
            <a:endParaRPr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38"/>
            </p:custDataLst>
          </p:nvPr>
        </p:nvSpPr>
        <p:spPr>
          <a:xfrm>
            <a:off x="1076325" y="4986747"/>
            <a:ext cx="485775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无法识别误驱逐导致的重复计算开销，浪费宝贵的</a:t>
            </a:r>
            <a:r>
              <a:rPr lang="en-US" altLang="zh-CN" sz="12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GPU</a:t>
            </a:r>
            <a:r>
              <a:rPr lang="zh-CN" altLang="en-US" sz="12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算力资源</a:t>
            </a:r>
            <a:endParaRPr lang="zh-CN" altLang="en-US" sz="12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0" name="任意多边形 69"/>
          <p:cNvSpPr/>
          <p:nvPr>
            <p:custDataLst>
              <p:tags r:id="rId39"/>
            </p:custDataLst>
          </p:nvPr>
        </p:nvSpPr>
        <p:spPr>
          <a:xfrm>
            <a:off x="6138545" y="4513580"/>
            <a:ext cx="5476875" cy="935990"/>
          </a:xfrm>
          <a:custGeom>
            <a:avLst/>
            <a:gdLst>
              <a:gd name="sw" fmla="*/ 1 w 8625"/>
              <a:gd name="sh" fmla="*/ 1 h 1474"/>
              <a:gd name="mins" fmla="min sw sh"/>
              <a:gd name="dsw" fmla="+- 0 sw mins"/>
              <a:gd name="dsh" fmla="+- 0 sh mins"/>
              <a:gd name="p0x0" fmla="*/ 60 w 8625"/>
              <a:gd name="p0y0" fmla="*/ 0 h 1474"/>
              <a:gd name="p0x1" fmla="*/ 8565 w 8625"/>
              <a:gd name="p0y1" fmla="*/ 0 h 1474"/>
              <a:gd name="p0x2" fmla="*/ 8598 w 8625"/>
              <a:gd name="p0y2" fmla="*/ 0 h 1474"/>
              <a:gd name="p0x3" fmla="*/ 8625 w 8625"/>
              <a:gd name="p0y3" fmla="*/ 26 h 1474"/>
              <a:gd name="p0x4" fmla="*/ 8625 w 8625"/>
              <a:gd name="p0y4" fmla="*/ 60 h 1474"/>
              <a:gd name="p0x5" fmla="*/ 8625 w 8625"/>
              <a:gd name="p0y5" fmla="*/ 1414 h 1474"/>
              <a:gd name="p0x6" fmla="*/ 8625 w 8625"/>
              <a:gd name="p0y6" fmla="*/ 1447 h 1474"/>
              <a:gd name="p0x7" fmla="*/ 8598 w 8625"/>
              <a:gd name="p0y7" fmla="*/ 1474 h 1474"/>
              <a:gd name="p0x8" fmla="*/ 8565 w 8625"/>
              <a:gd name="p0y8" fmla="*/ 1474 h 1474"/>
              <a:gd name="p0x9" fmla="*/ 60 w 8625"/>
              <a:gd name="p0y9" fmla="*/ 1474 h 1474"/>
              <a:gd name="p0x10" fmla="*/ 26 w 8625"/>
              <a:gd name="p0y10" fmla="*/ 1474 h 1474"/>
              <a:gd name="p0x11" fmla="*/ 0 w 8625"/>
              <a:gd name="p0y11" fmla="*/ 1447 h 1474"/>
              <a:gd name="p0x12" fmla="*/ 0 w 8625"/>
              <a:gd name="p0y12" fmla="*/ 1414 h 1474"/>
              <a:gd name="p0x13" fmla="*/ 0 w 8625"/>
              <a:gd name="p0y13" fmla="*/ 60 h 1474"/>
              <a:gd name="p0x14" fmla="*/ 0 w 8625"/>
              <a:gd name="p0y14" fmla="*/ 26 h 1474"/>
              <a:gd name="p0x15" fmla="*/ 26 w 8625"/>
              <a:gd name="p0y15" fmla="*/ 0 h 1474"/>
              <a:gd name="p0x16" fmla="*/ 60 w 8625"/>
              <a:gd name="p0y16" fmla="*/ 0 h 147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任意多边形 70"/>
          <p:cNvSpPr/>
          <p:nvPr>
            <p:custDataLst>
              <p:tags r:id="rId40"/>
            </p:custDataLst>
          </p:nvPr>
        </p:nvSpPr>
        <p:spPr>
          <a:xfrm>
            <a:off x="6257925" y="48482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2" name="图片 71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 l="-10000" r="-10000"/>
          <a:stretch>
            <a:fillRect/>
          </a:stretch>
        </p:blipFill>
        <p:spPr>
          <a:xfrm>
            <a:off x="6315075" y="4905375"/>
            <a:ext cx="152400" cy="152400"/>
          </a:xfrm>
          <a:prstGeom prst="rect">
            <a:avLst/>
          </a:prstGeom>
        </p:spPr>
      </p:pic>
      <p:sp>
        <p:nvSpPr>
          <p:cNvPr id="73" name="文本框 72"/>
          <p:cNvSpPr txBox="1"/>
          <p:nvPr>
            <p:custDataLst>
              <p:tags r:id="rId44"/>
            </p:custDataLst>
          </p:nvPr>
        </p:nvSpPr>
        <p:spPr>
          <a:xfrm>
            <a:off x="6638925" y="4585773"/>
            <a:ext cx="485775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一个冷长尾请求是否污染了</a:t>
            </a:r>
            <a:r>
              <a:rPr lang="en-US" altLang="zh-CN"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prefix cache</a:t>
            </a:r>
            <a:r>
              <a:rPr lang="zh-CN" altLang="en-US"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？</a:t>
            </a:r>
            <a:endParaRPr lang="zh-CN" altLang="en-US"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4" name="文本框 73"/>
          <p:cNvSpPr txBox="1"/>
          <p:nvPr>
            <p:custDataLst>
              <p:tags r:id="rId45"/>
            </p:custDataLst>
          </p:nvPr>
        </p:nvSpPr>
        <p:spPr>
          <a:xfrm>
            <a:off x="6638925" y="4864856"/>
            <a:ext cx="4857750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长尾请求影响不可追踪，</a:t>
            </a:r>
            <a:r>
              <a:rPr lang="en-US" altLang="zh-CN" sz="12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prefix cache</a:t>
            </a:r>
            <a:r>
              <a:rPr lang="zh-CN" altLang="en-US" sz="12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污染风险无法量化，影响缓存命中率</a:t>
            </a:r>
            <a:endParaRPr lang="zh-CN" altLang="en-US" sz="12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5" name="任意多边形 74"/>
          <p:cNvSpPr/>
          <p:nvPr>
            <p:custDataLst>
              <p:tags r:id="rId46"/>
            </p:custDataLst>
          </p:nvPr>
        </p:nvSpPr>
        <p:spPr>
          <a:xfrm>
            <a:off x="575945" y="5535295"/>
            <a:ext cx="5476875" cy="936625"/>
          </a:xfrm>
          <a:custGeom>
            <a:avLst/>
            <a:gdLst>
              <a:gd name="sw" fmla="*/ 1 w 8625"/>
              <a:gd name="sh" fmla="*/ 1 h 1474"/>
              <a:gd name="mins" fmla="min sw sh"/>
              <a:gd name="dsw" fmla="+- 0 sw mins"/>
              <a:gd name="dsh" fmla="+- 0 sh mins"/>
              <a:gd name="p0x0" fmla="*/ 60 w 8625"/>
              <a:gd name="p0y0" fmla="*/ 0 h 1474"/>
              <a:gd name="p0x1" fmla="*/ 8565 w 8625"/>
              <a:gd name="p0y1" fmla="*/ 0 h 1474"/>
              <a:gd name="p0x2" fmla="*/ 8598 w 8625"/>
              <a:gd name="p0y2" fmla="*/ 0 h 1474"/>
              <a:gd name="p0x3" fmla="*/ 8625 w 8625"/>
              <a:gd name="p0y3" fmla="*/ 26 h 1474"/>
              <a:gd name="p0x4" fmla="*/ 8625 w 8625"/>
              <a:gd name="p0y4" fmla="*/ 60 h 1474"/>
              <a:gd name="p0x5" fmla="*/ 8625 w 8625"/>
              <a:gd name="p0y5" fmla="*/ 1414 h 1474"/>
              <a:gd name="p0x6" fmla="*/ 8625 w 8625"/>
              <a:gd name="p0y6" fmla="*/ 1447 h 1474"/>
              <a:gd name="p0x7" fmla="*/ 8598 w 8625"/>
              <a:gd name="p0y7" fmla="*/ 1474 h 1474"/>
              <a:gd name="p0x8" fmla="*/ 8565 w 8625"/>
              <a:gd name="p0y8" fmla="*/ 1474 h 1474"/>
              <a:gd name="p0x9" fmla="*/ 60 w 8625"/>
              <a:gd name="p0y9" fmla="*/ 1474 h 1474"/>
              <a:gd name="p0x10" fmla="*/ 26 w 8625"/>
              <a:gd name="p0y10" fmla="*/ 1474 h 1474"/>
              <a:gd name="p0x11" fmla="*/ 0 w 8625"/>
              <a:gd name="p0y11" fmla="*/ 1447 h 1474"/>
              <a:gd name="p0x12" fmla="*/ 0 w 8625"/>
              <a:gd name="p0y12" fmla="*/ 1414 h 1474"/>
              <a:gd name="p0x13" fmla="*/ 0 w 8625"/>
              <a:gd name="p0y13" fmla="*/ 60 h 1474"/>
              <a:gd name="p0x14" fmla="*/ 0 w 8625"/>
              <a:gd name="p0y14" fmla="*/ 26 h 1474"/>
              <a:gd name="p0x15" fmla="*/ 26 w 8625"/>
              <a:gd name="p0y15" fmla="*/ 0 h 1474"/>
              <a:gd name="p0x16" fmla="*/ 60 w 8625"/>
              <a:gd name="p0y16" fmla="*/ 0 h 147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任意多边形 75"/>
          <p:cNvSpPr/>
          <p:nvPr>
            <p:custDataLst>
              <p:tags r:id="rId47"/>
            </p:custDataLst>
          </p:nvPr>
        </p:nvSpPr>
        <p:spPr>
          <a:xfrm>
            <a:off x="695325" y="58705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7" name="图片 76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 l="-3333" t="-3333" r="-3333" b="-3333"/>
          <a:stretch>
            <a:fillRect/>
          </a:stretch>
        </p:blipFill>
        <p:spPr>
          <a:xfrm>
            <a:off x="752475" y="5927725"/>
            <a:ext cx="152400" cy="152400"/>
          </a:xfrm>
          <a:prstGeom prst="rect">
            <a:avLst/>
          </a:prstGeom>
        </p:spPr>
      </p:pic>
      <p:sp>
        <p:nvSpPr>
          <p:cNvPr id="78" name="文本框 77"/>
          <p:cNvSpPr txBox="1"/>
          <p:nvPr>
            <p:custDataLst>
              <p:tags r:id="rId51"/>
            </p:custDataLst>
          </p:nvPr>
        </p:nvSpPr>
        <p:spPr>
          <a:xfrm>
            <a:off x="1076325" y="5729668"/>
            <a:ext cx="485775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某个策略到底保护了哪些</a:t>
            </a:r>
            <a:r>
              <a:rPr lang="en-US" altLang="zh-CN"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sz="15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？</a:t>
            </a:r>
            <a:endParaRPr lang="zh-CN" altLang="en-US" sz="15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52"/>
            </p:custDataLst>
          </p:nvPr>
        </p:nvSpPr>
        <p:spPr>
          <a:xfrm>
            <a:off x="1076325" y="6008751"/>
            <a:ext cx="485775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策略效果黑盒化，无法验证保护机制的实际覆盖范围与执行效果</a:t>
            </a:r>
            <a:endParaRPr sz="12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40677" y="285920"/>
            <a:ext cx="153869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资源封装：</a:t>
            </a:r>
            <a:r>
              <a:rPr lang="en-US" altLang="zh-CN" sz="3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OS</a:t>
            </a:r>
            <a:r>
              <a:rPr lang="zh-CN" altLang="en-US" sz="3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内存管理类比</a:t>
            </a:r>
            <a:endParaRPr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75945" y="856933"/>
            <a:ext cx="1064039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核心理解：</a:t>
            </a:r>
            <a:r>
              <a:rPr lang="zh-CN" sz="1500">
                <a:solidFill>
                  <a:srgbClr val="7A7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不能把策略判断散落在</a:t>
            </a:r>
            <a:r>
              <a:rPr lang="en-US" altLang="zh-CN" sz="1500">
                <a:solidFill>
                  <a:srgbClr val="7A7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</a:t>
            </a:r>
            <a:r>
              <a:rPr lang="zh-CN" altLang="en-US" sz="1500">
                <a:solidFill>
                  <a:srgbClr val="7A7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的各个函数里，要把</a:t>
            </a:r>
            <a:r>
              <a:rPr lang="en-US" altLang="zh-CN" sz="1500">
                <a:solidFill>
                  <a:srgbClr val="7A7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 block</a:t>
            </a:r>
            <a:r>
              <a:rPr lang="zh-CN" altLang="en-US" sz="1500">
                <a:solidFill>
                  <a:srgbClr val="7A7A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封装成</a:t>
            </a:r>
            <a:r>
              <a:rPr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有状态、有生命周期、有价值、有代价</a:t>
            </a:r>
            <a:r>
              <a:rPr sz="1500">
                <a:solidFill>
                  <a:srgbClr val="7A7A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的资源对象</a:t>
            </a:r>
            <a:endParaRPr sz="1500">
              <a:solidFill>
                <a:srgbClr val="7A7A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3"/>
            </p:custDataLst>
          </p:nvPr>
        </p:nvSpPr>
        <p:spPr>
          <a:xfrm>
            <a:off x="575945" y="6172200"/>
            <a:ext cx="11039475" cy="476250"/>
          </a:xfrm>
          <a:custGeom>
            <a:avLst/>
            <a:gdLst>
              <a:gd name="sw" fmla="*/ 1 w 17385"/>
              <a:gd name="sh" fmla="*/ 1 h 750"/>
              <a:gd name="mins" fmla="min sw sh"/>
              <a:gd name="dsw" fmla="+- 0 sw mins"/>
              <a:gd name="dsh" fmla="+- 0 sh mins"/>
              <a:gd name="p0x0" fmla="*/ 375 w 17385"/>
              <a:gd name="p0y0" fmla="*/ 0 h 750"/>
              <a:gd name="p0x1" fmla="*/ 17010 w 17385"/>
              <a:gd name="p0y1" fmla="*/ 0 h 750"/>
              <a:gd name="p0x2" fmla="*/ 17217 w 17385"/>
              <a:gd name="p0y2" fmla="*/ 0 h 750"/>
              <a:gd name="p0x3" fmla="*/ 17385 w 17385"/>
              <a:gd name="p0y3" fmla="*/ 167 h 750"/>
              <a:gd name="p0x4" fmla="*/ 17385 w 17385"/>
              <a:gd name="p0y4" fmla="*/ 375 h 750"/>
              <a:gd name="p0x5" fmla="*/ 17385 w 17385"/>
              <a:gd name="p0y5" fmla="*/ 582 h 750"/>
              <a:gd name="p0x6" fmla="*/ 17217 w 17385"/>
              <a:gd name="p0y6" fmla="*/ 750 h 750"/>
              <a:gd name="p0x7" fmla="*/ 17010 w 17385"/>
              <a:gd name="p0y7" fmla="*/ 750 h 750"/>
              <a:gd name="p0x8" fmla="*/ 375 w 17385"/>
              <a:gd name="p0y8" fmla="*/ 750 h 750"/>
              <a:gd name="p0x9" fmla="*/ 167 w 17385"/>
              <a:gd name="p0y9" fmla="*/ 750 h 750"/>
              <a:gd name="p0x10" fmla="*/ 0 w 17385"/>
              <a:gd name="p0y10" fmla="*/ 582 h 750"/>
              <a:gd name="p0x11" fmla="*/ 0 w 17385"/>
              <a:gd name="p0y11" fmla="*/ 375 h 750"/>
              <a:gd name="p0x12" fmla="*/ 0 w 17385"/>
              <a:gd name="p0y12" fmla="*/ 167 h 750"/>
              <a:gd name="p0x13" fmla="*/ 167 w 17385"/>
              <a:gd name="p0y13" fmla="*/ 0 h 750"/>
              <a:gd name="p0x14" fmla="*/ 375 w 17385"/>
              <a:gd name="p0y14" fmla="*/ 0 h 7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0272EC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3321418" y="6278563"/>
            <a:ext cx="5140147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en-US"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KVFabric</a:t>
            </a:r>
            <a:r>
              <a:rPr lang="zh-CN"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不再只是模拟器，而是进入了真实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控制面</a:t>
            </a:r>
            <a:endParaRPr lang="zh-CN" altLang="en-US" sz="1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5"/>
            </p:custDataLst>
          </p:nvPr>
        </p:nvGraphicFramePr>
        <p:xfrm>
          <a:off x="581025" y="1214755"/>
          <a:ext cx="10981055" cy="47504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0935"/>
                <a:gridCol w="6040120"/>
              </a:tblGrid>
              <a:tr h="386080">
                <a:tc>
                  <a:txBody>
                    <a:bodyPr wrap="square"/>
                    <a:p>
                      <a:pPr algn="l"/>
                      <a:r>
                        <a:rPr lang="en-US" sz="13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OS</a:t>
                      </a:r>
                      <a:r>
                        <a:rPr lang="zh-CN" sz="13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内存管理</a:t>
                      </a:r>
                      <a:endParaRPr lang="zh-CN" sz="13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4E62D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KVFabric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4E62DF"/>
                    </a:solidFill>
                  </a:tcPr>
                </a:tc>
              </a:tr>
              <a:tr h="485140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4E62D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physical page</a:t>
                      </a:r>
                      <a:endParaRPr sz="1350" b="1">
                        <a:solidFill>
                          <a:srgbClr val="4E62D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4E62D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 block</a:t>
                      </a:r>
                      <a:endParaRPr sz="1350" b="1">
                        <a:solidFill>
                          <a:srgbClr val="4E62D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</a:tr>
              <a:tr h="485140"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page table</a:t>
                      </a:r>
                      <a:endParaRPr sz="135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request block table / block table</a:t>
                      </a:r>
                      <a:endParaRPr sz="135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</a:tr>
              <a:tr h="485140"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page sharing</a:t>
                      </a:r>
                      <a:endParaRPr sz="135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prefix cache sharing</a:t>
                      </a:r>
                      <a:endParaRPr sz="135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</a:tr>
              <a:tr h="485140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4E62D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page fault</a:t>
                      </a:r>
                      <a:endParaRPr sz="1350" b="1">
                        <a:solidFill>
                          <a:srgbClr val="4E62D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4E62D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prefix miss / recompute</a:t>
                      </a:r>
                      <a:endParaRPr sz="1350" b="1">
                        <a:solidFill>
                          <a:srgbClr val="4E62D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</a:tr>
              <a:tr h="484505"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page replacement</a:t>
                      </a:r>
                      <a:endParaRPr sz="135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KV block eviction</a:t>
                      </a:r>
                      <a:endParaRPr sz="135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</a:tr>
              <a:tr h="483870"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working set</a:t>
                      </a:r>
                      <a:endParaRPr sz="135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active prompt / hot prefix / family</a:t>
                      </a:r>
                      <a:endParaRPr sz="135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</a:tr>
              <a:tr h="484505"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page reclaim</a:t>
                      </a:r>
                      <a:endParaRPr sz="135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en-US" altLang="en-US" sz="135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cache pressure</a:t>
                      </a:r>
                      <a:r>
                        <a:rPr lang="zh-CN" altLang="en-US" sz="135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下的</a:t>
                      </a:r>
                      <a:r>
                        <a:rPr lang="en-US" altLang="zh-CN" sz="135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block</a:t>
                      </a:r>
                      <a:r>
                        <a:rPr lang="zh-CN" altLang="en-US" sz="135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选择</a:t>
                      </a:r>
                      <a:endParaRPr lang="zh-CN" altLang="en-US" sz="135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</a:tr>
              <a:tr h="485140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4E62D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admission control</a:t>
                      </a:r>
                      <a:endParaRPr sz="1350" b="1">
                        <a:solidFill>
                          <a:srgbClr val="4E62D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lang="zh-CN" altLang="en-US" sz="1350" b="1">
                          <a:solidFill>
                            <a:srgbClr val="4E62D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是否允许冷长尾完整进入</a:t>
                      </a:r>
                      <a:r>
                        <a:rPr lang="en-US" altLang="zh-CN" sz="1350" b="1">
                          <a:solidFill>
                            <a:srgbClr val="4E62D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prefix cache</a:t>
                      </a:r>
                      <a:endParaRPr lang="en-US" altLang="zh-CN" sz="1350" b="1">
                        <a:solidFill>
                          <a:srgbClr val="4E62D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</a:tr>
              <a:tr h="485775"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fault cost</a:t>
                      </a:r>
                      <a:endParaRPr sz="135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prefill recompute cost</a:t>
                      </a:r>
                      <a:endParaRPr sz="1350" b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C8D4E8"/>
                      </a:solidFill>
                      <a:prstDash val="solid"/>
                    </a:lnL>
                    <a:lnR w="9525">
                      <a:solidFill>
                        <a:srgbClr val="C8D4E8"/>
                      </a:solidFill>
                      <a:prstDash val="solid"/>
                    </a:lnR>
                    <a:lnT w="9525">
                      <a:solidFill>
                        <a:srgbClr val="C8D4E8"/>
                      </a:solidFill>
                      <a:prstDash val="solid"/>
                    </a:lnT>
                    <a:lnB w="9525">
                      <a:solidFill>
                        <a:srgbClr val="C8D4E8"/>
                      </a:solidFill>
                      <a:prstDash val="solid"/>
                    </a:lnB>
                    <a:solidFill>
                      <a:srgbClr val="FBFB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533107" y="2042965"/>
            <a:ext cx="153869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Arial" panose="020B0604020202020204" pitchFamily="34" charset="0"/>
              </a:rPr>
              <a:t>资源封装的基本目标</a:t>
            </a:r>
            <a:endParaRPr sz="30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0" name="任意多边形 9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2581275" cy="4733290"/>
          </a:xfrm>
          <a:custGeom>
            <a:avLst/>
            <a:gdLst>
              <a:gd name="sw" fmla="*/ 1 w 4065"/>
              <a:gd name="sh" fmla="*/ 1 h 8445"/>
              <a:gd name="mins" fmla="min sw sh"/>
              <a:gd name="dsw" fmla="+- 0 sw mins"/>
              <a:gd name="dsh" fmla="+- 0 sh mins"/>
              <a:gd name="p0x0" fmla="*/ 60 w 4065"/>
              <a:gd name="p0y0" fmla="*/ 0 h 8445"/>
              <a:gd name="p0x1" fmla="*/ 4005 w 4065"/>
              <a:gd name="p0y1" fmla="*/ 0 h 8445"/>
              <a:gd name="p0x2" fmla="*/ 4038 w 4065"/>
              <a:gd name="p0y2" fmla="*/ 0 h 8445"/>
              <a:gd name="p0x3" fmla="*/ 4065 w 4065"/>
              <a:gd name="p0y3" fmla="*/ 26 h 8445"/>
              <a:gd name="p0x4" fmla="*/ 4065 w 4065"/>
              <a:gd name="p0y4" fmla="*/ 60 h 8445"/>
              <a:gd name="p0x5" fmla="*/ 4065 w 4065"/>
              <a:gd name="p0y5" fmla="*/ 8385 h 8445"/>
              <a:gd name="p0x6" fmla="*/ 4065 w 4065"/>
              <a:gd name="p0y6" fmla="*/ 8418 h 8445"/>
              <a:gd name="p0x7" fmla="*/ 4038 w 4065"/>
              <a:gd name="p0y7" fmla="*/ 8445 h 8445"/>
              <a:gd name="p0x8" fmla="*/ 4005 w 4065"/>
              <a:gd name="p0y8" fmla="*/ 8445 h 8445"/>
              <a:gd name="p0x9" fmla="*/ 60 w 4065"/>
              <a:gd name="p0y9" fmla="*/ 8445 h 8445"/>
              <a:gd name="p0x10" fmla="*/ 26 w 4065"/>
              <a:gd name="p0y10" fmla="*/ 8445 h 8445"/>
              <a:gd name="p0x11" fmla="*/ 0 w 4065"/>
              <a:gd name="p0y11" fmla="*/ 8418 h 8445"/>
              <a:gd name="p0x12" fmla="*/ 0 w 4065"/>
              <a:gd name="p0y12" fmla="*/ 8385 h 8445"/>
              <a:gd name="p0x13" fmla="*/ 0 w 4065"/>
              <a:gd name="p0y13" fmla="*/ 60 h 8445"/>
              <a:gd name="p0x14" fmla="*/ 0 w 4065"/>
              <a:gd name="p0y14" fmla="*/ 26 h 8445"/>
              <a:gd name="p0x15" fmla="*/ 26 w 4065"/>
              <a:gd name="p0y15" fmla="*/ 0 h 8445"/>
              <a:gd name="p0x16" fmla="*/ 60 w 40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3"/>
            </p:custDataLst>
          </p:nvPr>
        </p:nvSpPr>
        <p:spPr>
          <a:xfrm>
            <a:off x="1619250" y="13049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-7143" b="-7143"/>
          <a:stretch>
            <a:fillRect/>
          </a:stretch>
        </p:blipFill>
        <p:spPr>
          <a:xfrm>
            <a:off x="1695450" y="1400175"/>
            <a:ext cx="342900" cy="30480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1466850" y="1898333"/>
            <a:ext cx="1066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可观察</a:t>
            </a:r>
            <a:endParaRPr sz="21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8"/>
            </p:custDataLst>
          </p:nvPr>
        </p:nvSpPr>
        <p:spPr>
          <a:xfrm>
            <a:off x="771525" y="38430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>
            <a:fillRect/>
          </a:stretch>
        </p:blipFill>
        <p:spPr>
          <a:xfrm>
            <a:off x="828675" y="3900170"/>
            <a:ext cx="152400" cy="15240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12"/>
            </p:custDataLst>
          </p:nvPr>
        </p:nvSpPr>
        <p:spPr>
          <a:xfrm>
            <a:off x="1152525" y="3505200"/>
            <a:ext cx="180975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记录</a:t>
            </a:r>
            <a:r>
              <a:rPr lang="en-US" altLang="zh-CN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 block</a:t>
            </a: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从出现到消失的完整生命周期</a:t>
            </a:r>
            <a:endParaRPr lang="zh-CN" altLang="en-US" sz="15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3"/>
            </p:custDataLst>
          </p:nvPr>
        </p:nvSpPr>
        <p:spPr>
          <a:xfrm>
            <a:off x="771525" y="47193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828675" y="4776470"/>
            <a:ext cx="152400" cy="15240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1152525" y="4533900"/>
            <a:ext cx="18097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追踪状态变化的完整过程</a:t>
            </a:r>
            <a:endParaRPr sz="15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18"/>
            </p:custDataLst>
          </p:nvPr>
        </p:nvSpPr>
        <p:spPr>
          <a:xfrm>
            <a:off x="3395345" y="1109345"/>
            <a:ext cx="2581275" cy="4733290"/>
          </a:xfrm>
          <a:custGeom>
            <a:avLst/>
            <a:gdLst>
              <a:gd name="sw" fmla="*/ 1 w 4065"/>
              <a:gd name="sh" fmla="*/ 1 h 8445"/>
              <a:gd name="mins" fmla="min sw sh"/>
              <a:gd name="dsw" fmla="+- 0 sw mins"/>
              <a:gd name="dsh" fmla="+- 0 sh mins"/>
              <a:gd name="p0x0" fmla="*/ 60 w 4065"/>
              <a:gd name="p0y0" fmla="*/ 0 h 8445"/>
              <a:gd name="p0x1" fmla="*/ 4005 w 4065"/>
              <a:gd name="p0y1" fmla="*/ 0 h 8445"/>
              <a:gd name="p0x2" fmla="*/ 4038 w 4065"/>
              <a:gd name="p0y2" fmla="*/ 0 h 8445"/>
              <a:gd name="p0x3" fmla="*/ 4065 w 4065"/>
              <a:gd name="p0y3" fmla="*/ 26 h 8445"/>
              <a:gd name="p0x4" fmla="*/ 4065 w 4065"/>
              <a:gd name="p0y4" fmla="*/ 60 h 8445"/>
              <a:gd name="p0x5" fmla="*/ 4065 w 4065"/>
              <a:gd name="p0y5" fmla="*/ 8385 h 8445"/>
              <a:gd name="p0x6" fmla="*/ 4065 w 4065"/>
              <a:gd name="p0y6" fmla="*/ 8418 h 8445"/>
              <a:gd name="p0x7" fmla="*/ 4038 w 4065"/>
              <a:gd name="p0y7" fmla="*/ 8445 h 8445"/>
              <a:gd name="p0x8" fmla="*/ 4005 w 4065"/>
              <a:gd name="p0y8" fmla="*/ 8445 h 8445"/>
              <a:gd name="p0x9" fmla="*/ 60 w 4065"/>
              <a:gd name="p0y9" fmla="*/ 8445 h 8445"/>
              <a:gd name="p0x10" fmla="*/ 26 w 4065"/>
              <a:gd name="p0y10" fmla="*/ 8445 h 8445"/>
              <a:gd name="p0x11" fmla="*/ 0 w 4065"/>
              <a:gd name="p0y11" fmla="*/ 8418 h 8445"/>
              <a:gd name="p0x12" fmla="*/ 0 w 4065"/>
              <a:gd name="p0y12" fmla="*/ 8385 h 8445"/>
              <a:gd name="p0x13" fmla="*/ 0 w 4065"/>
              <a:gd name="p0y13" fmla="*/ 60 h 8445"/>
              <a:gd name="p0x14" fmla="*/ 0 w 4065"/>
              <a:gd name="p0y14" fmla="*/ 26 h 8445"/>
              <a:gd name="p0x15" fmla="*/ 26 w 4065"/>
              <a:gd name="p0y15" fmla="*/ 0 h 8445"/>
              <a:gd name="p0x16" fmla="*/ 60 w 40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19"/>
            </p:custDataLst>
          </p:nvPr>
        </p:nvSpPr>
        <p:spPr>
          <a:xfrm>
            <a:off x="4438650" y="13049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t="-7143" b="-7143"/>
          <a:stretch>
            <a:fillRect/>
          </a:stretch>
        </p:blipFill>
        <p:spPr>
          <a:xfrm>
            <a:off x="4533900" y="1400175"/>
            <a:ext cx="304800" cy="30480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23"/>
            </p:custDataLst>
          </p:nvPr>
        </p:nvSpPr>
        <p:spPr>
          <a:xfrm>
            <a:off x="4286250" y="1898333"/>
            <a:ext cx="1066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可计分</a:t>
            </a:r>
            <a:endParaRPr sz="21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4"/>
            </p:custDataLst>
          </p:nvPr>
        </p:nvSpPr>
        <p:spPr>
          <a:xfrm>
            <a:off x="3590925" y="35382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/>
          <a:stretch>
            <a:fillRect/>
          </a:stretch>
        </p:blipFill>
        <p:spPr>
          <a:xfrm>
            <a:off x="3648075" y="3595370"/>
            <a:ext cx="152400" cy="152400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28"/>
            </p:custDataLst>
          </p:nvPr>
        </p:nvSpPr>
        <p:spPr>
          <a:xfrm>
            <a:off x="3971925" y="3200400"/>
            <a:ext cx="180975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prefix depth</a:t>
            </a: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hit count</a:t>
            </a: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share degree</a:t>
            </a: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维度</a:t>
            </a:r>
            <a:endParaRPr lang="zh-CN" altLang="en-US" sz="15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29"/>
            </p:custDataLst>
          </p:nvPr>
        </p:nvSpPr>
        <p:spPr>
          <a:xfrm>
            <a:off x="3590925" y="47193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>
            <a:fillRect/>
          </a:stretch>
        </p:blipFill>
        <p:spPr>
          <a:xfrm>
            <a:off x="3657600" y="4776470"/>
            <a:ext cx="133350" cy="152400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33"/>
            </p:custDataLst>
          </p:nvPr>
        </p:nvSpPr>
        <p:spPr>
          <a:xfrm>
            <a:off x="3971925" y="4229100"/>
            <a:ext cx="1809750" cy="12430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branch factor</a:t>
            </a: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recompute cost</a:t>
            </a: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等多维度评估</a:t>
            </a:r>
            <a:r>
              <a:rPr lang="en-US" altLang="zh-CN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价值</a:t>
            </a:r>
            <a:endParaRPr lang="zh-CN" altLang="en-US" sz="15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34"/>
            </p:custDataLst>
          </p:nvPr>
        </p:nvSpPr>
        <p:spPr>
          <a:xfrm>
            <a:off x="6214745" y="1109345"/>
            <a:ext cx="2581275" cy="4733290"/>
          </a:xfrm>
          <a:custGeom>
            <a:avLst/>
            <a:gdLst>
              <a:gd name="sw" fmla="*/ 1 w 4065"/>
              <a:gd name="sh" fmla="*/ 1 h 8445"/>
              <a:gd name="mins" fmla="min sw sh"/>
              <a:gd name="dsw" fmla="+- 0 sw mins"/>
              <a:gd name="dsh" fmla="+- 0 sh mins"/>
              <a:gd name="p0x0" fmla="*/ 60 w 4065"/>
              <a:gd name="p0y0" fmla="*/ 0 h 8445"/>
              <a:gd name="p0x1" fmla="*/ 4005 w 4065"/>
              <a:gd name="p0y1" fmla="*/ 0 h 8445"/>
              <a:gd name="p0x2" fmla="*/ 4038 w 4065"/>
              <a:gd name="p0y2" fmla="*/ 0 h 8445"/>
              <a:gd name="p0x3" fmla="*/ 4065 w 4065"/>
              <a:gd name="p0y3" fmla="*/ 26 h 8445"/>
              <a:gd name="p0x4" fmla="*/ 4065 w 4065"/>
              <a:gd name="p0y4" fmla="*/ 60 h 8445"/>
              <a:gd name="p0x5" fmla="*/ 4065 w 4065"/>
              <a:gd name="p0y5" fmla="*/ 8385 h 8445"/>
              <a:gd name="p0x6" fmla="*/ 4065 w 4065"/>
              <a:gd name="p0y6" fmla="*/ 8418 h 8445"/>
              <a:gd name="p0x7" fmla="*/ 4038 w 4065"/>
              <a:gd name="p0y7" fmla="*/ 8445 h 8445"/>
              <a:gd name="p0x8" fmla="*/ 4005 w 4065"/>
              <a:gd name="p0y8" fmla="*/ 8445 h 8445"/>
              <a:gd name="p0x9" fmla="*/ 60 w 4065"/>
              <a:gd name="p0y9" fmla="*/ 8445 h 8445"/>
              <a:gd name="p0x10" fmla="*/ 26 w 4065"/>
              <a:gd name="p0y10" fmla="*/ 8445 h 8445"/>
              <a:gd name="p0x11" fmla="*/ 0 w 4065"/>
              <a:gd name="p0y11" fmla="*/ 8418 h 8445"/>
              <a:gd name="p0x12" fmla="*/ 0 w 4065"/>
              <a:gd name="p0y12" fmla="*/ 8385 h 8445"/>
              <a:gd name="p0x13" fmla="*/ 0 w 4065"/>
              <a:gd name="p0y13" fmla="*/ 60 h 8445"/>
              <a:gd name="p0x14" fmla="*/ 0 w 4065"/>
              <a:gd name="p0y14" fmla="*/ 26 h 8445"/>
              <a:gd name="p0x15" fmla="*/ 26 w 4065"/>
              <a:gd name="p0y15" fmla="*/ 0 h 8445"/>
              <a:gd name="p0x16" fmla="*/ 60 w 40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任意多边形 31"/>
          <p:cNvSpPr/>
          <p:nvPr>
            <p:custDataLst>
              <p:tags r:id="rId35"/>
            </p:custDataLst>
          </p:nvPr>
        </p:nvSpPr>
        <p:spPr>
          <a:xfrm>
            <a:off x="7258050" y="13049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t="-3333" b="-3333"/>
          <a:stretch>
            <a:fillRect/>
          </a:stretch>
        </p:blipFill>
        <p:spPr>
          <a:xfrm>
            <a:off x="7353300" y="1400175"/>
            <a:ext cx="304800" cy="304800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39"/>
            </p:custDataLst>
          </p:nvPr>
        </p:nvSpPr>
        <p:spPr>
          <a:xfrm>
            <a:off x="7105650" y="1898333"/>
            <a:ext cx="1066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可控制</a:t>
            </a:r>
            <a:endParaRPr sz="21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40"/>
            </p:custDataLst>
          </p:nvPr>
        </p:nvSpPr>
        <p:spPr>
          <a:xfrm>
            <a:off x="6410325" y="36906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>
            <a:fillRect/>
          </a:stretch>
        </p:blipFill>
        <p:spPr>
          <a:xfrm>
            <a:off x="6477000" y="3747770"/>
            <a:ext cx="133350" cy="152400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44"/>
            </p:custDataLst>
          </p:nvPr>
        </p:nvSpPr>
        <p:spPr>
          <a:xfrm>
            <a:off x="6791325" y="3352800"/>
            <a:ext cx="180975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admission</a:t>
            </a: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准入、</a:t>
            </a:r>
            <a:r>
              <a:rPr lang="en-US" altLang="zh-CN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eviction</a:t>
            </a: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淘汰策略控制</a:t>
            </a:r>
            <a:endParaRPr lang="zh-CN" altLang="en-US" sz="15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45"/>
            </p:custDataLst>
          </p:nvPr>
        </p:nvSpPr>
        <p:spPr>
          <a:xfrm>
            <a:off x="6410325" y="47193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>
            <a:fillRect/>
          </a:stretch>
        </p:blipFill>
        <p:spPr>
          <a:xfrm>
            <a:off x="6467475" y="4776470"/>
            <a:ext cx="152400" cy="152400"/>
          </a:xfrm>
          <a:prstGeom prst="rect">
            <a:avLst/>
          </a:prstGeom>
        </p:spPr>
      </p:pic>
      <p:sp>
        <p:nvSpPr>
          <p:cNvPr id="40" name="文本框 39"/>
          <p:cNvSpPr txBox="1"/>
          <p:nvPr>
            <p:custDataLst>
              <p:tags r:id="rId49"/>
            </p:custDataLst>
          </p:nvPr>
        </p:nvSpPr>
        <p:spPr>
          <a:xfrm>
            <a:off x="6791325" y="4381500"/>
            <a:ext cx="180975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scheduler hook</a:t>
            </a: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调度、</a:t>
            </a:r>
            <a:r>
              <a:rPr lang="en-US" altLang="zh-CN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metrics</a:t>
            </a: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指标四个关键位置</a:t>
            </a:r>
            <a:endParaRPr lang="zh-CN" altLang="en-US" sz="15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50"/>
            </p:custDataLst>
          </p:nvPr>
        </p:nvSpPr>
        <p:spPr>
          <a:xfrm>
            <a:off x="9034145" y="1109345"/>
            <a:ext cx="2581275" cy="4732655"/>
          </a:xfrm>
          <a:custGeom>
            <a:avLst/>
            <a:gdLst>
              <a:gd name="sw" fmla="*/ 1 w 4065"/>
              <a:gd name="sh" fmla="*/ 1 h 8445"/>
              <a:gd name="mins" fmla="min sw sh"/>
              <a:gd name="dsw" fmla="+- 0 sw mins"/>
              <a:gd name="dsh" fmla="+- 0 sh mins"/>
              <a:gd name="p0x0" fmla="*/ 60 w 4065"/>
              <a:gd name="p0y0" fmla="*/ 0 h 8445"/>
              <a:gd name="p0x1" fmla="*/ 4005 w 4065"/>
              <a:gd name="p0y1" fmla="*/ 0 h 8445"/>
              <a:gd name="p0x2" fmla="*/ 4038 w 4065"/>
              <a:gd name="p0y2" fmla="*/ 0 h 8445"/>
              <a:gd name="p0x3" fmla="*/ 4065 w 4065"/>
              <a:gd name="p0y3" fmla="*/ 26 h 8445"/>
              <a:gd name="p0x4" fmla="*/ 4065 w 4065"/>
              <a:gd name="p0y4" fmla="*/ 60 h 8445"/>
              <a:gd name="p0x5" fmla="*/ 4065 w 4065"/>
              <a:gd name="p0y5" fmla="*/ 8385 h 8445"/>
              <a:gd name="p0x6" fmla="*/ 4065 w 4065"/>
              <a:gd name="p0y6" fmla="*/ 8418 h 8445"/>
              <a:gd name="p0x7" fmla="*/ 4038 w 4065"/>
              <a:gd name="p0y7" fmla="*/ 8445 h 8445"/>
              <a:gd name="p0x8" fmla="*/ 4005 w 4065"/>
              <a:gd name="p0y8" fmla="*/ 8445 h 8445"/>
              <a:gd name="p0x9" fmla="*/ 60 w 4065"/>
              <a:gd name="p0y9" fmla="*/ 8445 h 8445"/>
              <a:gd name="p0x10" fmla="*/ 26 w 4065"/>
              <a:gd name="p0y10" fmla="*/ 8445 h 8445"/>
              <a:gd name="p0x11" fmla="*/ 0 w 4065"/>
              <a:gd name="p0y11" fmla="*/ 8418 h 8445"/>
              <a:gd name="p0x12" fmla="*/ 0 w 4065"/>
              <a:gd name="p0y12" fmla="*/ 8385 h 8445"/>
              <a:gd name="p0x13" fmla="*/ 0 w 4065"/>
              <a:gd name="p0y13" fmla="*/ 60 h 8445"/>
              <a:gd name="p0x14" fmla="*/ 0 w 4065"/>
              <a:gd name="p0y14" fmla="*/ 26 h 8445"/>
              <a:gd name="p0x15" fmla="*/ 26 w 4065"/>
              <a:gd name="p0y15" fmla="*/ 0 h 8445"/>
              <a:gd name="p0x16" fmla="*/ 60 w 406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>
            <p:custDataLst>
              <p:tags r:id="rId51"/>
            </p:custDataLst>
          </p:nvPr>
        </p:nvSpPr>
        <p:spPr>
          <a:xfrm>
            <a:off x="10077450" y="13049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3" name="图片 42"/>
          <p:cNvPicPr>
            <a:picLocks noChangeAspect="1"/>
          </p:cNvPicPr>
          <p:nvPr>
            <p:custDataLst>
              <p:tags r:id="rId52"/>
            </p:custDataLst>
          </p:nvPr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>
            <a:fillRect/>
          </a:stretch>
        </p:blipFill>
        <p:spPr>
          <a:xfrm>
            <a:off x="10172700" y="1400175"/>
            <a:ext cx="304800" cy="304800"/>
          </a:xfrm>
          <a:prstGeom prst="rect">
            <a:avLst/>
          </a:prstGeom>
        </p:spPr>
      </p:pic>
      <p:sp>
        <p:nvSpPr>
          <p:cNvPr id="44" name="文本框 43"/>
          <p:cNvSpPr txBox="1"/>
          <p:nvPr>
            <p:custDataLst>
              <p:tags r:id="rId55"/>
            </p:custDataLst>
          </p:nvPr>
        </p:nvSpPr>
        <p:spPr>
          <a:xfrm>
            <a:off x="9925050" y="1898333"/>
            <a:ext cx="1066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可复盘</a:t>
            </a:r>
            <a:endParaRPr sz="21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56"/>
            </p:custDataLst>
          </p:nvPr>
        </p:nvSpPr>
        <p:spPr>
          <a:xfrm>
            <a:off x="9229725" y="36906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6" name="图片 45"/>
          <p:cNvPicPr>
            <a:picLocks noChangeAspect="1"/>
          </p:cNvPicPr>
          <p:nvPr>
            <p:custDataLst>
              <p:tags r:id="rId57"/>
            </p:custDataLst>
          </p:nvPr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rcRect/>
          <a:stretch>
            <a:fillRect/>
          </a:stretch>
        </p:blipFill>
        <p:spPr>
          <a:xfrm>
            <a:off x="9305925" y="3747770"/>
            <a:ext cx="114300" cy="152400"/>
          </a:xfrm>
          <a:prstGeom prst="rect">
            <a:avLst/>
          </a:prstGeom>
        </p:spPr>
      </p:pic>
      <p:sp>
        <p:nvSpPr>
          <p:cNvPr id="47" name="文本框 46"/>
          <p:cNvSpPr txBox="1"/>
          <p:nvPr>
            <p:custDataLst>
              <p:tags r:id="rId60"/>
            </p:custDataLst>
          </p:nvPr>
        </p:nvSpPr>
        <p:spPr>
          <a:xfrm>
            <a:off x="9610725" y="3352800"/>
            <a:ext cx="180975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通过</a:t>
            </a:r>
            <a:r>
              <a:rPr lang="en-US" altLang="zh-CN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JSONL</a:t>
            </a: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</a:t>
            </a:r>
            <a:r>
              <a:rPr lang="en-US" altLang="zh-CN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summary</a:t>
            </a: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回看策略效果</a:t>
            </a:r>
            <a:endParaRPr lang="zh-CN" altLang="en-US" sz="15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61"/>
            </p:custDataLst>
          </p:nvPr>
        </p:nvSpPr>
        <p:spPr>
          <a:xfrm>
            <a:off x="9229725" y="47193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9" name="图片 48"/>
          <p:cNvPicPr>
            <a:picLocks noChangeAspect="1"/>
          </p:cNvPicPr>
          <p:nvPr>
            <p:custDataLst>
              <p:tags r:id="rId62"/>
            </p:custDataLst>
          </p:nvPr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rcRect/>
          <a:stretch>
            <a:fillRect/>
          </a:stretch>
        </p:blipFill>
        <p:spPr>
          <a:xfrm>
            <a:off x="9286875" y="4776470"/>
            <a:ext cx="152400" cy="152400"/>
          </a:xfrm>
          <a:prstGeom prst="rect">
            <a:avLst/>
          </a:prstGeom>
        </p:spPr>
      </p:pic>
      <p:sp>
        <p:nvSpPr>
          <p:cNvPr id="50" name="文本框 49"/>
          <p:cNvSpPr txBox="1"/>
          <p:nvPr>
            <p:custDataLst>
              <p:tags r:id="rId65"/>
            </p:custDataLst>
          </p:nvPr>
        </p:nvSpPr>
        <p:spPr>
          <a:xfrm>
            <a:off x="9610725" y="4381500"/>
            <a:ext cx="180975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分析</a:t>
            </a:r>
            <a:r>
              <a:rPr lang="en-US" altLang="zh-CN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metadata</a:t>
            </a: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开销、普通场景是否退化</a:t>
            </a:r>
            <a:endParaRPr lang="zh-CN" altLang="en-US" sz="15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533107" y="2042965"/>
            <a:ext cx="153869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资源封装：从模拟闭环到真实</a:t>
            </a:r>
            <a:r>
              <a:rPr lang="en-US" altLang="zh-CN" sz="3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vLLM</a:t>
            </a:r>
            <a:r>
              <a:rPr lang="zh-CN" altLang="en-US" sz="3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落地</a:t>
            </a:r>
            <a:endParaRPr lang="zh-CN" altLang="en-US" sz="30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5487035" y="1104900"/>
            <a:ext cx="19050" cy="2343150"/>
          </a:xfrm>
          <a:prstGeom prst="rect">
            <a:avLst/>
          </a:prstGeom>
          <a:gradFill>
            <a:gsLst>
              <a:gs pos="0">
                <a:srgbClr val="4E62DF">
                  <a:alpha val="0"/>
                </a:srgbClr>
              </a:gs>
              <a:gs pos="50000">
                <a:srgbClr val="4E62DF"/>
              </a:gs>
              <a:gs pos="100000">
                <a:srgbClr val="4E62DF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任意多边形 5"/>
          <p:cNvSpPr/>
          <p:nvPr>
            <p:custDataLst>
              <p:tags r:id="rId3"/>
            </p:custDataLst>
          </p:nvPr>
        </p:nvSpPr>
        <p:spPr>
          <a:xfrm>
            <a:off x="5229860" y="3524250"/>
            <a:ext cx="533400" cy="533400"/>
          </a:xfrm>
          <a:custGeom>
            <a:avLst/>
            <a:gdLst>
              <a:gd name="sw" fmla="*/ 1 w 840"/>
              <a:gd name="sh" fmla="*/ 1 h 840"/>
              <a:gd name="mins" fmla="min sw sh"/>
              <a:gd name="dsw" fmla="+- 0 sw mins"/>
              <a:gd name="dsh" fmla="+- 0 sh mins"/>
              <a:gd name="p0x0" fmla="*/ 420 w 840"/>
              <a:gd name="p0y0" fmla="*/ 0 h 840"/>
              <a:gd name="p0x1" fmla="*/ 651 w 840"/>
              <a:gd name="p0y1" fmla="*/ 0 h 840"/>
              <a:gd name="p0x2" fmla="*/ 840 w 840"/>
              <a:gd name="p0y2" fmla="*/ 188 h 840"/>
              <a:gd name="p0x3" fmla="*/ 840 w 840"/>
              <a:gd name="p0y3" fmla="*/ 420 h 840"/>
              <a:gd name="p0x4" fmla="*/ 840 w 840"/>
              <a:gd name="p0y4" fmla="*/ 651 h 840"/>
              <a:gd name="p0x5" fmla="*/ 651 w 840"/>
              <a:gd name="p0y5" fmla="*/ 840 h 840"/>
              <a:gd name="p0x6" fmla="*/ 420 w 840"/>
              <a:gd name="p0y6" fmla="*/ 840 h 840"/>
              <a:gd name="p0x7" fmla="*/ 188 w 840"/>
              <a:gd name="p0y7" fmla="*/ 840 h 840"/>
              <a:gd name="p0x8" fmla="*/ 0 w 840"/>
              <a:gd name="p0y8" fmla="*/ 651 h 840"/>
              <a:gd name="p0x9" fmla="*/ 0 w 840"/>
              <a:gd name="p0y9" fmla="*/ 420 h 840"/>
              <a:gd name="p0x10" fmla="*/ 0 w 840"/>
              <a:gd name="p0y10" fmla="*/ 188 h 840"/>
              <a:gd name="p0x11" fmla="*/ 188 w 840"/>
              <a:gd name="p0y11" fmla="*/ 0 h 840"/>
              <a:gd name="p0x12" fmla="*/ 420 w 840"/>
              <a:gd name="p0y12" fmla="*/ 0 h 8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  <a:effectLst>
            <a:outerShdw blurRad="457200" algn="ctr" rotWithShape="0">
              <a:srgbClr val="4E62DF">
                <a:alpha val="10980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-16667" b="-16667"/>
          <a:stretch>
            <a:fillRect/>
          </a:stretch>
        </p:blipFill>
        <p:spPr>
          <a:xfrm>
            <a:off x="5420360" y="3714750"/>
            <a:ext cx="152400" cy="152400"/>
          </a:xfrm>
          <a:prstGeom prst="rect">
            <a:avLst/>
          </a:prstGeom>
        </p:spPr>
      </p:pic>
      <p:sp>
        <p:nvSpPr>
          <p:cNvPr id="8" name="矩形 7"/>
          <p:cNvSpPr/>
          <p:nvPr>
            <p:custDataLst>
              <p:tags r:id="rId7"/>
            </p:custDataLst>
          </p:nvPr>
        </p:nvSpPr>
        <p:spPr>
          <a:xfrm>
            <a:off x="5487035" y="4133850"/>
            <a:ext cx="19050" cy="2343150"/>
          </a:xfrm>
          <a:prstGeom prst="rect">
            <a:avLst/>
          </a:prstGeom>
          <a:gradFill>
            <a:gsLst>
              <a:gs pos="0">
                <a:srgbClr val="4E62DF">
                  <a:alpha val="0"/>
                </a:srgbClr>
              </a:gs>
              <a:gs pos="50000">
                <a:srgbClr val="4E62DF"/>
              </a:gs>
              <a:gs pos="100000">
                <a:srgbClr val="4E62DF">
                  <a:alpha val="0"/>
                </a:srgb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任意多边形 50"/>
          <p:cNvSpPr/>
          <p:nvPr>
            <p:custDataLst>
              <p:tags r:id="rId8"/>
            </p:custDataLst>
          </p:nvPr>
        </p:nvSpPr>
        <p:spPr>
          <a:xfrm>
            <a:off x="575945" y="1109345"/>
            <a:ext cx="4382770" cy="5362575"/>
          </a:xfrm>
          <a:custGeom>
            <a:avLst/>
            <a:gdLst>
              <a:gd name="sw" fmla="*/ 1 w 6901"/>
              <a:gd name="sh" fmla="*/ 1 h 8445"/>
              <a:gd name="mins" fmla="min sw sh"/>
              <a:gd name="dsw" fmla="+- 0 sw mins"/>
              <a:gd name="dsh" fmla="+- 0 sh mins"/>
              <a:gd name="p0x0" fmla="*/ 60 w 6901"/>
              <a:gd name="p0y0" fmla="*/ 0 h 8445"/>
              <a:gd name="p0x1" fmla="*/ 6841 w 6901"/>
              <a:gd name="p0y1" fmla="*/ 0 h 8445"/>
              <a:gd name="p0x2" fmla="*/ 6875 w 6901"/>
              <a:gd name="p0y2" fmla="*/ 0 h 8445"/>
              <a:gd name="p0x3" fmla="*/ 6901 w 6901"/>
              <a:gd name="p0y3" fmla="*/ 26 h 8445"/>
              <a:gd name="p0x4" fmla="*/ 6901 w 6901"/>
              <a:gd name="p0y4" fmla="*/ 60 h 8445"/>
              <a:gd name="p0x5" fmla="*/ 6901 w 6901"/>
              <a:gd name="p0y5" fmla="*/ 8385 h 8445"/>
              <a:gd name="p0x6" fmla="*/ 6901 w 6901"/>
              <a:gd name="p0y6" fmla="*/ 8418 h 8445"/>
              <a:gd name="p0x7" fmla="*/ 6875 w 6901"/>
              <a:gd name="p0y7" fmla="*/ 8445 h 8445"/>
              <a:gd name="p0x8" fmla="*/ 6841 w 6901"/>
              <a:gd name="p0y8" fmla="*/ 8445 h 8445"/>
              <a:gd name="p0x9" fmla="*/ 60 w 6901"/>
              <a:gd name="p0y9" fmla="*/ 8445 h 8445"/>
              <a:gd name="p0x10" fmla="*/ 26 w 6901"/>
              <a:gd name="p0y10" fmla="*/ 8445 h 8445"/>
              <a:gd name="p0x11" fmla="*/ 0 w 6901"/>
              <a:gd name="p0y11" fmla="*/ 8418 h 8445"/>
              <a:gd name="p0x12" fmla="*/ 0 w 6901"/>
              <a:gd name="p0y12" fmla="*/ 8385 h 8445"/>
              <a:gd name="p0x13" fmla="*/ 0 w 6901"/>
              <a:gd name="p0y13" fmla="*/ 60 h 8445"/>
              <a:gd name="p0x14" fmla="*/ 0 w 6901"/>
              <a:gd name="p0y14" fmla="*/ 26 h 8445"/>
              <a:gd name="p0x15" fmla="*/ 26 w 6901"/>
              <a:gd name="p0y15" fmla="*/ 0 h 8445"/>
              <a:gd name="p0x16" fmla="*/ 60 w 6901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 w="9525" cmpd="sng">
            <a:solidFill>
              <a:srgbClr val="9AAEF5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任意多边形 51"/>
          <p:cNvSpPr/>
          <p:nvPr>
            <p:custDataLst>
              <p:tags r:id="rId9"/>
            </p:custDataLst>
          </p:nvPr>
        </p:nvSpPr>
        <p:spPr>
          <a:xfrm>
            <a:off x="771525" y="13049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3" name="图片 5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-2273" t="-3067" r="-2273" b="-3067"/>
          <a:stretch>
            <a:fillRect/>
          </a:stretch>
        </p:blipFill>
        <p:spPr>
          <a:xfrm>
            <a:off x="871220" y="1385570"/>
            <a:ext cx="219075" cy="252730"/>
          </a:xfrm>
          <a:prstGeom prst="rect">
            <a:avLst/>
          </a:prstGeom>
        </p:spPr>
      </p:pic>
      <p:sp>
        <p:nvSpPr>
          <p:cNvPr id="54" name="文本框 53"/>
          <p:cNvSpPr txBox="1"/>
          <p:nvPr>
            <p:custDataLst>
              <p:tags r:id="rId13"/>
            </p:custDataLst>
          </p:nvPr>
        </p:nvSpPr>
        <p:spPr>
          <a:xfrm>
            <a:off x="1304925" y="1331595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模拟阶段预验证</a:t>
            </a:r>
            <a:endParaRPr sz="2100" b="1">
              <a:solidFill>
                <a:srgbClr val="2730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任意多边形 54"/>
          <p:cNvSpPr/>
          <p:nvPr>
            <p:custDataLst>
              <p:tags r:id="rId14"/>
            </p:custDataLst>
          </p:nvPr>
        </p:nvSpPr>
        <p:spPr>
          <a:xfrm>
            <a:off x="771525" y="22320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6" name="图片 55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>
            <a:fillRect/>
          </a:stretch>
        </p:blipFill>
        <p:spPr>
          <a:xfrm>
            <a:off x="819150" y="2289175"/>
            <a:ext cx="171450" cy="152400"/>
          </a:xfrm>
          <a:prstGeom prst="rect">
            <a:avLst/>
          </a:prstGeom>
        </p:spPr>
      </p:pic>
      <p:sp>
        <p:nvSpPr>
          <p:cNvPr id="57" name="文本框 56"/>
          <p:cNvSpPr txBox="1"/>
          <p:nvPr>
            <p:custDataLst>
              <p:tags r:id="rId18"/>
            </p:custDataLst>
          </p:nvPr>
        </p:nvSpPr>
        <p:spPr>
          <a:xfrm>
            <a:off x="1152525" y="2217915"/>
            <a:ext cx="3611242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资源抽象定义</a:t>
            </a:r>
            <a:endParaRPr sz="1500" b="1">
              <a:solidFill>
                <a:srgbClr val="2730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19"/>
            </p:custDataLst>
          </p:nvPr>
        </p:nvSpPr>
        <p:spPr>
          <a:xfrm>
            <a:off x="1152525" y="2493188"/>
            <a:ext cx="3611242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BlockRef</a:t>
            </a:r>
            <a:r>
              <a:rPr lang="zh-CN" altLang="en-US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RequestSpec</a:t>
            </a:r>
            <a:r>
              <a:rPr lang="zh-CN" altLang="en-US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BlockLife</a:t>
            </a:r>
            <a:r>
              <a:rPr lang="zh-CN" altLang="en-US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EvictionEvent</a:t>
            </a:r>
            <a:endParaRPr lang="en-US" altLang="zh-CN" sz="1350">
              <a:solidFill>
                <a:srgbClr val="27307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任意多边形 58"/>
          <p:cNvSpPr/>
          <p:nvPr>
            <p:custDataLst>
              <p:tags r:id="rId20"/>
            </p:custDataLst>
          </p:nvPr>
        </p:nvSpPr>
        <p:spPr>
          <a:xfrm>
            <a:off x="771525" y="352679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>
          <a:xfrm>
            <a:off x="838200" y="3583940"/>
            <a:ext cx="133350" cy="152400"/>
          </a:xfrm>
          <a:prstGeom prst="rect">
            <a:avLst/>
          </a:prstGeom>
        </p:spPr>
      </p:pic>
      <p:sp>
        <p:nvSpPr>
          <p:cNvPr id="61" name="文本框 60"/>
          <p:cNvSpPr txBox="1"/>
          <p:nvPr>
            <p:custDataLst>
              <p:tags r:id="rId24"/>
            </p:custDataLst>
          </p:nvPr>
        </p:nvSpPr>
        <p:spPr>
          <a:xfrm>
            <a:off x="1152525" y="3512791"/>
            <a:ext cx="3611242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500" b="1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BlockLife</a:t>
            </a:r>
            <a:r>
              <a:rPr lang="zh-CN" sz="1500" b="1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核心字段</a:t>
            </a:r>
            <a:endParaRPr lang="zh-CN" sz="1500" b="1">
              <a:solidFill>
                <a:srgbClr val="27307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25"/>
            </p:custDataLst>
          </p:nvPr>
        </p:nvSpPr>
        <p:spPr>
          <a:xfrm>
            <a:off x="1152525" y="3788064"/>
            <a:ext cx="3583781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key</a:t>
            </a:r>
            <a:r>
              <a:rPr lang="zh-CN" altLang="en-US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family</a:t>
            </a:r>
            <a:r>
              <a:rPr lang="zh-CN" altLang="en-US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prefix_depth</a:t>
            </a:r>
            <a:r>
              <a:rPr lang="zh-CN" altLang="en-US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recompute_cost_tokens</a:t>
            </a:r>
            <a:r>
              <a:rPr lang="zh-CN" altLang="en-US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hit_count</a:t>
            </a:r>
            <a:r>
              <a:rPr lang="zh-CN" altLang="en-US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</a:t>
            </a:r>
            <a:r>
              <a:rPr lang="en-US" altLang="zh-CN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zh-CN" sz="1350" b="1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真实</a:t>
            </a:r>
            <a:r>
              <a:rPr lang="en-US" altLang="zh-CN" sz="1350" b="1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</a:t>
            </a:r>
            <a:r>
              <a:rPr lang="zh-CN" altLang="en-US" sz="1350" b="1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元数据设计的直接来源</a:t>
            </a:r>
            <a:endParaRPr lang="zh-CN" altLang="en-US" sz="1350" b="1">
              <a:solidFill>
                <a:srgbClr val="27307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3" name="任意多边形 62"/>
          <p:cNvSpPr/>
          <p:nvPr>
            <p:custDataLst>
              <p:tags r:id="rId26"/>
            </p:custDataLst>
          </p:nvPr>
        </p:nvSpPr>
        <p:spPr>
          <a:xfrm>
            <a:off x="771525" y="50958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3333" t="-3333" r="-3333" b="-3333"/>
          <a:stretch>
            <a:fillRect/>
          </a:stretch>
        </p:blipFill>
        <p:spPr>
          <a:xfrm>
            <a:off x="828675" y="5153025"/>
            <a:ext cx="152400" cy="152400"/>
          </a:xfrm>
          <a:prstGeom prst="rect">
            <a:avLst/>
          </a:prstGeom>
        </p:spPr>
      </p:pic>
      <p:sp>
        <p:nvSpPr>
          <p:cNvPr id="65" name="文本框 64"/>
          <p:cNvSpPr txBox="1"/>
          <p:nvPr>
            <p:custDataLst>
              <p:tags r:id="rId30"/>
            </p:custDataLst>
          </p:nvPr>
        </p:nvSpPr>
        <p:spPr>
          <a:xfrm>
            <a:off x="1152525" y="5081959"/>
            <a:ext cx="3611242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验证价值</a:t>
            </a:r>
            <a:endParaRPr sz="1500" b="1">
              <a:solidFill>
                <a:srgbClr val="2730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31"/>
            </p:custDataLst>
          </p:nvPr>
        </p:nvSpPr>
        <p:spPr>
          <a:xfrm>
            <a:off x="1152525" y="5357232"/>
            <a:ext cx="3559597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先证明资源对象建模、</a:t>
            </a:r>
            <a:r>
              <a:rPr lang="en-US" altLang="zh-CN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A/B</a:t>
            </a:r>
            <a:r>
              <a:rPr lang="zh-CN" altLang="en-US" sz="13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对比可行性，</a:t>
            </a:r>
            <a:r>
              <a:rPr sz="1350" b="1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避免直接在复杂运行时中盲改</a:t>
            </a:r>
            <a:endParaRPr sz="1350" b="1">
              <a:solidFill>
                <a:srgbClr val="2730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任意多边形 66"/>
          <p:cNvSpPr/>
          <p:nvPr>
            <p:custDataLst>
              <p:tags r:id="rId32"/>
            </p:custDataLst>
          </p:nvPr>
        </p:nvSpPr>
        <p:spPr>
          <a:xfrm>
            <a:off x="6035040" y="1109345"/>
            <a:ext cx="5580380" cy="5362575"/>
          </a:xfrm>
          <a:custGeom>
            <a:avLst/>
            <a:gdLst>
              <a:gd name="sw" fmla="*/ 1 w 8788"/>
              <a:gd name="sh" fmla="*/ 1 h 8445"/>
              <a:gd name="mins" fmla="min sw sh"/>
              <a:gd name="dsw" fmla="+- 0 sw mins"/>
              <a:gd name="dsh" fmla="+- 0 sh mins"/>
              <a:gd name="p0x0" fmla="*/ 60 w 8788"/>
              <a:gd name="p0y0" fmla="*/ 0 h 8445"/>
              <a:gd name="p0x1" fmla="*/ 8728 w 8788"/>
              <a:gd name="p0y1" fmla="*/ 0 h 8445"/>
              <a:gd name="p0x2" fmla="*/ 8761 w 8788"/>
              <a:gd name="p0y2" fmla="*/ 0 h 8445"/>
              <a:gd name="p0x3" fmla="*/ 8788 w 8788"/>
              <a:gd name="p0y3" fmla="*/ 26 h 8445"/>
              <a:gd name="p0x4" fmla="*/ 8788 w 8788"/>
              <a:gd name="p0y4" fmla="*/ 60 h 8445"/>
              <a:gd name="p0x5" fmla="*/ 8788 w 8788"/>
              <a:gd name="p0y5" fmla="*/ 8385 h 8445"/>
              <a:gd name="p0x6" fmla="*/ 8788 w 8788"/>
              <a:gd name="p0y6" fmla="*/ 8418 h 8445"/>
              <a:gd name="p0x7" fmla="*/ 8761 w 8788"/>
              <a:gd name="p0y7" fmla="*/ 8445 h 8445"/>
              <a:gd name="p0x8" fmla="*/ 8728 w 8788"/>
              <a:gd name="p0y8" fmla="*/ 8445 h 8445"/>
              <a:gd name="p0x9" fmla="*/ 60 w 8788"/>
              <a:gd name="p0y9" fmla="*/ 8445 h 8445"/>
              <a:gd name="p0x10" fmla="*/ 26 w 8788"/>
              <a:gd name="p0y10" fmla="*/ 8445 h 8445"/>
              <a:gd name="p0x11" fmla="*/ 0 w 8788"/>
              <a:gd name="p0y11" fmla="*/ 8418 h 8445"/>
              <a:gd name="p0x12" fmla="*/ 0 w 8788"/>
              <a:gd name="p0y12" fmla="*/ 8385 h 8445"/>
              <a:gd name="p0x13" fmla="*/ 0 w 8788"/>
              <a:gd name="p0y13" fmla="*/ 60 h 8445"/>
              <a:gd name="p0x14" fmla="*/ 0 w 8788"/>
              <a:gd name="p0y14" fmla="*/ 26 h 8445"/>
              <a:gd name="p0x15" fmla="*/ 26 w 8788"/>
              <a:gd name="p0y15" fmla="*/ 0 h 8445"/>
              <a:gd name="p0x16" fmla="*/ 60 w 8788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E62DF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任意多边形 67"/>
          <p:cNvSpPr/>
          <p:nvPr>
            <p:custDataLst>
              <p:tags r:id="rId33"/>
            </p:custDataLst>
          </p:nvPr>
        </p:nvSpPr>
        <p:spPr>
          <a:xfrm>
            <a:off x="6229985" y="13049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9" name="图片 68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t="-7143" b="-7143"/>
          <a:stretch>
            <a:fillRect/>
          </a:stretch>
        </p:blipFill>
        <p:spPr>
          <a:xfrm>
            <a:off x="6344285" y="1400175"/>
            <a:ext cx="266700" cy="304800"/>
          </a:xfrm>
          <a:prstGeom prst="rect">
            <a:avLst/>
          </a:prstGeom>
        </p:spPr>
      </p:pic>
      <p:sp>
        <p:nvSpPr>
          <p:cNvPr id="70" name="文本框 69"/>
          <p:cNvSpPr txBox="1"/>
          <p:nvPr>
            <p:custDataLst>
              <p:tags r:id="rId37"/>
            </p:custDataLst>
          </p:nvPr>
        </p:nvSpPr>
        <p:spPr>
          <a:xfrm>
            <a:off x="6840217" y="1369695"/>
            <a:ext cx="283852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真实</a:t>
            </a:r>
            <a:r>
              <a:rPr lang="en-US" altLang="zh-CN" sz="2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</a:t>
            </a:r>
            <a:r>
              <a:rPr lang="zh-CN" altLang="en-US" sz="2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核心封装层</a:t>
            </a:r>
            <a:endParaRPr lang="zh-CN" altLang="en-US" sz="2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1" name="任意多边形 70"/>
          <p:cNvSpPr/>
          <p:nvPr>
            <p:custDataLst>
              <p:tags r:id="rId38"/>
            </p:custDataLst>
          </p:nvPr>
        </p:nvSpPr>
        <p:spPr>
          <a:xfrm>
            <a:off x="6229985" y="25209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2" name="图片 71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t="-7143" b="-7143"/>
          <a:stretch>
            <a:fillRect/>
          </a:stretch>
        </p:blipFill>
        <p:spPr>
          <a:xfrm>
            <a:off x="6296660" y="2578100"/>
            <a:ext cx="133350" cy="152400"/>
          </a:xfrm>
          <a:prstGeom prst="rect">
            <a:avLst/>
          </a:prstGeom>
        </p:spPr>
      </p:pic>
      <p:sp>
        <p:nvSpPr>
          <p:cNvPr id="73" name="文本框 72"/>
          <p:cNvSpPr txBox="1"/>
          <p:nvPr>
            <p:custDataLst>
              <p:tags r:id="rId42"/>
            </p:custDataLst>
          </p:nvPr>
        </p:nvSpPr>
        <p:spPr>
          <a:xfrm>
            <a:off x="6611617" y="2521372"/>
            <a:ext cx="1932832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 block side table</a:t>
            </a:r>
            <a:endParaRPr sz="1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任意多边形 73"/>
          <p:cNvSpPr/>
          <p:nvPr>
            <p:custDataLst>
              <p:tags r:id="rId43"/>
            </p:custDataLst>
          </p:nvPr>
        </p:nvSpPr>
        <p:spPr>
          <a:xfrm>
            <a:off x="6229985" y="316611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5" name="图片 74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 l="-6250" r="-6250"/>
          <a:stretch>
            <a:fillRect/>
          </a:stretch>
        </p:blipFill>
        <p:spPr>
          <a:xfrm>
            <a:off x="6277610" y="3223260"/>
            <a:ext cx="171450" cy="152400"/>
          </a:xfrm>
          <a:prstGeom prst="rect">
            <a:avLst/>
          </a:prstGeom>
        </p:spPr>
      </p:pic>
      <p:sp>
        <p:nvSpPr>
          <p:cNvPr id="76" name="文本框 75"/>
          <p:cNvSpPr txBox="1"/>
          <p:nvPr>
            <p:custDataLst>
              <p:tags r:id="rId47"/>
            </p:custDataLst>
          </p:nvPr>
        </p:nvSpPr>
        <p:spPr>
          <a:xfrm>
            <a:off x="6611617" y="3166320"/>
            <a:ext cx="2514448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lifecycle event recorder</a:t>
            </a:r>
            <a:endParaRPr sz="1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任意多边形 76"/>
          <p:cNvSpPr/>
          <p:nvPr>
            <p:custDataLst>
              <p:tags r:id="rId48"/>
            </p:custDataLst>
          </p:nvPr>
        </p:nvSpPr>
        <p:spPr>
          <a:xfrm>
            <a:off x="6229985" y="381063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8" name="图片 77"/>
          <p:cNvPicPr>
            <a:picLocks noChangeAspect="1"/>
          </p:cNvPicPr>
          <p:nvPr>
            <p:custDataLst>
              <p:tags r:id="rId49"/>
            </p:custDataLst>
          </p:nvPr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>
            <a:fillRect/>
          </a:stretch>
        </p:blipFill>
        <p:spPr>
          <a:xfrm>
            <a:off x="6306185" y="3867785"/>
            <a:ext cx="114300" cy="152400"/>
          </a:xfrm>
          <a:prstGeom prst="rect">
            <a:avLst/>
          </a:prstGeom>
        </p:spPr>
      </p:pic>
      <p:sp>
        <p:nvSpPr>
          <p:cNvPr id="79" name="文本框 78"/>
          <p:cNvSpPr txBox="1"/>
          <p:nvPr>
            <p:custDataLst>
              <p:tags r:id="rId52"/>
            </p:custDataLst>
          </p:nvPr>
        </p:nvSpPr>
        <p:spPr>
          <a:xfrm>
            <a:off x="6611617" y="3811267"/>
            <a:ext cx="2401862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retain score calculator</a:t>
            </a:r>
            <a:endParaRPr sz="1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0" name="任意多边形 79"/>
          <p:cNvSpPr/>
          <p:nvPr>
            <p:custDataLst>
              <p:tags r:id="rId53"/>
            </p:custDataLst>
          </p:nvPr>
        </p:nvSpPr>
        <p:spPr>
          <a:xfrm>
            <a:off x="6229985" y="44557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1" name="图片 80"/>
          <p:cNvPicPr>
            <a:picLocks noChangeAspect="1"/>
          </p:cNvPicPr>
          <p:nvPr>
            <p:custDataLst>
              <p:tags r:id="rId54"/>
            </p:custDataLst>
          </p:nvPr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 l="-3333" t="-3333" r="-3333" b="-3333"/>
          <a:stretch>
            <a:fillRect/>
          </a:stretch>
        </p:blipFill>
        <p:spPr>
          <a:xfrm>
            <a:off x="6287135" y="4512945"/>
            <a:ext cx="152400" cy="152400"/>
          </a:xfrm>
          <a:prstGeom prst="rect">
            <a:avLst/>
          </a:prstGeom>
        </p:spPr>
      </p:pic>
      <p:sp>
        <p:nvSpPr>
          <p:cNvPr id="82" name="文本框 81"/>
          <p:cNvSpPr txBox="1"/>
          <p:nvPr>
            <p:custDataLst>
              <p:tags r:id="rId57"/>
            </p:custDataLst>
          </p:nvPr>
        </p:nvSpPr>
        <p:spPr>
          <a:xfrm>
            <a:off x="6611617" y="4456214"/>
            <a:ext cx="2660971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protected block classifier</a:t>
            </a:r>
            <a:endParaRPr sz="1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任意多边形 82"/>
          <p:cNvSpPr/>
          <p:nvPr>
            <p:custDataLst>
              <p:tags r:id="rId58"/>
            </p:custDataLst>
          </p:nvPr>
        </p:nvSpPr>
        <p:spPr>
          <a:xfrm>
            <a:off x="6229985" y="510095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4" name="图片 83"/>
          <p:cNvPicPr>
            <a:picLocks noChangeAspect="1"/>
          </p:cNvPicPr>
          <p:nvPr>
            <p:custDataLst>
              <p:tags r:id="rId59"/>
            </p:custDataLst>
          </p:nvPr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rcRect t="-7143" b="-7143"/>
          <a:stretch>
            <a:fillRect/>
          </a:stretch>
        </p:blipFill>
        <p:spPr>
          <a:xfrm>
            <a:off x="6287135" y="5158105"/>
            <a:ext cx="152400" cy="152400"/>
          </a:xfrm>
          <a:prstGeom prst="rect">
            <a:avLst/>
          </a:prstGeom>
        </p:spPr>
      </p:pic>
      <p:sp>
        <p:nvSpPr>
          <p:cNvPr id="85" name="文本框 84"/>
          <p:cNvSpPr txBox="1"/>
          <p:nvPr>
            <p:custDataLst>
              <p:tags r:id="rId62"/>
            </p:custDataLst>
          </p:nvPr>
        </p:nvSpPr>
        <p:spPr>
          <a:xfrm>
            <a:off x="6611617" y="5101161"/>
            <a:ext cx="157162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admission gate</a:t>
            </a:r>
            <a:endParaRPr sz="1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任意多边形 85"/>
          <p:cNvSpPr/>
          <p:nvPr>
            <p:custDataLst>
              <p:tags r:id="rId63"/>
            </p:custDataLst>
          </p:nvPr>
        </p:nvSpPr>
        <p:spPr>
          <a:xfrm>
            <a:off x="6229985" y="574548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7" name="图片 86"/>
          <p:cNvPicPr>
            <a:picLocks noChangeAspect="1"/>
          </p:cNvPicPr>
          <p:nvPr>
            <p:custDataLst>
              <p:tags r:id="rId64"/>
            </p:custDataLst>
          </p:nvPr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rcRect t="-7143" b="-7143"/>
          <a:stretch>
            <a:fillRect/>
          </a:stretch>
        </p:blipFill>
        <p:spPr>
          <a:xfrm>
            <a:off x="6287135" y="5802630"/>
            <a:ext cx="152400" cy="152400"/>
          </a:xfrm>
          <a:prstGeom prst="rect">
            <a:avLst/>
          </a:prstGeom>
        </p:spPr>
      </p:pic>
      <p:sp>
        <p:nvSpPr>
          <p:cNvPr id="88" name="文本框 87"/>
          <p:cNvSpPr txBox="1"/>
          <p:nvPr>
            <p:custDataLst>
              <p:tags r:id="rId67"/>
            </p:custDataLst>
          </p:nvPr>
        </p:nvSpPr>
        <p:spPr>
          <a:xfrm>
            <a:off x="6611617" y="5746109"/>
            <a:ext cx="192315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metrics aggregator</a:t>
            </a:r>
            <a:endParaRPr sz="1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文本框 88"/>
          <p:cNvSpPr txBox="1"/>
          <p:nvPr>
            <p:custDataLst>
              <p:tags r:id="rId68"/>
            </p:custDataLst>
          </p:nvPr>
        </p:nvSpPr>
        <p:spPr>
          <a:xfrm>
            <a:off x="6230617" y="1876425"/>
            <a:ext cx="5189858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FFFFFF">
                    <a:alpha val="9000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kvfabric_lifecycle.py</a:t>
            </a:r>
            <a:endParaRPr sz="1350">
              <a:solidFill>
                <a:srgbClr val="FFFFFF">
                  <a:alpha val="90001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533107" y="2042965"/>
            <a:ext cx="153869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2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Lifecycle Side Table</a:t>
            </a:r>
            <a:r>
              <a:rPr lang="zh-CN" altLang="en-US" sz="2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与</a:t>
            </a:r>
            <a:r>
              <a:rPr lang="en-US" altLang="zh-CN" sz="2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Evicted Shadow</a:t>
            </a:r>
            <a:endParaRPr lang="en-US" altLang="zh-CN" sz="24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任意多边形 9"/>
          <p:cNvSpPr/>
          <p:nvPr>
            <p:custDataLst>
              <p:tags r:id="rId2"/>
            </p:custDataLst>
          </p:nvPr>
        </p:nvSpPr>
        <p:spPr>
          <a:xfrm>
            <a:off x="575945" y="1017905"/>
            <a:ext cx="5920740" cy="947420"/>
          </a:xfrm>
          <a:custGeom>
            <a:avLst/>
            <a:gdLst>
              <a:gd name="sw" fmla="*/ 1 w 9324"/>
              <a:gd name="sh" fmla="*/ 1 h 1492"/>
              <a:gd name="mins" fmla="min sw sh"/>
              <a:gd name="dsw" fmla="+- 0 sw mins"/>
              <a:gd name="dsh" fmla="+- 0 sh mins"/>
              <a:gd name="p0x0" fmla="*/ 60 w 9324"/>
              <a:gd name="p0y0" fmla="*/ 0 h 1492"/>
              <a:gd name="p0x1" fmla="*/ 9264 w 9324"/>
              <a:gd name="p0y1" fmla="*/ 0 h 1492"/>
              <a:gd name="p0x2" fmla="*/ 9297 w 9324"/>
              <a:gd name="p0y2" fmla="*/ 0 h 1492"/>
              <a:gd name="p0x3" fmla="*/ 9324 w 9324"/>
              <a:gd name="p0y3" fmla="*/ 26 h 1492"/>
              <a:gd name="p0x4" fmla="*/ 9324 w 9324"/>
              <a:gd name="p0y4" fmla="*/ 60 h 1492"/>
              <a:gd name="p0x5" fmla="*/ 9324 w 9324"/>
              <a:gd name="p0y5" fmla="*/ 1432 h 1492"/>
              <a:gd name="p0x6" fmla="*/ 9324 w 9324"/>
              <a:gd name="p0y6" fmla="*/ 1465 h 1492"/>
              <a:gd name="p0x7" fmla="*/ 9297 w 9324"/>
              <a:gd name="p0y7" fmla="*/ 1492 h 1492"/>
              <a:gd name="p0x8" fmla="*/ 9264 w 9324"/>
              <a:gd name="p0y8" fmla="*/ 1492 h 1492"/>
              <a:gd name="p0x9" fmla="*/ 60 w 9324"/>
              <a:gd name="p0y9" fmla="*/ 1492 h 1492"/>
              <a:gd name="p0x10" fmla="*/ 26 w 9324"/>
              <a:gd name="p0y10" fmla="*/ 1492 h 1492"/>
              <a:gd name="p0x11" fmla="*/ 0 w 9324"/>
              <a:gd name="p0y11" fmla="*/ 1465 h 1492"/>
              <a:gd name="p0x12" fmla="*/ 0 w 9324"/>
              <a:gd name="p0y12" fmla="*/ 1432 h 1492"/>
              <a:gd name="p0x13" fmla="*/ 0 w 9324"/>
              <a:gd name="p0y13" fmla="*/ 60 h 1492"/>
              <a:gd name="p0x14" fmla="*/ 0 w 9324"/>
              <a:gd name="p0y14" fmla="*/ 26 h 1492"/>
              <a:gd name="p0x15" fmla="*/ 26 w 9324"/>
              <a:gd name="p0y15" fmla="*/ 0 h 1492"/>
              <a:gd name="p0x16" fmla="*/ 60 w 9324"/>
              <a:gd name="p0y16" fmla="*/ 0 h 149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E62DF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3"/>
            </p:custDataLst>
          </p:nvPr>
        </p:nvSpPr>
        <p:spPr>
          <a:xfrm>
            <a:off x="771525" y="1212850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120 w 495"/>
              <a:gd name="p0y0" fmla="*/ 0 h 495"/>
              <a:gd name="p0x1" fmla="*/ 375 w 495"/>
              <a:gd name="p0y1" fmla="*/ 0 h 495"/>
              <a:gd name="p0x2" fmla="*/ 441 w 495"/>
              <a:gd name="p0y2" fmla="*/ 0 h 495"/>
              <a:gd name="p0x3" fmla="*/ 495 w 495"/>
              <a:gd name="p0y3" fmla="*/ 53 h 495"/>
              <a:gd name="p0x4" fmla="*/ 495 w 495"/>
              <a:gd name="p0y4" fmla="*/ 120 h 495"/>
              <a:gd name="p0x5" fmla="*/ 495 w 495"/>
              <a:gd name="p0y5" fmla="*/ 375 h 495"/>
              <a:gd name="p0x6" fmla="*/ 495 w 495"/>
              <a:gd name="p0y6" fmla="*/ 441 h 495"/>
              <a:gd name="p0x7" fmla="*/ 441 w 495"/>
              <a:gd name="p0y7" fmla="*/ 495 h 495"/>
              <a:gd name="p0x8" fmla="*/ 375 w 495"/>
              <a:gd name="p0y8" fmla="*/ 495 h 495"/>
              <a:gd name="p0x9" fmla="*/ 120 w 495"/>
              <a:gd name="p0y9" fmla="*/ 495 h 495"/>
              <a:gd name="p0x10" fmla="*/ 53 w 495"/>
              <a:gd name="p0y10" fmla="*/ 495 h 495"/>
              <a:gd name="p0x11" fmla="*/ 0 w 495"/>
              <a:gd name="p0y11" fmla="*/ 441 h 495"/>
              <a:gd name="p0x12" fmla="*/ 0 w 495"/>
              <a:gd name="p0y12" fmla="*/ 375 h 495"/>
              <a:gd name="p0x13" fmla="*/ 0 w 495"/>
              <a:gd name="p0y13" fmla="*/ 120 h 495"/>
              <a:gd name="p0x14" fmla="*/ 0 w 495"/>
              <a:gd name="p0y14" fmla="*/ 53 h 495"/>
              <a:gd name="p0x15" fmla="*/ 53 w 495"/>
              <a:gd name="p0y15" fmla="*/ 0 h 495"/>
              <a:gd name="p0x16" fmla="*/ 120 w 495"/>
              <a:gd name="p0y16" fmla="*/ 0 h 4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273" t="-10303" r="-2273" b="-10303"/>
          <a:stretch>
            <a:fillRect/>
          </a:stretch>
        </p:blipFill>
        <p:spPr>
          <a:xfrm>
            <a:off x="819150" y="1241425"/>
            <a:ext cx="219075" cy="25273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1162050" y="1256300"/>
            <a:ext cx="1912439" cy="2200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4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Lifecycle Side Table</a:t>
            </a:r>
            <a:endParaRPr sz="1425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771525" y="1595895"/>
            <a:ext cx="5530234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FFFFFF">
                    <a:alpha val="9000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lang="en-US" altLang="zh-CN" sz="1050">
                <a:solidFill>
                  <a:srgbClr val="FFFFFF">
                    <a:alpha val="9000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 block</a:t>
            </a:r>
            <a:r>
              <a:rPr lang="zh-CN" altLang="en-US" sz="1050">
                <a:solidFill>
                  <a:srgbClr val="FFFFFF">
                    <a:alpha val="9000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维护可解释的元数据</a:t>
            </a:r>
            <a:endParaRPr lang="zh-CN" altLang="en-US" sz="1050">
              <a:solidFill>
                <a:srgbClr val="FFFFFF">
                  <a:alpha val="90001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9"/>
            </p:custDataLst>
          </p:nvPr>
        </p:nvSpPr>
        <p:spPr>
          <a:xfrm>
            <a:off x="575945" y="2165350"/>
            <a:ext cx="5920740" cy="927100"/>
          </a:xfrm>
          <a:custGeom>
            <a:avLst/>
            <a:gdLst>
              <a:gd name="sw" fmla="*/ 1 w 9324"/>
              <a:gd name="sh" fmla="*/ 1 h 1459"/>
              <a:gd name="mins" fmla="min sw sh"/>
              <a:gd name="dsw" fmla="+- 0 sw mins"/>
              <a:gd name="dsh" fmla="+- 0 sh mins"/>
              <a:gd name="p0x0" fmla="*/ 60 w 9324"/>
              <a:gd name="p0y0" fmla="*/ 0 h 1459"/>
              <a:gd name="p0x1" fmla="*/ 9264 w 9324"/>
              <a:gd name="p0y1" fmla="*/ 0 h 1459"/>
              <a:gd name="p0x2" fmla="*/ 9297 w 9324"/>
              <a:gd name="p0y2" fmla="*/ 0 h 1459"/>
              <a:gd name="p0x3" fmla="*/ 9324 w 9324"/>
              <a:gd name="p0y3" fmla="*/ 26 h 1459"/>
              <a:gd name="p0x4" fmla="*/ 9324 w 9324"/>
              <a:gd name="p0y4" fmla="*/ 60 h 1459"/>
              <a:gd name="p0x5" fmla="*/ 9324 w 9324"/>
              <a:gd name="p0y5" fmla="*/ 1399 h 1459"/>
              <a:gd name="p0x6" fmla="*/ 9324 w 9324"/>
              <a:gd name="p0y6" fmla="*/ 1432 h 1459"/>
              <a:gd name="p0x7" fmla="*/ 9297 w 9324"/>
              <a:gd name="p0y7" fmla="*/ 1459 h 1459"/>
              <a:gd name="p0x8" fmla="*/ 9264 w 9324"/>
              <a:gd name="p0y8" fmla="*/ 1459 h 1459"/>
              <a:gd name="p0x9" fmla="*/ 60 w 9324"/>
              <a:gd name="p0y9" fmla="*/ 1459 h 1459"/>
              <a:gd name="p0x10" fmla="*/ 26 w 9324"/>
              <a:gd name="p0y10" fmla="*/ 1459 h 1459"/>
              <a:gd name="p0x11" fmla="*/ 0 w 9324"/>
              <a:gd name="p0y11" fmla="*/ 1432 h 1459"/>
              <a:gd name="p0x12" fmla="*/ 0 w 9324"/>
              <a:gd name="p0y12" fmla="*/ 1399 h 1459"/>
              <a:gd name="p0x13" fmla="*/ 0 w 9324"/>
              <a:gd name="p0y13" fmla="*/ 60 h 1459"/>
              <a:gd name="p0x14" fmla="*/ 0 w 9324"/>
              <a:gd name="p0y14" fmla="*/ 26 h 1459"/>
              <a:gd name="p0x15" fmla="*/ 26 w 9324"/>
              <a:gd name="p0y15" fmla="*/ 0 h 1459"/>
              <a:gd name="p0x16" fmla="*/ 60 w 9324"/>
              <a:gd name="p0y16" fmla="*/ 0 h 145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10"/>
            </p:custDataLst>
          </p:nvPr>
        </p:nvSpPr>
        <p:spPr>
          <a:xfrm>
            <a:off x="771525" y="2357755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120 w 405"/>
              <a:gd name="p0y0" fmla="*/ 0 h 405"/>
              <a:gd name="p0x1" fmla="*/ 285 w 405"/>
              <a:gd name="p0y1" fmla="*/ 0 h 405"/>
              <a:gd name="p0x2" fmla="*/ 351 w 405"/>
              <a:gd name="p0y2" fmla="*/ 0 h 405"/>
              <a:gd name="p0x3" fmla="*/ 405 w 405"/>
              <a:gd name="p0y3" fmla="*/ 53 h 405"/>
              <a:gd name="p0x4" fmla="*/ 405 w 405"/>
              <a:gd name="p0y4" fmla="*/ 120 h 405"/>
              <a:gd name="p0x5" fmla="*/ 405 w 405"/>
              <a:gd name="p0y5" fmla="*/ 285 h 405"/>
              <a:gd name="p0x6" fmla="*/ 405 w 405"/>
              <a:gd name="p0y6" fmla="*/ 351 h 405"/>
              <a:gd name="p0x7" fmla="*/ 351 w 405"/>
              <a:gd name="p0y7" fmla="*/ 405 h 405"/>
              <a:gd name="p0x8" fmla="*/ 285 w 405"/>
              <a:gd name="p0y8" fmla="*/ 405 h 405"/>
              <a:gd name="p0x9" fmla="*/ 120 w 405"/>
              <a:gd name="p0y9" fmla="*/ 405 h 405"/>
              <a:gd name="p0x10" fmla="*/ 53 w 405"/>
              <a:gd name="p0y10" fmla="*/ 405 h 405"/>
              <a:gd name="p0x11" fmla="*/ 0 w 405"/>
              <a:gd name="p0y11" fmla="*/ 351 h 405"/>
              <a:gd name="p0x12" fmla="*/ 0 w 405"/>
              <a:gd name="p0y12" fmla="*/ 285 h 405"/>
              <a:gd name="p0x13" fmla="*/ 0 w 405"/>
              <a:gd name="p0y13" fmla="*/ 120 h 405"/>
              <a:gd name="p0x14" fmla="*/ 0 w 405"/>
              <a:gd name="p0y14" fmla="*/ 53 h 405"/>
              <a:gd name="p0x15" fmla="*/ 53 w 405"/>
              <a:gd name="p0y15" fmla="*/ 0 h 405"/>
              <a:gd name="p0x16" fmla="*/ 120 w 405"/>
              <a:gd name="p0y16" fmla="*/ 0 h 4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2381" t="-6167" r="-2381" b="-6167"/>
          <a:stretch>
            <a:fillRect/>
          </a:stretch>
        </p:blipFill>
        <p:spPr>
          <a:xfrm>
            <a:off x="795020" y="2376805"/>
            <a:ext cx="209550" cy="213995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14"/>
            </p:custDataLst>
          </p:nvPr>
        </p:nvSpPr>
        <p:spPr>
          <a:xfrm>
            <a:off x="1066800" y="2400862"/>
            <a:ext cx="666826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05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基础标识</a:t>
            </a:r>
            <a:endParaRPr sz="105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15"/>
            </p:custDataLst>
          </p:nvPr>
        </p:nvSpPr>
        <p:spPr>
          <a:xfrm>
            <a:off x="771525" y="2687955"/>
            <a:ext cx="571500" cy="213995"/>
          </a:xfrm>
          <a:custGeom>
            <a:avLst/>
            <a:gdLst>
              <a:gd name="sw" fmla="*/ 1 w 900"/>
              <a:gd name="sh" fmla="*/ 1 h 337"/>
              <a:gd name="mins" fmla="min sw sh"/>
              <a:gd name="dsw" fmla="+- 0 sw mins"/>
              <a:gd name="dsh" fmla="+- 0 sh mins"/>
              <a:gd name="p0x0" fmla="*/ 60 w 900"/>
              <a:gd name="p0y0" fmla="*/ 0 h 337"/>
              <a:gd name="p0x1" fmla="*/ 840 w 900"/>
              <a:gd name="p0y1" fmla="*/ 0 h 337"/>
              <a:gd name="p0x2" fmla="*/ 873 w 900"/>
              <a:gd name="p0y2" fmla="*/ 0 h 337"/>
              <a:gd name="p0x3" fmla="*/ 900 w 900"/>
              <a:gd name="p0y3" fmla="*/ 26 h 337"/>
              <a:gd name="p0x4" fmla="*/ 900 w 900"/>
              <a:gd name="p0y4" fmla="*/ 60 h 337"/>
              <a:gd name="p0x5" fmla="*/ 900 w 900"/>
              <a:gd name="p0y5" fmla="*/ 277 h 337"/>
              <a:gd name="p0x6" fmla="*/ 900 w 900"/>
              <a:gd name="p0y6" fmla="*/ 310 h 337"/>
              <a:gd name="p0x7" fmla="*/ 873 w 900"/>
              <a:gd name="p0y7" fmla="*/ 337 h 337"/>
              <a:gd name="p0x8" fmla="*/ 840 w 900"/>
              <a:gd name="p0y8" fmla="*/ 337 h 337"/>
              <a:gd name="p0x9" fmla="*/ 60 w 900"/>
              <a:gd name="p0y9" fmla="*/ 337 h 337"/>
              <a:gd name="p0x10" fmla="*/ 26 w 900"/>
              <a:gd name="p0y10" fmla="*/ 337 h 337"/>
              <a:gd name="p0x11" fmla="*/ 0 w 900"/>
              <a:gd name="p0y11" fmla="*/ 310 h 337"/>
              <a:gd name="p0x12" fmla="*/ 0 w 900"/>
              <a:gd name="p0y12" fmla="*/ 277 h 337"/>
              <a:gd name="p0x13" fmla="*/ 0 w 900"/>
              <a:gd name="p0y13" fmla="*/ 60 h 337"/>
              <a:gd name="p0x14" fmla="*/ 0 w 900"/>
              <a:gd name="p0y14" fmla="*/ 26 h 337"/>
              <a:gd name="p0x15" fmla="*/ 26 w 900"/>
              <a:gd name="p0y15" fmla="*/ 0 h 337"/>
              <a:gd name="p0x16" fmla="*/ 60 w 900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6"/>
            </p:custDataLst>
          </p:nvPr>
        </p:nvSpPr>
        <p:spPr>
          <a:xfrm>
            <a:off x="809625" y="2707253"/>
            <a:ext cx="62894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 id</a:t>
            </a:r>
            <a:endParaRPr sz="1050">
              <a:solidFill>
                <a:srgbClr val="2730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17"/>
            </p:custDataLst>
          </p:nvPr>
        </p:nvSpPr>
        <p:spPr>
          <a:xfrm>
            <a:off x="1362075" y="2687955"/>
            <a:ext cx="766445" cy="213995"/>
          </a:xfrm>
          <a:custGeom>
            <a:avLst/>
            <a:gdLst>
              <a:gd name="sw" fmla="*/ 1 w 1207"/>
              <a:gd name="sh" fmla="*/ 1 h 337"/>
              <a:gd name="mins" fmla="min sw sh"/>
              <a:gd name="dsw" fmla="+- 0 sw mins"/>
              <a:gd name="dsh" fmla="+- 0 sh mins"/>
              <a:gd name="p0x0" fmla="*/ 60 w 1207"/>
              <a:gd name="p0y0" fmla="*/ 0 h 337"/>
              <a:gd name="p0x1" fmla="*/ 1147 w 1207"/>
              <a:gd name="p0y1" fmla="*/ 0 h 337"/>
              <a:gd name="p0x2" fmla="*/ 1180 w 1207"/>
              <a:gd name="p0y2" fmla="*/ 0 h 337"/>
              <a:gd name="p0x3" fmla="*/ 1207 w 1207"/>
              <a:gd name="p0y3" fmla="*/ 26 h 337"/>
              <a:gd name="p0x4" fmla="*/ 1207 w 1207"/>
              <a:gd name="p0y4" fmla="*/ 60 h 337"/>
              <a:gd name="p0x5" fmla="*/ 1207 w 1207"/>
              <a:gd name="p0y5" fmla="*/ 277 h 337"/>
              <a:gd name="p0x6" fmla="*/ 1207 w 1207"/>
              <a:gd name="p0y6" fmla="*/ 310 h 337"/>
              <a:gd name="p0x7" fmla="*/ 1180 w 1207"/>
              <a:gd name="p0y7" fmla="*/ 337 h 337"/>
              <a:gd name="p0x8" fmla="*/ 1147 w 1207"/>
              <a:gd name="p0y8" fmla="*/ 337 h 337"/>
              <a:gd name="p0x9" fmla="*/ 60 w 1207"/>
              <a:gd name="p0y9" fmla="*/ 337 h 337"/>
              <a:gd name="p0x10" fmla="*/ 26 w 1207"/>
              <a:gd name="p0y10" fmla="*/ 337 h 337"/>
              <a:gd name="p0x11" fmla="*/ 0 w 1207"/>
              <a:gd name="p0y11" fmla="*/ 310 h 337"/>
              <a:gd name="p0x12" fmla="*/ 0 w 1207"/>
              <a:gd name="p0y12" fmla="*/ 277 h 337"/>
              <a:gd name="p0x13" fmla="*/ 0 w 1207"/>
              <a:gd name="p0y13" fmla="*/ 60 h 337"/>
              <a:gd name="p0x14" fmla="*/ 0 w 1207"/>
              <a:gd name="p0y14" fmla="*/ 26 h 337"/>
              <a:gd name="p0x15" fmla="*/ 26 w 1207"/>
              <a:gd name="p0y15" fmla="*/ 0 h 337"/>
              <a:gd name="p0x16" fmla="*/ 60 w 1207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18"/>
            </p:custDataLst>
          </p:nvPr>
        </p:nvSpPr>
        <p:spPr>
          <a:xfrm>
            <a:off x="1400470" y="2707253"/>
            <a:ext cx="823617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 hash</a:t>
            </a:r>
            <a:endParaRPr sz="1050">
              <a:solidFill>
                <a:srgbClr val="2730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19"/>
            </p:custDataLst>
          </p:nvPr>
        </p:nvSpPr>
        <p:spPr>
          <a:xfrm>
            <a:off x="2147570" y="2687955"/>
            <a:ext cx="838200" cy="213995"/>
          </a:xfrm>
          <a:custGeom>
            <a:avLst/>
            <a:gdLst>
              <a:gd name="sw" fmla="*/ 1 w 1320"/>
              <a:gd name="sh" fmla="*/ 1 h 337"/>
              <a:gd name="mins" fmla="min sw sh"/>
              <a:gd name="dsw" fmla="+- 0 sw mins"/>
              <a:gd name="dsh" fmla="+- 0 sh mins"/>
              <a:gd name="p0x0" fmla="*/ 60 w 1320"/>
              <a:gd name="p0y0" fmla="*/ 0 h 337"/>
              <a:gd name="p0x1" fmla="*/ 1260 w 1320"/>
              <a:gd name="p0y1" fmla="*/ 0 h 337"/>
              <a:gd name="p0x2" fmla="*/ 1293 w 1320"/>
              <a:gd name="p0y2" fmla="*/ 0 h 337"/>
              <a:gd name="p0x3" fmla="*/ 1320 w 1320"/>
              <a:gd name="p0y3" fmla="*/ 26 h 337"/>
              <a:gd name="p0x4" fmla="*/ 1320 w 1320"/>
              <a:gd name="p0y4" fmla="*/ 60 h 337"/>
              <a:gd name="p0x5" fmla="*/ 1320 w 1320"/>
              <a:gd name="p0y5" fmla="*/ 277 h 337"/>
              <a:gd name="p0x6" fmla="*/ 1320 w 1320"/>
              <a:gd name="p0y6" fmla="*/ 310 h 337"/>
              <a:gd name="p0x7" fmla="*/ 1293 w 1320"/>
              <a:gd name="p0y7" fmla="*/ 337 h 337"/>
              <a:gd name="p0x8" fmla="*/ 1260 w 1320"/>
              <a:gd name="p0y8" fmla="*/ 337 h 337"/>
              <a:gd name="p0x9" fmla="*/ 60 w 1320"/>
              <a:gd name="p0y9" fmla="*/ 337 h 337"/>
              <a:gd name="p0x10" fmla="*/ 26 w 1320"/>
              <a:gd name="p0y10" fmla="*/ 337 h 337"/>
              <a:gd name="p0x11" fmla="*/ 0 w 1320"/>
              <a:gd name="p0y11" fmla="*/ 310 h 337"/>
              <a:gd name="p0x12" fmla="*/ 0 w 1320"/>
              <a:gd name="p0y12" fmla="*/ 277 h 337"/>
              <a:gd name="p0x13" fmla="*/ 0 w 1320"/>
              <a:gd name="p0y13" fmla="*/ 60 h 337"/>
              <a:gd name="p0x14" fmla="*/ 0 w 1320"/>
              <a:gd name="p0y14" fmla="*/ 26 h 337"/>
              <a:gd name="p0x15" fmla="*/ 26 w 1320"/>
              <a:gd name="p0y15" fmla="*/ 0 h 337"/>
              <a:gd name="p0x16" fmla="*/ 60 w 1320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0"/>
            </p:custDataLst>
          </p:nvPr>
        </p:nvSpPr>
        <p:spPr>
          <a:xfrm>
            <a:off x="2185988" y="2707253"/>
            <a:ext cx="89564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prefix depth</a:t>
            </a:r>
            <a:endParaRPr sz="1050">
              <a:solidFill>
                <a:srgbClr val="2730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1"/>
            </p:custDataLst>
          </p:nvPr>
        </p:nvSpPr>
        <p:spPr>
          <a:xfrm>
            <a:off x="3004820" y="2687955"/>
            <a:ext cx="709930" cy="213995"/>
          </a:xfrm>
          <a:custGeom>
            <a:avLst/>
            <a:gdLst>
              <a:gd name="sw" fmla="*/ 1 w 1117"/>
              <a:gd name="sh" fmla="*/ 1 h 337"/>
              <a:gd name="mins" fmla="min sw sh"/>
              <a:gd name="dsw" fmla="+- 0 sw mins"/>
              <a:gd name="dsh" fmla="+- 0 sh mins"/>
              <a:gd name="p0x0" fmla="*/ 60 w 1117"/>
              <a:gd name="p0y0" fmla="*/ 0 h 337"/>
              <a:gd name="p0x1" fmla="*/ 1057 w 1117"/>
              <a:gd name="p0y1" fmla="*/ 0 h 337"/>
              <a:gd name="p0x2" fmla="*/ 1090 w 1117"/>
              <a:gd name="p0y2" fmla="*/ 0 h 337"/>
              <a:gd name="p0x3" fmla="*/ 1117 w 1117"/>
              <a:gd name="p0y3" fmla="*/ 26 h 337"/>
              <a:gd name="p0x4" fmla="*/ 1117 w 1117"/>
              <a:gd name="p0y4" fmla="*/ 60 h 337"/>
              <a:gd name="p0x5" fmla="*/ 1117 w 1117"/>
              <a:gd name="p0y5" fmla="*/ 277 h 337"/>
              <a:gd name="p0x6" fmla="*/ 1117 w 1117"/>
              <a:gd name="p0y6" fmla="*/ 310 h 337"/>
              <a:gd name="p0x7" fmla="*/ 1090 w 1117"/>
              <a:gd name="p0y7" fmla="*/ 337 h 337"/>
              <a:gd name="p0x8" fmla="*/ 1057 w 1117"/>
              <a:gd name="p0y8" fmla="*/ 337 h 337"/>
              <a:gd name="p0x9" fmla="*/ 60 w 1117"/>
              <a:gd name="p0y9" fmla="*/ 337 h 337"/>
              <a:gd name="p0x10" fmla="*/ 26 w 1117"/>
              <a:gd name="p0y10" fmla="*/ 337 h 337"/>
              <a:gd name="p0x11" fmla="*/ 0 w 1117"/>
              <a:gd name="p0y11" fmla="*/ 310 h 337"/>
              <a:gd name="p0x12" fmla="*/ 0 w 1117"/>
              <a:gd name="p0y12" fmla="*/ 277 h 337"/>
              <a:gd name="p0x13" fmla="*/ 0 w 1117"/>
              <a:gd name="p0y13" fmla="*/ 60 h 337"/>
              <a:gd name="p0x14" fmla="*/ 0 w 1117"/>
              <a:gd name="p0y14" fmla="*/ 26 h 337"/>
              <a:gd name="p0x15" fmla="*/ 26 w 1117"/>
              <a:gd name="p0y15" fmla="*/ 0 h 337"/>
              <a:gd name="p0x16" fmla="*/ 60 w 1117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2"/>
            </p:custDataLst>
          </p:nvPr>
        </p:nvSpPr>
        <p:spPr>
          <a:xfrm>
            <a:off x="3043533" y="2707253"/>
            <a:ext cx="76668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request id</a:t>
            </a:r>
            <a:endParaRPr sz="1050">
              <a:solidFill>
                <a:srgbClr val="2730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任意多边形 27"/>
          <p:cNvSpPr/>
          <p:nvPr>
            <p:custDataLst>
              <p:tags r:id="rId23"/>
            </p:custDataLst>
          </p:nvPr>
        </p:nvSpPr>
        <p:spPr>
          <a:xfrm>
            <a:off x="575945" y="3292475"/>
            <a:ext cx="5920740" cy="926465"/>
          </a:xfrm>
          <a:custGeom>
            <a:avLst/>
            <a:gdLst>
              <a:gd name="sw" fmla="*/ 1 w 9324"/>
              <a:gd name="sh" fmla="*/ 1 h 1459"/>
              <a:gd name="mins" fmla="min sw sh"/>
              <a:gd name="dsw" fmla="+- 0 sw mins"/>
              <a:gd name="dsh" fmla="+- 0 sh mins"/>
              <a:gd name="p0x0" fmla="*/ 60 w 9324"/>
              <a:gd name="p0y0" fmla="*/ 0 h 1459"/>
              <a:gd name="p0x1" fmla="*/ 9264 w 9324"/>
              <a:gd name="p0y1" fmla="*/ 0 h 1459"/>
              <a:gd name="p0x2" fmla="*/ 9297 w 9324"/>
              <a:gd name="p0y2" fmla="*/ 0 h 1459"/>
              <a:gd name="p0x3" fmla="*/ 9324 w 9324"/>
              <a:gd name="p0y3" fmla="*/ 26 h 1459"/>
              <a:gd name="p0x4" fmla="*/ 9324 w 9324"/>
              <a:gd name="p0y4" fmla="*/ 60 h 1459"/>
              <a:gd name="p0x5" fmla="*/ 9324 w 9324"/>
              <a:gd name="p0y5" fmla="*/ 1399 h 1459"/>
              <a:gd name="p0x6" fmla="*/ 9324 w 9324"/>
              <a:gd name="p0y6" fmla="*/ 1432 h 1459"/>
              <a:gd name="p0x7" fmla="*/ 9297 w 9324"/>
              <a:gd name="p0y7" fmla="*/ 1459 h 1459"/>
              <a:gd name="p0x8" fmla="*/ 9264 w 9324"/>
              <a:gd name="p0y8" fmla="*/ 1459 h 1459"/>
              <a:gd name="p0x9" fmla="*/ 60 w 9324"/>
              <a:gd name="p0y9" fmla="*/ 1459 h 1459"/>
              <a:gd name="p0x10" fmla="*/ 26 w 9324"/>
              <a:gd name="p0y10" fmla="*/ 1459 h 1459"/>
              <a:gd name="p0x11" fmla="*/ 0 w 9324"/>
              <a:gd name="p0y11" fmla="*/ 1432 h 1459"/>
              <a:gd name="p0x12" fmla="*/ 0 w 9324"/>
              <a:gd name="p0y12" fmla="*/ 1399 h 1459"/>
              <a:gd name="p0x13" fmla="*/ 0 w 9324"/>
              <a:gd name="p0y13" fmla="*/ 60 h 1459"/>
              <a:gd name="p0x14" fmla="*/ 0 w 9324"/>
              <a:gd name="p0y14" fmla="*/ 26 h 1459"/>
              <a:gd name="p0x15" fmla="*/ 26 w 9324"/>
              <a:gd name="p0y15" fmla="*/ 0 h 1459"/>
              <a:gd name="p0x16" fmla="*/ 60 w 9324"/>
              <a:gd name="p0y16" fmla="*/ 0 h 145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任意多边形 28"/>
          <p:cNvSpPr/>
          <p:nvPr>
            <p:custDataLst>
              <p:tags r:id="rId24"/>
            </p:custDataLst>
          </p:nvPr>
        </p:nvSpPr>
        <p:spPr>
          <a:xfrm>
            <a:off x="771525" y="3484245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120 w 405"/>
              <a:gd name="p0y0" fmla="*/ 0 h 405"/>
              <a:gd name="p0x1" fmla="*/ 285 w 405"/>
              <a:gd name="p0y1" fmla="*/ 0 h 405"/>
              <a:gd name="p0x2" fmla="*/ 351 w 405"/>
              <a:gd name="p0y2" fmla="*/ 0 h 405"/>
              <a:gd name="p0x3" fmla="*/ 405 w 405"/>
              <a:gd name="p0y3" fmla="*/ 53 h 405"/>
              <a:gd name="p0x4" fmla="*/ 405 w 405"/>
              <a:gd name="p0y4" fmla="*/ 120 h 405"/>
              <a:gd name="p0x5" fmla="*/ 405 w 405"/>
              <a:gd name="p0y5" fmla="*/ 285 h 405"/>
              <a:gd name="p0x6" fmla="*/ 405 w 405"/>
              <a:gd name="p0y6" fmla="*/ 351 h 405"/>
              <a:gd name="p0x7" fmla="*/ 351 w 405"/>
              <a:gd name="p0y7" fmla="*/ 405 h 405"/>
              <a:gd name="p0x8" fmla="*/ 285 w 405"/>
              <a:gd name="p0y8" fmla="*/ 405 h 405"/>
              <a:gd name="p0x9" fmla="*/ 120 w 405"/>
              <a:gd name="p0y9" fmla="*/ 405 h 405"/>
              <a:gd name="p0x10" fmla="*/ 53 w 405"/>
              <a:gd name="p0y10" fmla="*/ 405 h 405"/>
              <a:gd name="p0x11" fmla="*/ 0 w 405"/>
              <a:gd name="p0y11" fmla="*/ 351 h 405"/>
              <a:gd name="p0x12" fmla="*/ 0 w 405"/>
              <a:gd name="p0y12" fmla="*/ 285 h 405"/>
              <a:gd name="p0x13" fmla="*/ 0 w 405"/>
              <a:gd name="p0y13" fmla="*/ 120 h 405"/>
              <a:gd name="p0x14" fmla="*/ 0 w 405"/>
              <a:gd name="p0y14" fmla="*/ 53 h 405"/>
              <a:gd name="p0x15" fmla="*/ 53 w 405"/>
              <a:gd name="p0y15" fmla="*/ 0 h 405"/>
              <a:gd name="p0x16" fmla="*/ 120 w 405"/>
              <a:gd name="p0y16" fmla="*/ 0 h 4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rcRect l="-2381" t="-12593" r="-2381" b="-12593"/>
          <a:stretch>
            <a:fillRect/>
          </a:stretch>
        </p:blipFill>
        <p:spPr>
          <a:xfrm>
            <a:off x="795020" y="3503295"/>
            <a:ext cx="209550" cy="21463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28"/>
            </p:custDataLst>
          </p:nvPr>
        </p:nvSpPr>
        <p:spPr>
          <a:xfrm>
            <a:off x="1066800" y="3527412"/>
            <a:ext cx="666826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05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访问统计</a:t>
            </a:r>
            <a:endParaRPr sz="105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29"/>
            </p:custDataLst>
          </p:nvPr>
        </p:nvSpPr>
        <p:spPr>
          <a:xfrm>
            <a:off x="771525" y="3814445"/>
            <a:ext cx="650875" cy="213995"/>
          </a:xfrm>
          <a:custGeom>
            <a:avLst/>
            <a:gdLst>
              <a:gd name="sw" fmla="*/ 1 w 1025"/>
              <a:gd name="sh" fmla="*/ 1 h 337"/>
              <a:gd name="mins" fmla="min sw sh"/>
              <a:gd name="dsw" fmla="+- 0 sw mins"/>
              <a:gd name="dsh" fmla="+- 0 sh mins"/>
              <a:gd name="p0x0" fmla="*/ 60 w 1025"/>
              <a:gd name="p0y0" fmla="*/ 0 h 337"/>
              <a:gd name="p0x1" fmla="*/ 965 w 1025"/>
              <a:gd name="p0y1" fmla="*/ 0 h 337"/>
              <a:gd name="p0x2" fmla="*/ 998 w 1025"/>
              <a:gd name="p0y2" fmla="*/ 0 h 337"/>
              <a:gd name="p0x3" fmla="*/ 1025 w 1025"/>
              <a:gd name="p0y3" fmla="*/ 26 h 337"/>
              <a:gd name="p0x4" fmla="*/ 1025 w 1025"/>
              <a:gd name="p0y4" fmla="*/ 60 h 337"/>
              <a:gd name="p0x5" fmla="*/ 1025 w 1025"/>
              <a:gd name="p0y5" fmla="*/ 277 h 337"/>
              <a:gd name="p0x6" fmla="*/ 1025 w 1025"/>
              <a:gd name="p0y6" fmla="*/ 310 h 337"/>
              <a:gd name="p0x7" fmla="*/ 998 w 1025"/>
              <a:gd name="p0y7" fmla="*/ 337 h 337"/>
              <a:gd name="p0x8" fmla="*/ 965 w 1025"/>
              <a:gd name="p0y8" fmla="*/ 337 h 337"/>
              <a:gd name="p0x9" fmla="*/ 60 w 1025"/>
              <a:gd name="p0y9" fmla="*/ 337 h 337"/>
              <a:gd name="p0x10" fmla="*/ 26 w 1025"/>
              <a:gd name="p0y10" fmla="*/ 337 h 337"/>
              <a:gd name="p0x11" fmla="*/ 0 w 1025"/>
              <a:gd name="p0y11" fmla="*/ 310 h 337"/>
              <a:gd name="p0x12" fmla="*/ 0 w 1025"/>
              <a:gd name="p0y12" fmla="*/ 277 h 337"/>
              <a:gd name="p0x13" fmla="*/ 0 w 1025"/>
              <a:gd name="p0y13" fmla="*/ 60 h 337"/>
              <a:gd name="p0x14" fmla="*/ 0 w 1025"/>
              <a:gd name="p0y14" fmla="*/ 26 h 337"/>
              <a:gd name="p0x15" fmla="*/ 26 w 1025"/>
              <a:gd name="p0y15" fmla="*/ 0 h 337"/>
              <a:gd name="p0x16" fmla="*/ 60 w 1025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7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30"/>
            </p:custDataLst>
          </p:nvPr>
        </p:nvSpPr>
        <p:spPr>
          <a:xfrm>
            <a:off x="809625" y="3833803"/>
            <a:ext cx="708269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6F3A1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ref count</a:t>
            </a:r>
            <a:endParaRPr sz="1050">
              <a:solidFill>
                <a:srgbClr val="6F3A1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31"/>
            </p:custDataLst>
          </p:nvPr>
        </p:nvSpPr>
        <p:spPr>
          <a:xfrm>
            <a:off x="1441450" y="3814445"/>
            <a:ext cx="628650" cy="213995"/>
          </a:xfrm>
          <a:custGeom>
            <a:avLst/>
            <a:gdLst>
              <a:gd name="sw" fmla="*/ 1 w 989"/>
              <a:gd name="sh" fmla="*/ 1 h 337"/>
              <a:gd name="mins" fmla="min sw sh"/>
              <a:gd name="dsw" fmla="+- 0 sw mins"/>
              <a:gd name="dsh" fmla="+- 0 sh mins"/>
              <a:gd name="p0x0" fmla="*/ 60 w 989"/>
              <a:gd name="p0y0" fmla="*/ 0 h 337"/>
              <a:gd name="p0x1" fmla="*/ 929 w 989"/>
              <a:gd name="p0y1" fmla="*/ 0 h 337"/>
              <a:gd name="p0x2" fmla="*/ 963 w 989"/>
              <a:gd name="p0y2" fmla="*/ 0 h 337"/>
              <a:gd name="p0x3" fmla="*/ 989 w 989"/>
              <a:gd name="p0y3" fmla="*/ 26 h 337"/>
              <a:gd name="p0x4" fmla="*/ 989 w 989"/>
              <a:gd name="p0y4" fmla="*/ 60 h 337"/>
              <a:gd name="p0x5" fmla="*/ 989 w 989"/>
              <a:gd name="p0y5" fmla="*/ 277 h 337"/>
              <a:gd name="p0x6" fmla="*/ 989 w 989"/>
              <a:gd name="p0y6" fmla="*/ 310 h 337"/>
              <a:gd name="p0x7" fmla="*/ 963 w 989"/>
              <a:gd name="p0y7" fmla="*/ 337 h 337"/>
              <a:gd name="p0x8" fmla="*/ 929 w 989"/>
              <a:gd name="p0y8" fmla="*/ 337 h 337"/>
              <a:gd name="p0x9" fmla="*/ 60 w 989"/>
              <a:gd name="p0y9" fmla="*/ 337 h 337"/>
              <a:gd name="p0x10" fmla="*/ 26 w 989"/>
              <a:gd name="p0y10" fmla="*/ 337 h 337"/>
              <a:gd name="p0x11" fmla="*/ 0 w 989"/>
              <a:gd name="p0y11" fmla="*/ 310 h 337"/>
              <a:gd name="p0x12" fmla="*/ 0 w 989"/>
              <a:gd name="p0y12" fmla="*/ 277 h 337"/>
              <a:gd name="p0x13" fmla="*/ 0 w 989"/>
              <a:gd name="p0y13" fmla="*/ 60 h 337"/>
              <a:gd name="p0x14" fmla="*/ 0 w 989"/>
              <a:gd name="p0y14" fmla="*/ 26 h 337"/>
              <a:gd name="p0x15" fmla="*/ 26 w 989"/>
              <a:gd name="p0y15" fmla="*/ 0 h 337"/>
              <a:gd name="p0x16" fmla="*/ 60 w 989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7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2"/>
            </p:custDataLst>
          </p:nvPr>
        </p:nvSpPr>
        <p:spPr>
          <a:xfrm>
            <a:off x="1479794" y="3833803"/>
            <a:ext cx="685724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6F3A1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hit count</a:t>
            </a:r>
            <a:endParaRPr sz="1050">
              <a:solidFill>
                <a:srgbClr val="6F3A1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33"/>
            </p:custDataLst>
          </p:nvPr>
        </p:nvSpPr>
        <p:spPr>
          <a:xfrm>
            <a:off x="2089150" y="3814445"/>
            <a:ext cx="834390" cy="213995"/>
          </a:xfrm>
          <a:custGeom>
            <a:avLst/>
            <a:gdLst>
              <a:gd name="sw" fmla="*/ 1 w 1314"/>
              <a:gd name="sh" fmla="*/ 1 h 337"/>
              <a:gd name="mins" fmla="min sw sh"/>
              <a:gd name="dsw" fmla="+- 0 sw mins"/>
              <a:gd name="dsh" fmla="+- 0 sh mins"/>
              <a:gd name="p0x0" fmla="*/ 60 w 1314"/>
              <a:gd name="p0y0" fmla="*/ 0 h 337"/>
              <a:gd name="p0x1" fmla="*/ 1254 w 1314"/>
              <a:gd name="p0y1" fmla="*/ 0 h 337"/>
              <a:gd name="p0x2" fmla="*/ 1287 w 1314"/>
              <a:gd name="p0y2" fmla="*/ 0 h 337"/>
              <a:gd name="p0x3" fmla="*/ 1314 w 1314"/>
              <a:gd name="p0y3" fmla="*/ 26 h 337"/>
              <a:gd name="p0x4" fmla="*/ 1314 w 1314"/>
              <a:gd name="p0y4" fmla="*/ 60 h 337"/>
              <a:gd name="p0x5" fmla="*/ 1314 w 1314"/>
              <a:gd name="p0y5" fmla="*/ 277 h 337"/>
              <a:gd name="p0x6" fmla="*/ 1314 w 1314"/>
              <a:gd name="p0y6" fmla="*/ 310 h 337"/>
              <a:gd name="p0x7" fmla="*/ 1287 w 1314"/>
              <a:gd name="p0y7" fmla="*/ 337 h 337"/>
              <a:gd name="p0x8" fmla="*/ 1254 w 1314"/>
              <a:gd name="p0y8" fmla="*/ 337 h 337"/>
              <a:gd name="p0x9" fmla="*/ 60 w 1314"/>
              <a:gd name="p0y9" fmla="*/ 337 h 337"/>
              <a:gd name="p0x10" fmla="*/ 26 w 1314"/>
              <a:gd name="p0y10" fmla="*/ 337 h 337"/>
              <a:gd name="p0x11" fmla="*/ 0 w 1314"/>
              <a:gd name="p0y11" fmla="*/ 310 h 337"/>
              <a:gd name="p0x12" fmla="*/ 0 w 1314"/>
              <a:gd name="p0y12" fmla="*/ 277 h 337"/>
              <a:gd name="p0x13" fmla="*/ 0 w 1314"/>
              <a:gd name="p0y13" fmla="*/ 60 h 337"/>
              <a:gd name="p0x14" fmla="*/ 0 w 1314"/>
              <a:gd name="p0y14" fmla="*/ 26 h 337"/>
              <a:gd name="p0x15" fmla="*/ 26 w 1314"/>
              <a:gd name="p0y15" fmla="*/ 0 h 337"/>
              <a:gd name="p0x16" fmla="*/ 60 w 1314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7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34"/>
            </p:custDataLst>
          </p:nvPr>
        </p:nvSpPr>
        <p:spPr>
          <a:xfrm>
            <a:off x="2127428" y="3833803"/>
            <a:ext cx="891778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6F3A1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touch count</a:t>
            </a:r>
            <a:endParaRPr sz="1050">
              <a:solidFill>
                <a:srgbClr val="6F3A1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35"/>
            </p:custDataLst>
          </p:nvPr>
        </p:nvSpPr>
        <p:spPr>
          <a:xfrm>
            <a:off x="2942590" y="3814445"/>
            <a:ext cx="920750" cy="213995"/>
          </a:xfrm>
          <a:custGeom>
            <a:avLst/>
            <a:gdLst>
              <a:gd name="sw" fmla="*/ 1 w 1449"/>
              <a:gd name="sh" fmla="*/ 1 h 337"/>
              <a:gd name="mins" fmla="min sw sh"/>
              <a:gd name="dsw" fmla="+- 0 sw mins"/>
              <a:gd name="dsh" fmla="+- 0 sh mins"/>
              <a:gd name="p0x0" fmla="*/ 60 w 1449"/>
              <a:gd name="p0y0" fmla="*/ 0 h 337"/>
              <a:gd name="p0x1" fmla="*/ 1389 w 1449"/>
              <a:gd name="p0y1" fmla="*/ 0 h 337"/>
              <a:gd name="p0x2" fmla="*/ 1422 w 1449"/>
              <a:gd name="p0y2" fmla="*/ 0 h 337"/>
              <a:gd name="p0x3" fmla="*/ 1449 w 1449"/>
              <a:gd name="p0y3" fmla="*/ 26 h 337"/>
              <a:gd name="p0x4" fmla="*/ 1449 w 1449"/>
              <a:gd name="p0y4" fmla="*/ 60 h 337"/>
              <a:gd name="p0x5" fmla="*/ 1449 w 1449"/>
              <a:gd name="p0y5" fmla="*/ 277 h 337"/>
              <a:gd name="p0x6" fmla="*/ 1449 w 1449"/>
              <a:gd name="p0y6" fmla="*/ 310 h 337"/>
              <a:gd name="p0x7" fmla="*/ 1422 w 1449"/>
              <a:gd name="p0y7" fmla="*/ 337 h 337"/>
              <a:gd name="p0x8" fmla="*/ 1389 w 1449"/>
              <a:gd name="p0y8" fmla="*/ 337 h 337"/>
              <a:gd name="p0x9" fmla="*/ 60 w 1449"/>
              <a:gd name="p0y9" fmla="*/ 337 h 337"/>
              <a:gd name="p0x10" fmla="*/ 26 w 1449"/>
              <a:gd name="p0y10" fmla="*/ 337 h 337"/>
              <a:gd name="p0x11" fmla="*/ 0 w 1449"/>
              <a:gd name="p0y11" fmla="*/ 310 h 337"/>
              <a:gd name="p0x12" fmla="*/ 0 w 1449"/>
              <a:gd name="p0y12" fmla="*/ 277 h 337"/>
              <a:gd name="p0x13" fmla="*/ 0 w 1449"/>
              <a:gd name="p0y13" fmla="*/ 60 h 337"/>
              <a:gd name="p0x14" fmla="*/ 0 w 1449"/>
              <a:gd name="p0y14" fmla="*/ 26 h 337"/>
              <a:gd name="p0x15" fmla="*/ 26 w 1449"/>
              <a:gd name="p0y15" fmla="*/ 0 h 337"/>
              <a:gd name="p0x16" fmla="*/ 60 w 1449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7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36"/>
            </p:custDataLst>
          </p:nvPr>
        </p:nvSpPr>
        <p:spPr>
          <a:xfrm>
            <a:off x="2981106" y="3833803"/>
            <a:ext cx="97765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6F3A1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share degree</a:t>
            </a:r>
            <a:endParaRPr sz="1050">
              <a:solidFill>
                <a:srgbClr val="6F3A1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37"/>
            </p:custDataLst>
          </p:nvPr>
        </p:nvSpPr>
        <p:spPr>
          <a:xfrm>
            <a:off x="3882390" y="3814445"/>
            <a:ext cx="935990" cy="213995"/>
          </a:xfrm>
          <a:custGeom>
            <a:avLst/>
            <a:gdLst>
              <a:gd name="sw" fmla="*/ 1 w 1473"/>
              <a:gd name="sh" fmla="*/ 1 h 337"/>
              <a:gd name="mins" fmla="min sw sh"/>
              <a:gd name="dsw" fmla="+- 0 sw mins"/>
              <a:gd name="dsh" fmla="+- 0 sh mins"/>
              <a:gd name="p0x0" fmla="*/ 60 w 1473"/>
              <a:gd name="p0y0" fmla="*/ 0 h 337"/>
              <a:gd name="p0x1" fmla="*/ 1413 w 1473"/>
              <a:gd name="p0y1" fmla="*/ 0 h 337"/>
              <a:gd name="p0x2" fmla="*/ 1447 w 1473"/>
              <a:gd name="p0y2" fmla="*/ 0 h 337"/>
              <a:gd name="p0x3" fmla="*/ 1473 w 1473"/>
              <a:gd name="p0y3" fmla="*/ 26 h 337"/>
              <a:gd name="p0x4" fmla="*/ 1473 w 1473"/>
              <a:gd name="p0y4" fmla="*/ 60 h 337"/>
              <a:gd name="p0x5" fmla="*/ 1473 w 1473"/>
              <a:gd name="p0y5" fmla="*/ 277 h 337"/>
              <a:gd name="p0x6" fmla="*/ 1473 w 1473"/>
              <a:gd name="p0y6" fmla="*/ 310 h 337"/>
              <a:gd name="p0x7" fmla="*/ 1447 w 1473"/>
              <a:gd name="p0y7" fmla="*/ 337 h 337"/>
              <a:gd name="p0x8" fmla="*/ 1413 w 1473"/>
              <a:gd name="p0y8" fmla="*/ 337 h 337"/>
              <a:gd name="p0x9" fmla="*/ 60 w 1473"/>
              <a:gd name="p0y9" fmla="*/ 337 h 337"/>
              <a:gd name="p0x10" fmla="*/ 26 w 1473"/>
              <a:gd name="p0y10" fmla="*/ 337 h 337"/>
              <a:gd name="p0x11" fmla="*/ 0 w 1473"/>
              <a:gd name="p0y11" fmla="*/ 310 h 337"/>
              <a:gd name="p0x12" fmla="*/ 0 w 1473"/>
              <a:gd name="p0y12" fmla="*/ 277 h 337"/>
              <a:gd name="p0x13" fmla="*/ 0 w 1473"/>
              <a:gd name="p0y13" fmla="*/ 60 h 337"/>
              <a:gd name="p0x14" fmla="*/ 0 w 1473"/>
              <a:gd name="p0y14" fmla="*/ 26 h 337"/>
              <a:gd name="p0x15" fmla="*/ 26 w 1473"/>
              <a:gd name="p0y15" fmla="*/ 0 h 337"/>
              <a:gd name="p0x16" fmla="*/ 60 w 1473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7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38"/>
            </p:custDataLst>
          </p:nvPr>
        </p:nvSpPr>
        <p:spPr>
          <a:xfrm>
            <a:off x="3920652" y="3833803"/>
            <a:ext cx="993134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6F3A1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branch factor</a:t>
            </a:r>
            <a:endParaRPr sz="1050">
              <a:solidFill>
                <a:srgbClr val="6F3A1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39"/>
            </p:custDataLst>
          </p:nvPr>
        </p:nvSpPr>
        <p:spPr>
          <a:xfrm>
            <a:off x="575945" y="4418965"/>
            <a:ext cx="5920740" cy="926465"/>
          </a:xfrm>
          <a:custGeom>
            <a:avLst/>
            <a:gdLst>
              <a:gd name="sw" fmla="*/ 1 w 9324"/>
              <a:gd name="sh" fmla="*/ 1 h 1459"/>
              <a:gd name="mins" fmla="min sw sh"/>
              <a:gd name="dsw" fmla="+- 0 sw mins"/>
              <a:gd name="dsh" fmla="+- 0 sh mins"/>
              <a:gd name="p0x0" fmla="*/ 60 w 9324"/>
              <a:gd name="p0y0" fmla="*/ 0 h 1459"/>
              <a:gd name="p0x1" fmla="*/ 9264 w 9324"/>
              <a:gd name="p0y1" fmla="*/ 0 h 1459"/>
              <a:gd name="p0x2" fmla="*/ 9297 w 9324"/>
              <a:gd name="p0y2" fmla="*/ 0 h 1459"/>
              <a:gd name="p0x3" fmla="*/ 9324 w 9324"/>
              <a:gd name="p0y3" fmla="*/ 26 h 1459"/>
              <a:gd name="p0x4" fmla="*/ 9324 w 9324"/>
              <a:gd name="p0y4" fmla="*/ 60 h 1459"/>
              <a:gd name="p0x5" fmla="*/ 9324 w 9324"/>
              <a:gd name="p0y5" fmla="*/ 1399 h 1459"/>
              <a:gd name="p0x6" fmla="*/ 9324 w 9324"/>
              <a:gd name="p0y6" fmla="*/ 1432 h 1459"/>
              <a:gd name="p0x7" fmla="*/ 9297 w 9324"/>
              <a:gd name="p0y7" fmla="*/ 1459 h 1459"/>
              <a:gd name="p0x8" fmla="*/ 9264 w 9324"/>
              <a:gd name="p0y8" fmla="*/ 1459 h 1459"/>
              <a:gd name="p0x9" fmla="*/ 60 w 9324"/>
              <a:gd name="p0y9" fmla="*/ 1459 h 1459"/>
              <a:gd name="p0x10" fmla="*/ 26 w 9324"/>
              <a:gd name="p0y10" fmla="*/ 1459 h 1459"/>
              <a:gd name="p0x11" fmla="*/ 0 w 9324"/>
              <a:gd name="p0y11" fmla="*/ 1432 h 1459"/>
              <a:gd name="p0x12" fmla="*/ 0 w 9324"/>
              <a:gd name="p0y12" fmla="*/ 1399 h 1459"/>
              <a:gd name="p0x13" fmla="*/ 0 w 9324"/>
              <a:gd name="p0y13" fmla="*/ 60 h 1459"/>
              <a:gd name="p0x14" fmla="*/ 0 w 9324"/>
              <a:gd name="p0y14" fmla="*/ 26 h 1459"/>
              <a:gd name="p0x15" fmla="*/ 26 w 9324"/>
              <a:gd name="p0y15" fmla="*/ 0 h 1459"/>
              <a:gd name="p0x16" fmla="*/ 60 w 9324"/>
              <a:gd name="p0y16" fmla="*/ 0 h 145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>
            <p:custDataLst>
              <p:tags r:id="rId40"/>
            </p:custDataLst>
          </p:nvPr>
        </p:nvSpPr>
        <p:spPr>
          <a:xfrm>
            <a:off x="771525" y="4610735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120 w 405"/>
              <a:gd name="p0y0" fmla="*/ 0 h 405"/>
              <a:gd name="p0x1" fmla="*/ 285 w 405"/>
              <a:gd name="p0y1" fmla="*/ 0 h 405"/>
              <a:gd name="p0x2" fmla="*/ 351 w 405"/>
              <a:gd name="p0y2" fmla="*/ 0 h 405"/>
              <a:gd name="p0x3" fmla="*/ 405 w 405"/>
              <a:gd name="p0y3" fmla="*/ 53 h 405"/>
              <a:gd name="p0x4" fmla="*/ 405 w 405"/>
              <a:gd name="p0y4" fmla="*/ 120 h 405"/>
              <a:gd name="p0x5" fmla="*/ 405 w 405"/>
              <a:gd name="p0y5" fmla="*/ 285 h 405"/>
              <a:gd name="p0x6" fmla="*/ 405 w 405"/>
              <a:gd name="p0y6" fmla="*/ 351 h 405"/>
              <a:gd name="p0x7" fmla="*/ 351 w 405"/>
              <a:gd name="p0y7" fmla="*/ 405 h 405"/>
              <a:gd name="p0x8" fmla="*/ 285 w 405"/>
              <a:gd name="p0y8" fmla="*/ 405 h 405"/>
              <a:gd name="p0x9" fmla="*/ 120 w 405"/>
              <a:gd name="p0y9" fmla="*/ 405 h 405"/>
              <a:gd name="p0x10" fmla="*/ 53 w 405"/>
              <a:gd name="p0y10" fmla="*/ 405 h 405"/>
              <a:gd name="p0x11" fmla="*/ 0 w 405"/>
              <a:gd name="p0y11" fmla="*/ 351 h 405"/>
              <a:gd name="p0x12" fmla="*/ 0 w 405"/>
              <a:gd name="p0y12" fmla="*/ 285 h 405"/>
              <a:gd name="p0x13" fmla="*/ 0 w 405"/>
              <a:gd name="p0y13" fmla="*/ 120 h 405"/>
              <a:gd name="p0x14" fmla="*/ 0 w 405"/>
              <a:gd name="p0y14" fmla="*/ 53 h 405"/>
              <a:gd name="p0x15" fmla="*/ 53 w 405"/>
              <a:gd name="p0y15" fmla="*/ 0 h 405"/>
              <a:gd name="p0x16" fmla="*/ 120 w 405"/>
              <a:gd name="p0y16" fmla="*/ 0 h 4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4" name="图片 43"/>
          <p:cNvPicPr>
            <a:picLocks noChangeAspect="1"/>
          </p:cNvPicPr>
          <p:nvPr>
            <p:custDataLst>
              <p:tags r:id="rId41"/>
            </p:custDataLst>
          </p:nvPr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795020" y="4629785"/>
            <a:ext cx="209550" cy="214630"/>
          </a:xfrm>
          <a:prstGeom prst="rect">
            <a:avLst/>
          </a:prstGeom>
        </p:spPr>
      </p:pic>
      <p:sp>
        <p:nvSpPr>
          <p:cNvPr id="45" name="文本框 44"/>
          <p:cNvSpPr txBox="1"/>
          <p:nvPr>
            <p:custDataLst>
              <p:tags r:id="rId44"/>
            </p:custDataLst>
          </p:nvPr>
        </p:nvSpPr>
        <p:spPr>
          <a:xfrm>
            <a:off x="1066800" y="4653972"/>
            <a:ext cx="666826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05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时间成本</a:t>
            </a:r>
            <a:endParaRPr sz="105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45"/>
            </p:custDataLst>
          </p:nvPr>
        </p:nvSpPr>
        <p:spPr>
          <a:xfrm>
            <a:off x="771525" y="4940935"/>
            <a:ext cx="1076960" cy="214630"/>
          </a:xfrm>
          <a:custGeom>
            <a:avLst/>
            <a:gdLst>
              <a:gd name="sw" fmla="*/ 1 w 1696"/>
              <a:gd name="sh" fmla="*/ 1 h 337"/>
              <a:gd name="mins" fmla="min sw sh"/>
              <a:gd name="dsw" fmla="+- 0 sw mins"/>
              <a:gd name="dsh" fmla="+- 0 sh mins"/>
              <a:gd name="p0x0" fmla="*/ 60 w 1696"/>
              <a:gd name="p0y0" fmla="*/ 0 h 337"/>
              <a:gd name="p0x1" fmla="*/ 1636 w 1696"/>
              <a:gd name="p0y1" fmla="*/ 0 h 337"/>
              <a:gd name="p0x2" fmla="*/ 1670 w 1696"/>
              <a:gd name="p0y2" fmla="*/ 0 h 337"/>
              <a:gd name="p0x3" fmla="*/ 1696 w 1696"/>
              <a:gd name="p0y3" fmla="*/ 26 h 337"/>
              <a:gd name="p0x4" fmla="*/ 1696 w 1696"/>
              <a:gd name="p0y4" fmla="*/ 60 h 337"/>
              <a:gd name="p0x5" fmla="*/ 1696 w 1696"/>
              <a:gd name="p0y5" fmla="*/ 277 h 337"/>
              <a:gd name="p0x6" fmla="*/ 1696 w 1696"/>
              <a:gd name="p0y6" fmla="*/ 310 h 337"/>
              <a:gd name="p0x7" fmla="*/ 1670 w 1696"/>
              <a:gd name="p0y7" fmla="*/ 337 h 337"/>
              <a:gd name="p0x8" fmla="*/ 1636 w 1696"/>
              <a:gd name="p0y8" fmla="*/ 337 h 337"/>
              <a:gd name="p0x9" fmla="*/ 60 w 1696"/>
              <a:gd name="p0y9" fmla="*/ 337 h 337"/>
              <a:gd name="p0x10" fmla="*/ 26 w 1696"/>
              <a:gd name="p0y10" fmla="*/ 337 h 337"/>
              <a:gd name="p0x11" fmla="*/ 0 w 1696"/>
              <a:gd name="p0y11" fmla="*/ 310 h 337"/>
              <a:gd name="p0x12" fmla="*/ 0 w 1696"/>
              <a:gd name="p0y12" fmla="*/ 277 h 337"/>
              <a:gd name="p0x13" fmla="*/ 0 w 1696"/>
              <a:gd name="p0y13" fmla="*/ 60 h 337"/>
              <a:gd name="p0x14" fmla="*/ 0 w 1696"/>
              <a:gd name="p0y14" fmla="*/ 26 h 337"/>
              <a:gd name="p0x15" fmla="*/ 26 w 1696"/>
              <a:gd name="p0y15" fmla="*/ 0 h 337"/>
              <a:gd name="p0x16" fmla="*/ 60 w 1696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2C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46"/>
            </p:custDataLst>
          </p:nvPr>
        </p:nvSpPr>
        <p:spPr>
          <a:xfrm>
            <a:off x="809625" y="4960363"/>
            <a:ext cx="1134742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7256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recompute cost</a:t>
            </a:r>
            <a:endParaRPr sz="1050">
              <a:solidFill>
                <a:srgbClr val="7256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47"/>
            </p:custDataLst>
          </p:nvPr>
        </p:nvSpPr>
        <p:spPr>
          <a:xfrm>
            <a:off x="1867535" y="4940935"/>
            <a:ext cx="980440" cy="214630"/>
          </a:xfrm>
          <a:custGeom>
            <a:avLst/>
            <a:gdLst>
              <a:gd name="sw" fmla="*/ 1 w 1543"/>
              <a:gd name="sh" fmla="*/ 1 h 337"/>
              <a:gd name="mins" fmla="min sw sh"/>
              <a:gd name="dsw" fmla="+- 0 sw mins"/>
              <a:gd name="dsh" fmla="+- 0 sh mins"/>
              <a:gd name="p0x0" fmla="*/ 60 w 1543"/>
              <a:gd name="p0y0" fmla="*/ 0 h 337"/>
              <a:gd name="p0x1" fmla="*/ 1483 w 1543"/>
              <a:gd name="p0y1" fmla="*/ 0 h 337"/>
              <a:gd name="p0x2" fmla="*/ 1516 w 1543"/>
              <a:gd name="p0y2" fmla="*/ 0 h 337"/>
              <a:gd name="p0x3" fmla="*/ 1543 w 1543"/>
              <a:gd name="p0y3" fmla="*/ 26 h 337"/>
              <a:gd name="p0x4" fmla="*/ 1543 w 1543"/>
              <a:gd name="p0y4" fmla="*/ 60 h 337"/>
              <a:gd name="p0x5" fmla="*/ 1543 w 1543"/>
              <a:gd name="p0y5" fmla="*/ 277 h 337"/>
              <a:gd name="p0x6" fmla="*/ 1543 w 1543"/>
              <a:gd name="p0y6" fmla="*/ 310 h 337"/>
              <a:gd name="p0x7" fmla="*/ 1516 w 1543"/>
              <a:gd name="p0y7" fmla="*/ 337 h 337"/>
              <a:gd name="p0x8" fmla="*/ 1483 w 1543"/>
              <a:gd name="p0y8" fmla="*/ 337 h 337"/>
              <a:gd name="p0x9" fmla="*/ 60 w 1543"/>
              <a:gd name="p0y9" fmla="*/ 337 h 337"/>
              <a:gd name="p0x10" fmla="*/ 26 w 1543"/>
              <a:gd name="p0y10" fmla="*/ 337 h 337"/>
              <a:gd name="p0x11" fmla="*/ 0 w 1543"/>
              <a:gd name="p0y11" fmla="*/ 310 h 337"/>
              <a:gd name="p0x12" fmla="*/ 0 w 1543"/>
              <a:gd name="p0y12" fmla="*/ 277 h 337"/>
              <a:gd name="p0x13" fmla="*/ 0 w 1543"/>
              <a:gd name="p0y13" fmla="*/ 60 h 337"/>
              <a:gd name="p0x14" fmla="*/ 0 w 1543"/>
              <a:gd name="p0y14" fmla="*/ 26 h 337"/>
              <a:gd name="p0x15" fmla="*/ 26 w 1543"/>
              <a:gd name="p0y15" fmla="*/ 0 h 337"/>
              <a:gd name="p0x16" fmla="*/ 60 w 1543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2C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>
            <p:custDataLst>
              <p:tags r:id="rId48"/>
            </p:custDataLst>
          </p:nvPr>
        </p:nvSpPr>
        <p:spPr>
          <a:xfrm>
            <a:off x="1906267" y="4960363"/>
            <a:ext cx="1037482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7256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first seen time</a:t>
            </a:r>
            <a:endParaRPr sz="1050">
              <a:solidFill>
                <a:srgbClr val="7256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任意多边形 49"/>
          <p:cNvSpPr/>
          <p:nvPr>
            <p:custDataLst>
              <p:tags r:id="rId49"/>
            </p:custDataLst>
          </p:nvPr>
        </p:nvSpPr>
        <p:spPr>
          <a:xfrm>
            <a:off x="2867025" y="4940935"/>
            <a:ext cx="1176020" cy="214630"/>
          </a:xfrm>
          <a:custGeom>
            <a:avLst/>
            <a:gdLst>
              <a:gd name="sw" fmla="*/ 1 w 1851"/>
              <a:gd name="sh" fmla="*/ 1 h 337"/>
              <a:gd name="mins" fmla="min sw sh"/>
              <a:gd name="dsw" fmla="+- 0 sw mins"/>
              <a:gd name="dsh" fmla="+- 0 sh mins"/>
              <a:gd name="p0x0" fmla="*/ 60 w 1851"/>
              <a:gd name="p0y0" fmla="*/ 0 h 337"/>
              <a:gd name="p0x1" fmla="*/ 1791 w 1851"/>
              <a:gd name="p0y1" fmla="*/ 0 h 337"/>
              <a:gd name="p0x2" fmla="*/ 1824 w 1851"/>
              <a:gd name="p0y2" fmla="*/ 0 h 337"/>
              <a:gd name="p0x3" fmla="*/ 1851 w 1851"/>
              <a:gd name="p0y3" fmla="*/ 26 h 337"/>
              <a:gd name="p0x4" fmla="*/ 1851 w 1851"/>
              <a:gd name="p0y4" fmla="*/ 60 h 337"/>
              <a:gd name="p0x5" fmla="*/ 1851 w 1851"/>
              <a:gd name="p0y5" fmla="*/ 277 h 337"/>
              <a:gd name="p0x6" fmla="*/ 1851 w 1851"/>
              <a:gd name="p0y6" fmla="*/ 310 h 337"/>
              <a:gd name="p0x7" fmla="*/ 1824 w 1851"/>
              <a:gd name="p0y7" fmla="*/ 337 h 337"/>
              <a:gd name="p0x8" fmla="*/ 1791 w 1851"/>
              <a:gd name="p0y8" fmla="*/ 337 h 337"/>
              <a:gd name="p0x9" fmla="*/ 60 w 1851"/>
              <a:gd name="p0y9" fmla="*/ 337 h 337"/>
              <a:gd name="p0x10" fmla="*/ 26 w 1851"/>
              <a:gd name="p0y10" fmla="*/ 337 h 337"/>
              <a:gd name="p0x11" fmla="*/ 0 w 1851"/>
              <a:gd name="p0y11" fmla="*/ 310 h 337"/>
              <a:gd name="p0x12" fmla="*/ 0 w 1851"/>
              <a:gd name="p0y12" fmla="*/ 277 h 337"/>
              <a:gd name="p0x13" fmla="*/ 0 w 1851"/>
              <a:gd name="p0y13" fmla="*/ 60 h 337"/>
              <a:gd name="p0x14" fmla="*/ 0 w 1851"/>
              <a:gd name="p0y14" fmla="*/ 26 h 337"/>
              <a:gd name="p0x15" fmla="*/ 26 w 1851"/>
              <a:gd name="p0y15" fmla="*/ 0 h 337"/>
              <a:gd name="p0x16" fmla="*/ 60 w 1851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2C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0" name="文本框 89"/>
          <p:cNvSpPr txBox="1"/>
          <p:nvPr>
            <p:custDataLst>
              <p:tags r:id="rId50"/>
            </p:custDataLst>
          </p:nvPr>
        </p:nvSpPr>
        <p:spPr>
          <a:xfrm>
            <a:off x="2905649" y="4960363"/>
            <a:ext cx="1232745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7256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last touched time</a:t>
            </a:r>
            <a:endParaRPr sz="1050">
              <a:solidFill>
                <a:srgbClr val="7256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任意多边形 90"/>
          <p:cNvSpPr/>
          <p:nvPr>
            <p:custDataLst>
              <p:tags r:id="rId51"/>
            </p:custDataLst>
          </p:nvPr>
        </p:nvSpPr>
        <p:spPr>
          <a:xfrm>
            <a:off x="4062095" y="4940935"/>
            <a:ext cx="852805" cy="214630"/>
          </a:xfrm>
          <a:custGeom>
            <a:avLst/>
            <a:gdLst>
              <a:gd name="sw" fmla="*/ 1 w 1342"/>
              <a:gd name="sh" fmla="*/ 1 h 337"/>
              <a:gd name="mins" fmla="min sw sh"/>
              <a:gd name="dsw" fmla="+- 0 sw mins"/>
              <a:gd name="dsh" fmla="+- 0 sh mins"/>
              <a:gd name="p0x0" fmla="*/ 60 w 1342"/>
              <a:gd name="p0y0" fmla="*/ 0 h 337"/>
              <a:gd name="p0x1" fmla="*/ 1282 w 1342"/>
              <a:gd name="p0y1" fmla="*/ 0 h 337"/>
              <a:gd name="p0x2" fmla="*/ 1315 w 1342"/>
              <a:gd name="p0y2" fmla="*/ 0 h 337"/>
              <a:gd name="p0x3" fmla="*/ 1342 w 1342"/>
              <a:gd name="p0y3" fmla="*/ 26 h 337"/>
              <a:gd name="p0x4" fmla="*/ 1342 w 1342"/>
              <a:gd name="p0y4" fmla="*/ 60 h 337"/>
              <a:gd name="p0x5" fmla="*/ 1342 w 1342"/>
              <a:gd name="p0y5" fmla="*/ 277 h 337"/>
              <a:gd name="p0x6" fmla="*/ 1342 w 1342"/>
              <a:gd name="p0y6" fmla="*/ 310 h 337"/>
              <a:gd name="p0x7" fmla="*/ 1315 w 1342"/>
              <a:gd name="p0y7" fmla="*/ 337 h 337"/>
              <a:gd name="p0x8" fmla="*/ 1282 w 1342"/>
              <a:gd name="p0y8" fmla="*/ 337 h 337"/>
              <a:gd name="p0x9" fmla="*/ 60 w 1342"/>
              <a:gd name="p0y9" fmla="*/ 337 h 337"/>
              <a:gd name="p0x10" fmla="*/ 26 w 1342"/>
              <a:gd name="p0y10" fmla="*/ 337 h 337"/>
              <a:gd name="p0x11" fmla="*/ 0 w 1342"/>
              <a:gd name="p0y11" fmla="*/ 310 h 337"/>
              <a:gd name="p0x12" fmla="*/ 0 w 1342"/>
              <a:gd name="p0y12" fmla="*/ 277 h 337"/>
              <a:gd name="p0x13" fmla="*/ 0 w 1342"/>
              <a:gd name="p0y13" fmla="*/ 60 h 337"/>
              <a:gd name="p0x14" fmla="*/ 0 w 1342"/>
              <a:gd name="p0y14" fmla="*/ 26 h 337"/>
              <a:gd name="p0x15" fmla="*/ 26 w 1342"/>
              <a:gd name="p0y15" fmla="*/ 0 h 337"/>
              <a:gd name="p0x16" fmla="*/ 60 w 1342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2C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文本框 91"/>
          <p:cNvSpPr txBox="1"/>
          <p:nvPr>
            <p:custDataLst>
              <p:tags r:id="rId52"/>
            </p:custDataLst>
          </p:nvPr>
        </p:nvSpPr>
        <p:spPr>
          <a:xfrm>
            <a:off x="4100294" y="4960363"/>
            <a:ext cx="909856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72560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evicted time</a:t>
            </a:r>
            <a:endParaRPr sz="1050">
              <a:solidFill>
                <a:srgbClr val="72560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任意多边形 92"/>
          <p:cNvSpPr/>
          <p:nvPr>
            <p:custDataLst>
              <p:tags r:id="rId53"/>
            </p:custDataLst>
          </p:nvPr>
        </p:nvSpPr>
        <p:spPr>
          <a:xfrm>
            <a:off x="575945" y="5545455"/>
            <a:ext cx="5920740" cy="926465"/>
          </a:xfrm>
          <a:custGeom>
            <a:avLst/>
            <a:gdLst>
              <a:gd name="sw" fmla="*/ 1 w 9324"/>
              <a:gd name="sh" fmla="*/ 1 h 1459"/>
              <a:gd name="mins" fmla="min sw sh"/>
              <a:gd name="dsw" fmla="+- 0 sw mins"/>
              <a:gd name="dsh" fmla="+- 0 sh mins"/>
              <a:gd name="p0x0" fmla="*/ 60 w 9324"/>
              <a:gd name="p0y0" fmla="*/ 0 h 1459"/>
              <a:gd name="p0x1" fmla="*/ 9264 w 9324"/>
              <a:gd name="p0y1" fmla="*/ 0 h 1459"/>
              <a:gd name="p0x2" fmla="*/ 9297 w 9324"/>
              <a:gd name="p0y2" fmla="*/ 0 h 1459"/>
              <a:gd name="p0x3" fmla="*/ 9324 w 9324"/>
              <a:gd name="p0y3" fmla="*/ 26 h 1459"/>
              <a:gd name="p0x4" fmla="*/ 9324 w 9324"/>
              <a:gd name="p0y4" fmla="*/ 60 h 1459"/>
              <a:gd name="p0x5" fmla="*/ 9324 w 9324"/>
              <a:gd name="p0y5" fmla="*/ 1399 h 1459"/>
              <a:gd name="p0x6" fmla="*/ 9324 w 9324"/>
              <a:gd name="p0y6" fmla="*/ 1432 h 1459"/>
              <a:gd name="p0x7" fmla="*/ 9297 w 9324"/>
              <a:gd name="p0y7" fmla="*/ 1459 h 1459"/>
              <a:gd name="p0x8" fmla="*/ 9264 w 9324"/>
              <a:gd name="p0y8" fmla="*/ 1459 h 1459"/>
              <a:gd name="p0x9" fmla="*/ 60 w 9324"/>
              <a:gd name="p0y9" fmla="*/ 1459 h 1459"/>
              <a:gd name="p0x10" fmla="*/ 26 w 9324"/>
              <a:gd name="p0y10" fmla="*/ 1459 h 1459"/>
              <a:gd name="p0x11" fmla="*/ 0 w 9324"/>
              <a:gd name="p0y11" fmla="*/ 1432 h 1459"/>
              <a:gd name="p0x12" fmla="*/ 0 w 9324"/>
              <a:gd name="p0y12" fmla="*/ 1399 h 1459"/>
              <a:gd name="p0x13" fmla="*/ 0 w 9324"/>
              <a:gd name="p0y13" fmla="*/ 60 h 1459"/>
              <a:gd name="p0x14" fmla="*/ 0 w 9324"/>
              <a:gd name="p0y14" fmla="*/ 26 h 1459"/>
              <a:gd name="p0x15" fmla="*/ 26 w 9324"/>
              <a:gd name="p0y15" fmla="*/ 0 h 1459"/>
              <a:gd name="p0x16" fmla="*/ 60 w 9324"/>
              <a:gd name="p0y16" fmla="*/ 0 h 145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4" name="任意多边形 93"/>
          <p:cNvSpPr/>
          <p:nvPr>
            <p:custDataLst>
              <p:tags r:id="rId54"/>
            </p:custDataLst>
          </p:nvPr>
        </p:nvSpPr>
        <p:spPr>
          <a:xfrm>
            <a:off x="771525" y="5737225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120 w 405"/>
              <a:gd name="p0y0" fmla="*/ 0 h 405"/>
              <a:gd name="p0x1" fmla="*/ 285 w 405"/>
              <a:gd name="p0y1" fmla="*/ 0 h 405"/>
              <a:gd name="p0x2" fmla="*/ 351 w 405"/>
              <a:gd name="p0y2" fmla="*/ 0 h 405"/>
              <a:gd name="p0x3" fmla="*/ 405 w 405"/>
              <a:gd name="p0y3" fmla="*/ 53 h 405"/>
              <a:gd name="p0x4" fmla="*/ 405 w 405"/>
              <a:gd name="p0y4" fmla="*/ 120 h 405"/>
              <a:gd name="p0x5" fmla="*/ 405 w 405"/>
              <a:gd name="p0y5" fmla="*/ 285 h 405"/>
              <a:gd name="p0x6" fmla="*/ 405 w 405"/>
              <a:gd name="p0y6" fmla="*/ 351 h 405"/>
              <a:gd name="p0x7" fmla="*/ 351 w 405"/>
              <a:gd name="p0y7" fmla="*/ 405 h 405"/>
              <a:gd name="p0x8" fmla="*/ 285 w 405"/>
              <a:gd name="p0y8" fmla="*/ 405 h 405"/>
              <a:gd name="p0x9" fmla="*/ 120 w 405"/>
              <a:gd name="p0y9" fmla="*/ 405 h 405"/>
              <a:gd name="p0x10" fmla="*/ 53 w 405"/>
              <a:gd name="p0y10" fmla="*/ 405 h 405"/>
              <a:gd name="p0x11" fmla="*/ 0 w 405"/>
              <a:gd name="p0y11" fmla="*/ 351 h 405"/>
              <a:gd name="p0x12" fmla="*/ 0 w 405"/>
              <a:gd name="p0y12" fmla="*/ 285 h 405"/>
              <a:gd name="p0x13" fmla="*/ 0 w 405"/>
              <a:gd name="p0y13" fmla="*/ 120 h 405"/>
              <a:gd name="p0x14" fmla="*/ 0 w 405"/>
              <a:gd name="p0y14" fmla="*/ 53 h 405"/>
              <a:gd name="p0x15" fmla="*/ 53 w 405"/>
              <a:gd name="p0y15" fmla="*/ 0 h 405"/>
              <a:gd name="p0x16" fmla="*/ 120 w 405"/>
              <a:gd name="p0y16" fmla="*/ 0 h 4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5" name="图片 94"/>
          <p:cNvPicPr>
            <a:picLocks noChangeAspect="1"/>
          </p:cNvPicPr>
          <p:nvPr>
            <p:custDataLst>
              <p:tags r:id="rId55"/>
            </p:custDataLst>
          </p:nvPr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 l="-7895" t="-3651" r="-7895" b="-3651"/>
          <a:stretch>
            <a:fillRect/>
          </a:stretch>
        </p:blipFill>
        <p:spPr>
          <a:xfrm>
            <a:off x="795020" y="5756275"/>
            <a:ext cx="209550" cy="214630"/>
          </a:xfrm>
          <a:prstGeom prst="rect">
            <a:avLst/>
          </a:prstGeom>
        </p:spPr>
      </p:pic>
      <p:sp>
        <p:nvSpPr>
          <p:cNvPr id="96" name="文本框 95"/>
          <p:cNvSpPr txBox="1"/>
          <p:nvPr>
            <p:custDataLst>
              <p:tags r:id="rId58"/>
            </p:custDataLst>
          </p:nvPr>
        </p:nvSpPr>
        <p:spPr>
          <a:xfrm>
            <a:off x="1066800" y="5780522"/>
            <a:ext cx="666826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05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状态标记</a:t>
            </a:r>
            <a:endParaRPr sz="105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任意多边形 96"/>
          <p:cNvSpPr/>
          <p:nvPr>
            <p:custDataLst>
              <p:tags r:id="rId59"/>
            </p:custDataLst>
          </p:nvPr>
        </p:nvSpPr>
        <p:spPr>
          <a:xfrm>
            <a:off x="771525" y="6067425"/>
            <a:ext cx="1247140" cy="214630"/>
          </a:xfrm>
          <a:custGeom>
            <a:avLst/>
            <a:gdLst>
              <a:gd name="sw" fmla="*/ 1 w 1964"/>
              <a:gd name="sh" fmla="*/ 1 h 337"/>
              <a:gd name="mins" fmla="min sw sh"/>
              <a:gd name="dsw" fmla="+- 0 sw mins"/>
              <a:gd name="dsh" fmla="+- 0 sh mins"/>
              <a:gd name="p0x0" fmla="*/ 60 w 1964"/>
              <a:gd name="p0y0" fmla="*/ 0 h 337"/>
              <a:gd name="p0x1" fmla="*/ 1904 w 1964"/>
              <a:gd name="p0y1" fmla="*/ 0 h 337"/>
              <a:gd name="p0x2" fmla="*/ 1937 w 1964"/>
              <a:gd name="p0y2" fmla="*/ 0 h 337"/>
              <a:gd name="p0x3" fmla="*/ 1964 w 1964"/>
              <a:gd name="p0y3" fmla="*/ 26 h 337"/>
              <a:gd name="p0x4" fmla="*/ 1964 w 1964"/>
              <a:gd name="p0y4" fmla="*/ 60 h 337"/>
              <a:gd name="p0x5" fmla="*/ 1964 w 1964"/>
              <a:gd name="p0y5" fmla="*/ 277 h 337"/>
              <a:gd name="p0x6" fmla="*/ 1964 w 1964"/>
              <a:gd name="p0y6" fmla="*/ 310 h 337"/>
              <a:gd name="p0x7" fmla="*/ 1937 w 1964"/>
              <a:gd name="p0y7" fmla="*/ 337 h 337"/>
              <a:gd name="p0x8" fmla="*/ 1904 w 1964"/>
              <a:gd name="p0y8" fmla="*/ 337 h 337"/>
              <a:gd name="p0x9" fmla="*/ 60 w 1964"/>
              <a:gd name="p0y9" fmla="*/ 337 h 337"/>
              <a:gd name="p0x10" fmla="*/ 26 w 1964"/>
              <a:gd name="p0y10" fmla="*/ 337 h 337"/>
              <a:gd name="p0x11" fmla="*/ 0 w 1964"/>
              <a:gd name="p0y11" fmla="*/ 310 h 337"/>
              <a:gd name="p0x12" fmla="*/ 0 w 1964"/>
              <a:gd name="p0y12" fmla="*/ 277 h 337"/>
              <a:gd name="p0x13" fmla="*/ 0 w 1964"/>
              <a:gd name="p0y13" fmla="*/ 60 h 337"/>
              <a:gd name="p0x14" fmla="*/ 0 w 1964"/>
              <a:gd name="p0y14" fmla="*/ 26 h 337"/>
              <a:gd name="p0x15" fmla="*/ 26 w 1964"/>
              <a:gd name="p0y15" fmla="*/ 0 h 337"/>
              <a:gd name="p0x16" fmla="*/ 60 w 1964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8" name="文本框 97"/>
          <p:cNvSpPr txBox="1"/>
          <p:nvPr>
            <p:custDataLst>
              <p:tags r:id="rId60"/>
            </p:custDataLst>
          </p:nvPr>
        </p:nvSpPr>
        <p:spPr>
          <a:xfrm>
            <a:off x="809625" y="6086913"/>
            <a:ext cx="1304334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whether protected</a:t>
            </a:r>
            <a:endParaRPr sz="1050">
              <a:solidFill>
                <a:srgbClr val="2730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任意多边形 98"/>
          <p:cNvSpPr/>
          <p:nvPr>
            <p:custDataLst>
              <p:tags r:id="rId61"/>
            </p:custDataLst>
          </p:nvPr>
        </p:nvSpPr>
        <p:spPr>
          <a:xfrm>
            <a:off x="2037715" y="6067425"/>
            <a:ext cx="2479675" cy="214630"/>
          </a:xfrm>
          <a:custGeom>
            <a:avLst/>
            <a:gdLst>
              <a:gd name="sw" fmla="*/ 1 w 3905"/>
              <a:gd name="sh" fmla="*/ 1 h 337"/>
              <a:gd name="mins" fmla="min sw sh"/>
              <a:gd name="dsw" fmla="+- 0 sw mins"/>
              <a:gd name="dsh" fmla="+- 0 sh mins"/>
              <a:gd name="p0x0" fmla="*/ 60 w 3905"/>
              <a:gd name="p0y0" fmla="*/ 0 h 337"/>
              <a:gd name="p0x1" fmla="*/ 3845 w 3905"/>
              <a:gd name="p0y1" fmla="*/ 0 h 337"/>
              <a:gd name="p0x2" fmla="*/ 3878 w 3905"/>
              <a:gd name="p0y2" fmla="*/ 0 h 337"/>
              <a:gd name="p0x3" fmla="*/ 3905 w 3905"/>
              <a:gd name="p0y3" fmla="*/ 26 h 337"/>
              <a:gd name="p0x4" fmla="*/ 3905 w 3905"/>
              <a:gd name="p0y4" fmla="*/ 60 h 337"/>
              <a:gd name="p0x5" fmla="*/ 3905 w 3905"/>
              <a:gd name="p0y5" fmla="*/ 277 h 337"/>
              <a:gd name="p0x6" fmla="*/ 3905 w 3905"/>
              <a:gd name="p0y6" fmla="*/ 310 h 337"/>
              <a:gd name="p0x7" fmla="*/ 3878 w 3905"/>
              <a:gd name="p0y7" fmla="*/ 337 h 337"/>
              <a:gd name="p0x8" fmla="*/ 3845 w 3905"/>
              <a:gd name="p0y8" fmla="*/ 337 h 337"/>
              <a:gd name="p0x9" fmla="*/ 60 w 3905"/>
              <a:gd name="p0y9" fmla="*/ 337 h 337"/>
              <a:gd name="p0x10" fmla="*/ 26 w 3905"/>
              <a:gd name="p0y10" fmla="*/ 337 h 337"/>
              <a:gd name="p0x11" fmla="*/ 0 w 3905"/>
              <a:gd name="p0y11" fmla="*/ 310 h 337"/>
              <a:gd name="p0x12" fmla="*/ 0 w 3905"/>
              <a:gd name="p0y12" fmla="*/ 277 h 337"/>
              <a:gd name="p0x13" fmla="*/ 0 w 3905"/>
              <a:gd name="p0y13" fmla="*/ 60 h 337"/>
              <a:gd name="p0x14" fmla="*/ 0 w 3905"/>
              <a:gd name="p0y14" fmla="*/ 26 h 337"/>
              <a:gd name="p0x15" fmla="*/ 26 w 3905"/>
              <a:gd name="p0y15" fmla="*/ 0 h 337"/>
              <a:gd name="p0x16" fmla="*/ 60 w 3905"/>
              <a:gd name="p0y16" fmla="*/ 0 h 3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" name="文本框 99"/>
          <p:cNvSpPr txBox="1"/>
          <p:nvPr>
            <p:custDataLst>
              <p:tags r:id="rId62"/>
            </p:custDataLst>
          </p:nvPr>
        </p:nvSpPr>
        <p:spPr>
          <a:xfrm>
            <a:off x="2075860" y="6086913"/>
            <a:ext cx="2670353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whether rebuilt from previous eviction</a:t>
            </a:r>
            <a:endParaRPr sz="1050">
              <a:solidFill>
                <a:srgbClr val="2730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任意多边形 100"/>
          <p:cNvSpPr/>
          <p:nvPr>
            <p:custDataLst>
              <p:tags r:id="rId63"/>
            </p:custDataLst>
          </p:nvPr>
        </p:nvSpPr>
        <p:spPr>
          <a:xfrm>
            <a:off x="6772910" y="1017905"/>
            <a:ext cx="4842510" cy="947420"/>
          </a:xfrm>
          <a:custGeom>
            <a:avLst/>
            <a:gdLst>
              <a:gd name="sw" fmla="*/ 1 w 7625"/>
              <a:gd name="sh" fmla="*/ 1 h 1492"/>
              <a:gd name="mins" fmla="min sw sh"/>
              <a:gd name="dsw" fmla="+- 0 sw mins"/>
              <a:gd name="dsh" fmla="+- 0 sh mins"/>
              <a:gd name="p0x0" fmla="*/ 60 w 7625"/>
              <a:gd name="p0y0" fmla="*/ 0 h 1492"/>
              <a:gd name="p0x1" fmla="*/ 7565 w 7625"/>
              <a:gd name="p0y1" fmla="*/ 0 h 1492"/>
              <a:gd name="p0x2" fmla="*/ 7599 w 7625"/>
              <a:gd name="p0y2" fmla="*/ 0 h 1492"/>
              <a:gd name="p0x3" fmla="*/ 7625 w 7625"/>
              <a:gd name="p0y3" fmla="*/ 26 h 1492"/>
              <a:gd name="p0x4" fmla="*/ 7625 w 7625"/>
              <a:gd name="p0y4" fmla="*/ 60 h 1492"/>
              <a:gd name="p0x5" fmla="*/ 7625 w 7625"/>
              <a:gd name="p0y5" fmla="*/ 1432 h 1492"/>
              <a:gd name="p0x6" fmla="*/ 7625 w 7625"/>
              <a:gd name="p0y6" fmla="*/ 1465 h 1492"/>
              <a:gd name="p0x7" fmla="*/ 7599 w 7625"/>
              <a:gd name="p0y7" fmla="*/ 1492 h 1492"/>
              <a:gd name="p0x8" fmla="*/ 7565 w 7625"/>
              <a:gd name="p0y8" fmla="*/ 1492 h 1492"/>
              <a:gd name="p0x9" fmla="*/ 60 w 7625"/>
              <a:gd name="p0y9" fmla="*/ 1492 h 1492"/>
              <a:gd name="p0x10" fmla="*/ 26 w 7625"/>
              <a:gd name="p0y10" fmla="*/ 1492 h 1492"/>
              <a:gd name="p0x11" fmla="*/ 0 w 7625"/>
              <a:gd name="p0y11" fmla="*/ 1465 h 1492"/>
              <a:gd name="p0x12" fmla="*/ 0 w 7625"/>
              <a:gd name="p0y12" fmla="*/ 1432 h 1492"/>
              <a:gd name="p0x13" fmla="*/ 0 w 7625"/>
              <a:gd name="p0y13" fmla="*/ 60 h 1492"/>
              <a:gd name="p0x14" fmla="*/ 0 w 7625"/>
              <a:gd name="p0y14" fmla="*/ 26 h 1492"/>
              <a:gd name="p0x15" fmla="*/ 26 w 7625"/>
              <a:gd name="p0y15" fmla="*/ 0 h 1492"/>
              <a:gd name="p0x16" fmla="*/ 60 w 7625"/>
              <a:gd name="p0y16" fmla="*/ 0 h 149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A4DBF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2" name="任意多边形 101"/>
          <p:cNvSpPr/>
          <p:nvPr>
            <p:custDataLst>
              <p:tags r:id="rId64"/>
            </p:custDataLst>
          </p:nvPr>
        </p:nvSpPr>
        <p:spPr>
          <a:xfrm>
            <a:off x="6968490" y="1212850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120 w 495"/>
              <a:gd name="p0y0" fmla="*/ 0 h 495"/>
              <a:gd name="p0x1" fmla="*/ 375 w 495"/>
              <a:gd name="p0y1" fmla="*/ 0 h 495"/>
              <a:gd name="p0x2" fmla="*/ 441 w 495"/>
              <a:gd name="p0y2" fmla="*/ 0 h 495"/>
              <a:gd name="p0x3" fmla="*/ 495 w 495"/>
              <a:gd name="p0y3" fmla="*/ 53 h 495"/>
              <a:gd name="p0x4" fmla="*/ 495 w 495"/>
              <a:gd name="p0y4" fmla="*/ 120 h 495"/>
              <a:gd name="p0x5" fmla="*/ 495 w 495"/>
              <a:gd name="p0y5" fmla="*/ 375 h 495"/>
              <a:gd name="p0x6" fmla="*/ 495 w 495"/>
              <a:gd name="p0y6" fmla="*/ 441 h 495"/>
              <a:gd name="p0x7" fmla="*/ 441 w 495"/>
              <a:gd name="p0y7" fmla="*/ 495 h 495"/>
              <a:gd name="p0x8" fmla="*/ 375 w 495"/>
              <a:gd name="p0y8" fmla="*/ 495 h 495"/>
              <a:gd name="p0x9" fmla="*/ 120 w 495"/>
              <a:gd name="p0y9" fmla="*/ 495 h 495"/>
              <a:gd name="p0x10" fmla="*/ 53 w 495"/>
              <a:gd name="p0y10" fmla="*/ 495 h 495"/>
              <a:gd name="p0x11" fmla="*/ 0 w 495"/>
              <a:gd name="p0y11" fmla="*/ 441 h 495"/>
              <a:gd name="p0x12" fmla="*/ 0 w 495"/>
              <a:gd name="p0y12" fmla="*/ 375 h 495"/>
              <a:gd name="p0x13" fmla="*/ 0 w 495"/>
              <a:gd name="p0y13" fmla="*/ 120 h 495"/>
              <a:gd name="p0x14" fmla="*/ 0 w 495"/>
              <a:gd name="p0y14" fmla="*/ 53 h 495"/>
              <a:gd name="p0x15" fmla="*/ 53 w 495"/>
              <a:gd name="p0y15" fmla="*/ 0 h 495"/>
              <a:gd name="p0x16" fmla="*/ 120 w 495"/>
              <a:gd name="p0y16" fmla="*/ 0 h 4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3" name="图片 102"/>
          <p:cNvPicPr>
            <a:picLocks noChangeAspect="1"/>
          </p:cNvPicPr>
          <p:nvPr>
            <p:custDataLst>
              <p:tags r:id="rId65"/>
            </p:custDataLst>
          </p:nvPr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rcRect l="-1228" t="-3067" r="-1228" b="-3067"/>
          <a:stretch>
            <a:fillRect/>
          </a:stretch>
        </p:blipFill>
        <p:spPr>
          <a:xfrm>
            <a:off x="7032625" y="1241425"/>
            <a:ext cx="185420" cy="252730"/>
          </a:xfrm>
          <a:prstGeom prst="rect">
            <a:avLst/>
          </a:prstGeom>
        </p:spPr>
      </p:pic>
      <p:sp>
        <p:nvSpPr>
          <p:cNvPr id="104" name="文本框 103"/>
          <p:cNvSpPr txBox="1"/>
          <p:nvPr>
            <p:custDataLst>
              <p:tags r:id="rId68"/>
            </p:custDataLst>
          </p:nvPr>
        </p:nvSpPr>
        <p:spPr>
          <a:xfrm>
            <a:off x="7359034" y="1256300"/>
            <a:ext cx="1581226" cy="2200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42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Evicted Shadow</a:t>
            </a:r>
            <a:endParaRPr sz="1425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文本框 104"/>
          <p:cNvSpPr txBox="1"/>
          <p:nvPr>
            <p:custDataLst>
              <p:tags r:id="rId69"/>
            </p:custDataLst>
          </p:nvPr>
        </p:nvSpPr>
        <p:spPr>
          <a:xfrm>
            <a:off x="6968509" y="1595895"/>
            <a:ext cx="4451966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FFFFFF">
                    <a:alpha val="9000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判断</a:t>
            </a:r>
            <a:r>
              <a:rPr lang="en-US" altLang="zh-CN" sz="1050">
                <a:solidFill>
                  <a:srgbClr val="FFFFFF">
                    <a:alpha val="9000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</a:t>
            </a:r>
            <a:r>
              <a:rPr lang="zh-CN" altLang="en-US" sz="1050">
                <a:solidFill>
                  <a:srgbClr val="FFFFFF">
                    <a:alpha val="9000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驱逐是否后悔</a:t>
            </a:r>
            <a:r>
              <a:rPr lang="en-US" altLang="zh-CN" sz="1050">
                <a:solidFill>
                  <a:srgbClr val="FFFFFF">
                    <a:alpha val="9000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</a:t>
            </a:r>
            <a:endParaRPr lang="en-US" altLang="zh-CN" sz="1050">
              <a:solidFill>
                <a:srgbClr val="FFFFFF">
                  <a:alpha val="90001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6" name="任意多边形 105"/>
          <p:cNvSpPr/>
          <p:nvPr>
            <p:custDataLst>
              <p:tags r:id="rId70"/>
            </p:custDataLst>
          </p:nvPr>
        </p:nvSpPr>
        <p:spPr>
          <a:xfrm>
            <a:off x="6772910" y="2165350"/>
            <a:ext cx="4842510" cy="551180"/>
          </a:xfrm>
          <a:custGeom>
            <a:avLst/>
            <a:gdLst>
              <a:gd name="sw" fmla="*/ 1 w 7625"/>
              <a:gd name="sh" fmla="*/ 1 h 867"/>
              <a:gd name="mins" fmla="min sw sh"/>
              <a:gd name="dsw" fmla="+- 0 sw mins"/>
              <a:gd name="dsh" fmla="+- 0 sh mins"/>
              <a:gd name="p0x0" fmla="*/ 60 w 7625"/>
              <a:gd name="p0y0" fmla="*/ 0 h 867"/>
              <a:gd name="p0x1" fmla="*/ 7565 w 7625"/>
              <a:gd name="p0y1" fmla="*/ 0 h 867"/>
              <a:gd name="p0x2" fmla="*/ 7599 w 7625"/>
              <a:gd name="p0y2" fmla="*/ 0 h 867"/>
              <a:gd name="p0x3" fmla="*/ 7625 w 7625"/>
              <a:gd name="p0y3" fmla="*/ 26 h 867"/>
              <a:gd name="p0x4" fmla="*/ 7625 w 7625"/>
              <a:gd name="p0y4" fmla="*/ 60 h 867"/>
              <a:gd name="p0x5" fmla="*/ 7625 w 7625"/>
              <a:gd name="p0y5" fmla="*/ 807 h 867"/>
              <a:gd name="p0x6" fmla="*/ 7625 w 7625"/>
              <a:gd name="p0y6" fmla="*/ 840 h 867"/>
              <a:gd name="p0x7" fmla="*/ 7599 w 7625"/>
              <a:gd name="p0y7" fmla="*/ 867 h 867"/>
              <a:gd name="p0x8" fmla="*/ 7565 w 7625"/>
              <a:gd name="p0y8" fmla="*/ 867 h 867"/>
              <a:gd name="p0x9" fmla="*/ 60 w 7625"/>
              <a:gd name="p0y9" fmla="*/ 867 h 867"/>
              <a:gd name="p0x10" fmla="*/ 26 w 7625"/>
              <a:gd name="p0y10" fmla="*/ 867 h 867"/>
              <a:gd name="p0x11" fmla="*/ 0 w 7625"/>
              <a:gd name="p0y11" fmla="*/ 840 h 867"/>
              <a:gd name="p0x12" fmla="*/ 0 w 7625"/>
              <a:gd name="p0y12" fmla="*/ 807 h 867"/>
              <a:gd name="p0x13" fmla="*/ 0 w 7625"/>
              <a:gd name="p0y13" fmla="*/ 60 h 867"/>
              <a:gd name="p0x14" fmla="*/ 0 w 7625"/>
              <a:gd name="p0y14" fmla="*/ 26 h 867"/>
              <a:gd name="p0x15" fmla="*/ 26 w 7625"/>
              <a:gd name="p0y15" fmla="*/ 0 h 867"/>
              <a:gd name="p0x16" fmla="*/ 60 w 7625"/>
              <a:gd name="p0y16" fmla="*/ 0 h 86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7" name="任意多边形 106"/>
          <p:cNvSpPr/>
          <p:nvPr>
            <p:custDataLst>
              <p:tags r:id="rId71"/>
            </p:custDataLst>
          </p:nvPr>
        </p:nvSpPr>
        <p:spPr>
          <a:xfrm>
            <a:off x="6968490" y="2360930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120 w 405"/>
              <a:gd name="p0y0" fmla="*/ 0 h 405"/>
              <a:gd name="p0x1" fmla="*/ 285 w 405"/>
              <a:gd name="p0y1" fmla="*/ 0 h 405"/>
              <a:gd name="p0x2" fmla="*/ 351 w 405"/>
              <a:gd name="p0y2" fmla="*/ 0 h 405"/>
              <a:gd name="p0x3" fmla="*/ 405 w 405"/>
              <a:gd name="p0y3" fmla="*/ 53 h 405"/>
              <a:gd name="p0x4" fmla="*/ 405 w 405"/>
              <a:gd name="p0y4" fmla="*/ 120 h 405"/>
              <a:gd name="p0x5" fmla="*/ 405 w 405"/>
              <a:gd name="p0y5" fmla="*/ 285 h 405"/>
              <a:gd name="p0x6" fmla="*/ 405 w 405"/>
              <a:gd name="p0y6" fmla="*/ 351 h 405"/>
              <a:gd name="p0x7" fmla="*/ 351 w 405"/>
              <a:gd name="p0y7" fmla="*/ 405 h 405"/>
              <a:gd name="p0x8" fmla="*/ 285 w 405"/>
              <a:gd name="p0y8" fmla="*/ 405 h 405"/>
              <a:gd name="p0x9" fmla="*/ 120 w 405"/>
              <a:gd name="p0y9" fmla="*/ 405 h 405"/>
              <a:gd name="p0x10" fmla="*/ 53 w 405"/>
              <a:gd name="p0y10" fmla="*/ 405 h 405"/>
              <a:gd name="p0x11" fmla="*/ 0 w 405"/>
              <a:gd name="p0y11" fmla="*/ 351 h 405"/>
              <a:gd name="p0x12" fmla="*/ 0 w 405"/>
              <a:gd name="p0y12" fmla="*/ 285 h 405"/>
              <a:gd name="p0x13" fmla="*/ 0 w 405"/>
              <a:gd name="p0y13" fmla="*/ 120 h 405"/>
              <a:gd name="p0x14" fmla="*/ 0 w 405"/>
              <a:gd name="p0y14" fmla="*/ 53 h 405"/>
              <a:gd name="p0x15" fmla="*/ 53 w 405"/>
              <a:gd name="p0y15" fmla="*/ 0 h 405"/>
              <a:gd name="p0x16" fmla="*/ 120 w 405"/>
              <a:gd name="p0y16" fmla="*/ 0 h 4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8" name="图片 107"/>
          <p:cNvPicPr>
            <a:picLocks noChangeAspect="1"/>
          </p:cNvPicPr>
          <p:nvPr>
            <p:custDataLst>
              <p:tags r:id="rId72"/>
            </p:custDataLst>
          </p:nvPr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rcRect l="-4074" t="-3492" r="-4074" b="-3492"/>
          <a:stretch>
            <a:fillRect/>
          </a:stretch>
        </p:blipFill>
        <p:spPr>
          <a:xfrm>
            <a:off x="7004050" y="2379980"/>
            <a:ext cx="185420" cy="213995"/>
          </a:xfrm>
          <a:prstGeom prst="rect">
            <a:avLst/>
          </a:prstGeom>
        </p:spPr>
      </p:pic>
      <p:sp>
        <p:nvSpPr>
          <p:cNvPr id="109" name="文本框 108"/>
          <p:cNvSpPr txBox="1"/>
          <p:nvPr>
            <p:custDataLst>
              <p:tags r:id="rId75"/>
            </p:custDataLst>
          </p:nvPr>
        </p:nvSpPr>
        <p:spPr>
          <a:xfrm>
            <a:off x="7301884" y="2348846"/>
            <a:ext cx="4118591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05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保留关键信息</a:t>
            </a:r>
            <a:endParaRPr sz="105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0" name="文本框 109"/>
          <p:cNvSpPr txBox="1"/>
          <p:nvPr>
            <p:custDataLst>
              <p:tags r:id="rId76"/>
            </p:custDataLst>
          </p:nvPr>
        </p:nvSpPr>
        <p:spPr>
          <a:xfrm>
            <a:off x="7301884" y="2518848"/>
            <a:ext cx="4118591" cy="3495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驱逐后保留</a:t>
            </a:r>
            <a:r>
              <a:rPr lang="en-US" altLang="zh-CN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的关键信息（</a:t>
            </a:r>
            <a:r>
              <a:rPr lang="en-US" altLang="zh-CN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hash</a:t>
            </a:r>
            <a:r>
              <a:rPr lang="zh-CN" altLang="en-US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depth</a:t>
            </a:r>
            <a:r>
              <a:rPr lang="zh-CN" altLang="en-US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evicted at</a:t>
            </a:r>
            <a:r>
              <a:rPr lang="zh-CN" altLang="en-US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hit count</a:t>
            </a:r>
            <a:r>
              <a:rPr lang="zh-CN" altLang="en-US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等）</a:t>
            </a:r>
            <a:endParaRPr lang="zh-CN" altLang="en-US" sz="10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任意多边形 110"/>
          <p:cNvSpPr/>
          <p:nvPr>
            <p:custDataLst>
              <p:tags r:id="rId77"/>
            </p:custDataLst>
          </p:nvPr>
        </p:nvSpPr>
        <p:spPr>
          <a:xfrm>
            <a:off x="6772910" y="2916555"/>
            <a:ext cx="4842510" cy="551180"/>
          </a:xfrm>
          <a:custGeom>
            <a:avLst/>
            <a:gdLst>
              <a:gd name="sw" fmla="*/ 1 w 7625"/>
              <a:gd name="sh" fmla="*/ 1 h 867"/>
              <a:gd name="mins" fmla="min sw sh"/>
              <a:gd name="dsw" fmla="+- 0 sw mins"/>
              <a:gd name="dsh" fmla="+- 0 sh mins"/>
              <a:gd name="p0x0" fmla="*/ 60 w 7625"/>
              <a:gd name="p0y0" fmla="*/ 0 h 867"/>
              <a:gd name="p0x1" fmla="*/ 7565 w 7625"/>
              <a:gd name="p0y1" fmla="*/ 0 h 867"/>
              <a:gd name="p0x2" fmla="*/ 7599 w 7625"/>
              <a:gd name="p0y2" fmla="*/ 0 h 867"/>
              <a:gd name="p0x3" fmla="*/ 7625 w 7625"/>
              <a:gd name="p0y3" fmla="*/ 26 h 867"/>
              <a:gd name="p0x4" fmla="*/ 7625 w 7625"/>
              <a:gd name="p0y4" fmla="*/ 60 h 867"/>
              <a:gd name="p0x5" fmla="*/ 7625 w 7625"/>
              <a:gd name="p0y5" fmla="*/ 807 h 867"/>
              <a:gd name="p0x6" fmla="*/ 7625 w 7625"/>
              <a:gd name="p0y6" fmla="*/ 840 h 867"/>
              <a:gd name="p0x7" fmla="*/ 7599 w 7625"/>
              <a:gd name="p0y7" fmla="*/ 867 h 867"/>
              <a:gd name="p0x8" fmla="*/ 7565 w 7625"/>
              <a:gd name="p0y8" fmla="*/ 867 h 867"/>
              <a:gd name="p0x9" fmla="*/ 60 w 7625"/>
              <a:gd name="p0y9" fmla="*/ 867 h 867"/>
              <a:gd name="p0x10" fmla="*/ 26 w 7625"/>
              <a:gd name="p0y10" fmla="*/ 867 h 867"/>
              <a:gd name="p0x11" fmla="*/ 0 w 7625"/>
              <a:gd name="p0y11" fmla="*/ 840 h 867"/>
              <a:gd name="p0x12" fmla="*/ 0 w 7625"/>
              <a:gd name="p0y12" fmla="*/ 807 h 867"/>
              <a:gd name="p0x13" fmla="*/ 0 w 7625"/>
              <a:gd name="p0y13" fmla="*/ 60 h 867"/>
              <a:gd name="p0x14" fmla="*/ 0 w 7625"/>
              <a:gd name="p0y14" fmla="*/ 26 h 867"/>
              <a:gd name="p0x15" fmla="*/ 26 w 7625"/>
              <a:gd name="p0y15" fmla="*/ 0 h 867"/>
              <a:gd name="p0x16" fmla="*/ 60 w 7625"/>
              <a:gd name="p0y16" fmla="*/ 0 h 86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2" name="任意多边形 111"/>
          <p:cNvSpPr/>
          <p:nvPr>
            <p:custDataLst>
              <p:tags r:id="rId78"/>
            </p:custDataLst>
          </p:nvPr>
        </p:nvSpPr>
        <p:spPr>
          <a:xfrm>
            <a:off x="6968490" y="3112135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120 w 405"/>
              <a:gd name="p0y0" fmla="*/ 0 h 405"/>
              <a:gd name="p0x1" fmla="*/ 285 w 405"/>
              <a:gd name="p0y1" fmla="*/ 0 h 405"/>
              <a:gd name="p0x2" fmla="*/ 351 w 405"/>
              <a:gd name="p0y2" fmla="*/ 0 h 405"/>
              <a:gd name="p0x3" fmla="*/ 405 w 405"/>
              <a:gd name="p0y3" fmla="*/ 53 h 405"/>
              <a:gd name="p0x4" fmla="*/ 405 w 405"/>
              <a:gd name="p0y4" fmla="*/ 120 h 405"/>
              <a:gd name="p0x5" fmla="*/ 405 w 405"/>
              <a:gd name="p0y5" fmla="*/ 285 h 405"/>
              <a:gd name="p0x6" fmla="*/ 405 w 405"/>
              <a:gd name="p0y6" fmla="*/ 351 h 405"/>
              <a:gd name="p0x7" fmla="*/ 351 w 405"/>
              <a:gd name="p0y7" fmla="*/ 405 h 405"/>
              <a:gd name="p0x8" fmla="*/ 285 w 405"/>
              <a:gd name="p0y8" fmla="*/ 405 h 405"/>
              <a:gd name="p0x9" fmla="*/ 120 w 405"/>
              <a:gd name="p0y9" fmla="*/ 405 h 405"/>
              <a:gd name="p0x10" fmla="*/ 53 w 405"/>
              <a:gd name="p0y10" fmla="*/ 405 h 405"/>
              <a:gd name="p0x11" fmla="*/ 0 w 405"/>
              <a:gd name="p0y11" fmla="*/ 351 h 405"/>
              <a:gd name="p0x12" fmla="*/ 0 w 405"/>
              <a:gd name="p0y12" fmla="*/ 285 h 405"/>
              <a:gd name="p0x13" fmla="*/ 0 w 405"/>
              <a:gd name="p0y13" fmla="*/ 120 h 405"/>
              <a:gd name="p0x14" fmla="*/ 0 w 405"/>
              <a:gd name="p0y14" fmla="*/ 53 h 405"/>
              <a:gd name="p0x15" fmla="*/ 53 w 405"/>
              <a:gd name="p0y15" fmla="*/ 0 h 405"/>
              <a:gd name="p0x16" fmla="*/ 120 w 405"/>
              <a:gd name="p0y16" fmla="*/ 0 h 4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3" name="图片 112"/>
          <p:cNvPicPr>
            <a:picLocks noChangeAspect="1"/>
          </p:cNvPicPr>
          <p:nvPr>
            <p:custDataLst>
              <p:tags r:id="rId79"/>
            </p:custDataLst>
          </p:nvPr>
        </p:nvPicPr>
        <p:blipFill>
          <a:blip r:embed="rId80"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6991985" y="3131185"/>
            <a:ext cx="209550" cy="213995"/>
          </a:xfrm>
          <a:prstGeom prst="rect">
            <a:avLst/>
          </a:prstGeom>
        </p:spPr>
      </p:pic>
      <p:sp>
        <p:nvSpPr>
          <p:cNvPr id="114" name="文本框 113"/>
          <p:cNvSpPr txBox="1"/>
          <p:nvPr>
            <p:custDataLst>
              <p:tags r:id="rId82"/>
            </p:custDataLst>
          </p:nvPr>
        </p:nvSpPr>
        <p:spPr>
          <a:xfrm>
            <a:off x="7301884" y="3099911"/>
            <a:ext cx="4118591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05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识别重建来源</a:t>
            </a:r>
            <a:endParaRPr sz="105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文本框 114"/>
          <p:cNvSpPr txBox="1"/>
          <p:nvPr>
            <p:custDataLst>
              <p:tags r:id="rId83"/>
            </p:custDataLst>
          </p:nvPr>
        </p:nvSpPr>
        <p:spPr>
          <a:xfrm>
            <a:off x="7301884" y="3269914"/>
            <a:ext cx="4118591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后续同</a:t>
            </a:r>
            <a:r>
              <a:rPr lang="en-US" altLang="zh-CN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hash block</a:t>
            </a:r>
            <a:r>
              <a:rPr lang="zh-CN" altLang="en-US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再次计算时，识别为</a:t>
            </a:r>
            <a:r>
              <a:rPr lang="en-US" altLang="zh-CN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rebuilt-from-eviction</a:t>
            </a:r>
            <a:endParaRPr lang="en-US" altLang="zh-CN" sz="10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6" name="任意多边形 115"/>
          <p:cNvSpPr/>
          <p:nvPr>
            <p:custDataLst>
              <p:tags r:id="rId84"/>
            </p:custDataLst>
          </p:nvPr>
        </p:nvSpPr>
        <p:spPr>
          <a:xfrm>
            <a:off x="6772910" y="3667760"/>
            <a:ext cx="4842510" cy="551180"/>
          </a:xfrm>
          <a:custGeom>
            <a:avLst/>
            <a:gdLst>
              <a:gd name="sw" fmla="*/ 1 w 7625"/>
              <a:gd name="sh" fmla="*/ 1 h 867"/>
              <a:gd name="mins" fmla="min sw sh"/>
              <a:gd name="dsw" fmla="+- 0 sw mins"/>
              <a:gd name="dsh" fmla="+- 0 sh mins"/>
              <a:gd name="p0x0" fmla="*/ 60 w 7625"/>
              <a:gd name="p0y0" fmla="*/ 0 h 867"/>
              <a:gd name="p0x1" fmla="*/ 7565 w 7625"/>
              <a:gd name="p0y1" fmla="*/ 0 h 867"/>
              <a:gd name="p0x2" fmla="*/ 7599 w 7625"/>
              <a:gd name="p0y2" fmla="*/ 0 h 867"/>
              <a:gd name="p0x3" fmla="*/ 7625 w 7625"/>
              <a:gd name="p0y3" fmla="*/ 26 h 867"/>
              <a:gd name="p0x4" fmla="*/ 7625 w 7625"/>
              <a:gd name="p0y4" fmla="*/ 60 h 867"/>
              <a:gd name="p0x5" fmla="*/ 7625 w 7625"/>
              <a:gd name="p0y5" fmla="*/ 807 h 867"/>
              <a:gd name="p0x6" fmla="*/ 7625 w 7625"/>
              <a:gd name="p0y6" fmla="*/ 840 h 867"/>
              <a:gd name="p0x7" fmla="*/ 7599 w 7625"/>
              <a:gd name="p0y7" fmla="*/ 867 h 867"/>
              <a:gd name="p0x8" fmla="*/ 7565 w 7625"/>
              <a:gd name="p0y8" fmla="*/ 867 h 867"/>
              <a:gd name="p0x9" fmla="*/ 60 w 7625"/>
              <a:gd name="p0y9" fmla="*/ 867 h 867"/>
              <a:gd name="p0x10" fmla="*/ 26 w 7625"/>
              <a:gd name="p0y10" fmla="*/ 867 h 867"/>
              <a:gd name="p0x11" fmla="*/ 0 w 7625"/>
              <a:gd name="p0y11" fmla="*/ 840 h 867"/>
              <a:gd name="p0x12" fmla="*/ 0 w 7625"/>
              <a:gd name="p0y12" fmla="*/ 807 h 867"/>
              <a:gd name="p0x13" fmla="*/ 0 w 7625"/>
              <a:gd name="p0y13" fmla="*/ 60 h 867"/>
              <a:gd name="p0x14" fmla="*/ 0 w 7625"/>
              <a:gd name="p0y14" fmla="*/ 26 h 867"/>
              <a:gd name="p0x15" fmla="*/ 26 w 7625"/>
              <a:gd name="p0y15" fmla="*/ 0 h 867"/>
              <a:gd name="p0x16" fmla="*/ 60 w 7625"/>
              <a:gd name="p0y16" fmla="*/ 0 h 86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7" name="任意多边形 116"/>
          <p:cNvSpPr/>
          <p:nvPr>
            <p:custDataLst>
              <p:tags r:id="rId85"/>
            </p:custDataLst>
          </p:nvPr>
        </p:nvSpPr>
        <p:spPr>
          <a:xfrm>
            <a:off x="6968490" y="3863340"/>
            <a:ext cx="257175" cy="257175"/>
          </a:xfrm>
          <a:custGeom>
            <a:avLst/>
            <a:gdLst>
              <a:gd name="sw" fmla="*/ 1 w 405"/>
              <a:gd name="sh" fmla="*/ 1 h 405"/>
              <a:gd name="mins" fmla="min sw sh"/>
              <a:gd name="dsw" fmla="+- 0 sw mins"/>
              <a:gd name="dsh" fmla="+- 0 sh mins"/>
              <a:gd name="p0x0" fmla="*/ 120 w 405"/>
              <a:gd name="p0y0" fmla="*/ 0 h 405"/>
              <a:gd name="p0x1" fmla="*/ 285 w 405"/>
              <a:gd name="p0y1" fmla="*/ 0 h 405"/>
              <a:gd name="p0x2" fmla="*/ 351 w 405"/>
              <a:gd name="p0y2" fmla="*/ 0 h 405"/>
              <a:gd name="p0x3" fmla="*/ 405 w 405"/>
              <a:gd name="p0y3" fmla="*/ 53 h 405"/>
              <a:gd name="p0x4" fmla="*/ 405 w 405"/>
              <a:gd name="p0y4" fmla="*/ 120 h 405"/>
              <a:gd name="p0x5" fmla="*/ 405 w 405"/>
              <a:gd name="p0y5" fmla="*/ 285 h 405"/>
              <a:gd name="p0x6" fmla="*/ 405 w 405"/>
              <a:gd name="p0y6" fmla="*/ 351 h 405"/>
              <a:gd name="p0x7" fmla="*/ 351 w 405"/>
              <a:gd name="p0y7" fmla="*/ 405 h 405"/>
              <a:gd name="p0x8" fmla="*/ 285 w 405"/>
              <a:gd name="p0y8" fmla="*/ 405 h 405"/>
              <a:gd name="p0x9" fmla="*/ 120 w 405"/>
              <a:gd name="p0y9" fmla="*/ 405 h 405"/>
              <a:gd name="p0x10" fmla="*/ 53 w 405"/>
              <a:gd name="p0y10" fmla="*/ 405 h 405"/>
              <a:gd name="p0x11" fmla="*/ 0 w 405"/>
              <a:gd name="p0y11" fmla="*/ 351 h 405"/>
              <a:gd name="p0x12" fmla="*/ 0 w 405"/>
              <a:gd name="p0y12" fmla="*/ 285 h 405"/>
              <a:gd name="p0x13" fmla="*/ 0 w 405"/>
              <a:gd name="p0y13" fmla="*/ 120 h 405"/>
              <a:gd name="p0x14" fmla="*/ 0 w 405"/>
              <a:gd name="p0y14" fmla="*/ 53 h 405"/>
              <a:gd name="p0x15" fmla="*/ 53 w 405"/>
              <a:gd name="p0y15" fmla="*/ 0 h 405"/>
              <a:gd name="p0x16" fmla="*/ 120 w 405"/>
              <a:gd name="p0y16" fmla="*/ 0 h 4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8" name="图片 117"/>
          <p:cNvPicPr>
            <a:picLocks noChangeAspect="1"/>
          </p:cNvPicPr>
          <p:nvPr>
            <p:custDataLst>
              <p:tags r:id="rId86"/>
            </p:custDataLst>
          </p:nvPr>
        </p:nvPicPr>
        <p:blipFill>
          <a:blip r:embed="rId87">
            <a:extLst>
              <a:ext uri="{96DAC541-7B7A-43D3-8B79-37D633B846F1}">
                <asvg:svgBlip xmlns:asvg="http://schemas.microsoft.com/office/drawing/2016/SVG/main" r:embed="rId88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6991985" y="3882390"/>
            <a:ext cx="209550" cy="213995"/>
          </a:xfrm>
          <a:prstGeom prst="rect">
            <a:avLst/>
          </a:prstGeom>
        </p:spPr>
      </p:pic>
      <p:sp>
        <p:nvSpPr>
          <p:cNvPr id="119" name="文本框 118"/>
          <p:cNvSpPr txBox="1"/>
          <p:nvPr>
            <p:custDataLst>
              <p:tags r:id="rId89"/>
            </p:custDataLst>
          </p:nvPr>
        </p:nvSpPr>
        <p:spPr>
          <a:xfrm>
            <a:off x="7301884" y="3850967"/>
            <a:ext cx="4118591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05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更接近真实损失</a:t>
            </a:r>
            <a:endParaRPr sz="105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0" name="文本框 119"/>
          <p:cNvSpPr txBox="1"/>
          <p:nvPr>
            <p:custDataLst>
              <p:tags r:id="rId90"/>
            </p:custDataLst>
          </p:nvPr>
        </p:nvSpPr>
        <p:spPr>
          <a:xfrm>
            <a:off x="7301884" y="4020969"/>
            <a:ext cx="4118591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比单纯</a:t>
            </a:r>
            <a:r>
              <a:rPr lang="en-US" altLang="zh-CN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eviction</a:t>
            </a:r>
            <a:r>
              <a:rPr lang="zh-CN" altLang="en-US" sz="10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数更接近真实损失</a:t>
            </a:r>
            <a:endParaRPr lang="zh-CN" altLang="en-US" sz="10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387350" y="848995"/>
            <a:ext cx="9429750" cy="5003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zh-CN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shared-aware</a:t>
            </a:r>
            <a:r>
              <a:rPr lang="zh-CN" altLang="en-US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初版策略</a:t>
            </a:r>
            <a:endParaRPr lang="zh-CN" altLang="en-US"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2"/>
            </p:custDataLst>
          </p:nvPr>
        </p:nvSpPr>
        <p:spPr>
          <a:xfrm>
            <a:off x="6664325" y="2014220"/>
            <a:ext cx="4466590" cy="3985260"/>
          </a:xfrm>
          <a:custGeom>
            <a:avLst/>
            <a:gdLst>
              <a:gd name="sw" fmla="*/ 1 w 8475"/>
              <a:gd name="sh" fmla="*/ 1 h 4065"/>
              <a:gd name="mins" fmla="min sw sh"/>
              <a:gd name="dsw" fmla="+- 0 sw mins"/>
              <a:gd name="dsh" fmla="+- 0 sh mins"/>
              <a:gd name="p0x0" fmla="*/ 420 w 8475"/>
              <a:gd name="p0y0" fmla="*/ 0 h 4065"/>
              <a:gd name="p0x1" fmla="*/ 8055 w 8475"/>
              <a:gd name="p0y1" fmla="*/ 0 h 4065"/>
              <a:gd name="p0x2" fmla="*/ 8286 w 8475"/>
              <a:gd name="p0y2" fmla="*/ 0 h 4065"/>
              <a:gd name="p0x3" fmla="*/ 8475 w 8475"/>
              <a:gd name="p0y3" fmla="*/ 188 h 4065"/>
              <a:gd name="p0x4" fmla="*/ 8475 w 8475"/>
              <a:gd name="p0y4" fmla="*/ 420 h 4065"/>
              <a:gd name="p0x5" fmla="*/ 8475 w 8475"/>
              <a:gd name="p0y5" fmla="*/ 3645 h 4065"/>
              <a:gd name="p0x6" fmla="*/ 8475 w 8475"/>
              <a:gd name="p0y6" fmla="*/ 3876 h 4065"/>
              <a:gd name="p0x7" fmla="*/ 8286 w 8475"/>
              <a:gd name="p0y7" fmla="*/ 4065 h 4065"/>
              <a:gd name="p0x8" fmla="*/ 8055 w 8475"/>
              <a:gd name="p0y8" fmla="*/ 4065 h 4065"/>
              <a:gd name="p0x9" fmla="*/ 420 w 8475"/>
              <a:gd name="p0y9" fmla="*/ 4065 h 4065"/>
              <a:gd name="p0x10" fmla="*/ 188 w 8475"/>
              <a:gd name="p0y10" fmla="*/ 4065 h 4065"/>
              <a:gd name="p0x11" fmla="*/ 0 w 8475"/>
              <a:gd name="p0y11" fmla="*/ 3876 h 4065"/>
              <a:gd name="p0x12" fmla="*/ 0 w 8475"/>
              <a:gd name="p0y12" fmla="*/ 3645 h 4065"/>
              <a:gd name="p0x13" fmla="*/ 0 w 8475"/>
              <a:gd name="p0y13" fmla="*/ 420 h 4065"/>
              <a:gd name="p0x14" fmla="*/ 0 w 8475"/>
              <a:gd name="p0y14" fmla="*/ 188 h 4065"/>
              <a:gd name="p0x15" fmla="*/ 188 w 8475"/>
              <a:gd name="p0y15" fmla="*/ 0 h 4065"/>
              <a:gd name="p0x16" fmla="*/ 420 w 847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3"/>
            </p:custDataLst>
          </p:nvPr>
        </p:nvSpPr>
        <p:spPr>
          <a:xfrm>
            <a:off x="6859905" y="245427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6926580" y="2516505"/>
            <a:ext cx="209550" cy="213995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7317105" y="2500103"/>
            <a:ext cx="188237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保留命中过的</a:t>
            </a:r>
            <a:r>
              <a:rPr lang="en-US" altLang="zh-CN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block</a:t>
            </a:r>
            <a:endParaRPr lang="en-US" altLang="zh-CN"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8"/>
            </p:custDataLst>
          </p:nvPr>
        </p:nvSpPr>
        <p:spPr>
          <a:xfrm>
            <a:off x="6859905" y="314198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-5000" t="-3492" r="-5000" b="-3492"/>
          <a:stretch>
            <a:fillRect/>
          </a:stretch>
        </p:blipFill>
        <p:spPr>
          <a:xfrm>
            <a:off x="6926580" y="3204210"/>
            <a:ext cx="209550" cy="213995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7317105" y="3187757"/>
            <a:ext cx="207287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保留共享度高的</a:t>
            </a:r>
            <a:r>
              <a:rPr lang="en-US" altLang="zh-CN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block</a:t>
            </a:r>
            <a:endParaRPr lang="en-US" altLang="zh-CN"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3"/>
            </p:custDataLst>
          </p:nvPr>
        </p:nvSpPr>
        <p:spPr>
          <a:xfrm>
            <a:off x="6859905" y="383540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6818" t="-3492" r="-6818" b="-3492"/>
          <a:stretch>
            <a:fillRect/>
          </a:stretch>
        </p:blipFill>
        <p:spPr>
          <a:xfrm>
            <a:off x="6911975" y="3897630"/>
            <a:ext cx="238125" cy="213995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7"/>
            </p:custDataLst>
          </p:nvPr>
        </p:nvSpPr>
        <p:spPr>
          <a:xfrm>
            <a:off x="7317105" y="3881126"/>
            <a:ext cx="3585267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保留</a:t>
            </a:r>
            <a:r>
              <a:rPr lang="en-US" altLang="zh-CN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prefix </a:t>
            </a:r>
            <a:r>
              <a:rPr lang="zh-CN" altLang="en-US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中更关键的</a:t>
            </a:r>
            <a:r>
              <a:rPr lang="en-US" altLang="zh-CN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anchor block</a:t>
            </a:r>
            <a:endParaRPr lang="en-US" altLang="zh-CN"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8"/>
            </p:custDataLst>
          </p:nvPr>
        </p:nvSpPr>
        <p:spPr>
          <a:xfrm>
            <a:off x="6859905" y="452564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6926580" y="4587875"/>
            <a:ext cx="209550" cy="213995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2"/>
            </p:custDataLst>
          </p:nvPr>
        </p:nvSpPr>
        <p:spPr>
          <a:xfrm>
            <a:off x="7317105" y="4571330"/>
            <a:ext cx="2263378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保留重算代价高的</a:t>
            </a:r>
            <a:r>
              <a:rPr lang="en-US" altLang="zh-CN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block</a:t>
            </a:r>
            <a:endParaRPr lang="en-US" altLang="zh-CN"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3"/>
            </p:custDataLst>
          </p:nvPr>
        </p:nvSpPr>
        <p:spPr>
          <a:xfrm>
            <a:off x="6859905" y="52165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-2381" t="-12407" r="-2381" b="-12407"/>
          <a:stretch>
            <a:fillRect/>
          </a:stretch>
        </p:blipFill>
        <p:spPr>
          <a:xfrm>
            <a:off x="6926580" y="5278755"/>
            <a:ext cx="209550" cy="213995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7"/>
            </p:custDataLst>
          </p:nvPr>
        </p:nvSpPr>
        <p:spPr>
          <a:xfrm>
            <a:off x="7317105" y="5262159"/>
            <a:ext cx="293831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驱逐</a:t>
            </a:r>
            <a:r>
              <a:rPr lang="en-US" altLang="zh-CN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retain_score </a:t>
            </a:r>
            <a:r>
              <a:rPr lang="zh-CN" altLang="en-US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低的</a:t>
            </a:r>
            <a:r>
              <a:rPr lang="en-US" altLang="zh-CN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block</a:t>
            </a:r>
            <a:endParaRPr lang="en-US" altLang="zh-CN"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28"/>
            </p:custDataLst>
          </p:nvPr>
        </p:nvSpPr>
        <p:spPr>
          <a:xfrm>
            <a:off x="230505" y="2014220"/>
            <a:ext cx="6266180" cy="3985895"/>
          </a:xfrm>
          <a:custGeom>
            <a:avLst/>
            <a:gdLst>
              <a:gd name="sw" fmla="*/ 1 w 9868"/>
              <a:gd name="sh" fmla="*/ 1 h 6276"/>
              <a:gd name="mins" fmla="min sw sh"/>
              <a:gd name="dsw" fmla="+- 0 sw mins"/>
              <a:gd name="dsh" fmla="+- 0 sh mins"/>
              <a:gd name="p0x0" fmla="*/ 420 w 9868"/>
              <a:gd name="p0y0" fmla="*/ 0 h 6276"/>
              <a:gd name="p0x1" fmla="*/ 9448 w 9868"/>
              <a:gd name="p0y1" fmla="*/ 0 h 6276"/>
              <a:gd name="p0x2" fmla="*/ 9680 w 9868"/>
              <a:gd name="p0y2" fmla="*/ 0 h 6276"/>
              <a:gd name="p0x3" fmla="*/ 9868 w 9868"/>
              <a:gd name="p0y3" fmla="*/ 188 h 6276"/>
              <a:gd name="p0x4" fmla="*/ 9868 w 9868"/>
              <a:gd name="p0y4" fmla="*/ 420 h 6276"/>
              <a:gd name="p0x5" fmla="*/ 9868 w 9868"/>
              <a:gd name="p0y5" fmla="*/ 5856 h 6276"/>
              <a:gd name="p0x6" fmla="*/ 9868 w 9868"/>
              <a:gd name="p0y6" fmla="*/ 6088 h 6276"/>
              <a:gd name="p0x7" fmla="*/ 9680 w 9868"/>
              <a:gd name="p0y7" fmla="*/ 6276 h 6276"/>
              <a:gd name="p0x8" fmla="*/ 9448 w 9868"/>
              <a:gd name="p0y8" fmla="*/ 6276 h 6276"/>
              <a:gd name="p0x9" fmla="*/ 420 w 9868"/>
              <a:gd name="p0y9" fmla="*/ 6276 h 6276"/>
              <a:gd name="p0x10" fmla="*/ 188 w 9868"/>
              <a:gd name="p0y10" fmla="*/ 6276 h 6276"/>
              <a:gd name="p0x11" fmla="*/ 0 w 9868"/>
              <a:gd name="p0y11" fmla="*/ 6088 h 6276"/>
              <a:gd name="p0x12" fmla="*/ 0 w 9868"/>
              <a:gd name="p0y12" fmla="*/ 5856 h 6276"/>
              <a:gd name="p0x13" fmla="*/ 0 w 9868"/>
              <a:gd name="p0y13" fmla="*/ 420 h 6276"/>
              <a:gd name="p0x14" fmla="*/ 0 w 9868"/>
              <a:gd name="p0y14" fmla="*/ 188 h 6276"/>
              <a:gd name="p0x15" fmla="*/ 188 w 9868"/>
              <a:gd name="p0y15" fmla="*/ 0 h 6276"/>
              <a:gd name="p0x16" fmla="*/ 420 w 9868"/>
              <a:gd name="p0y16" fmla="*/ 0 h 627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29"/>
            </p:custDataLst>
          </p:nvPr>
        </p:nvSpPr>
        <p:spPr>
          <a:xfrm>
            <a:off x="1723787" y="2959433"/>
            <a:ext cx="328009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策略设计：</a:t>
            </a:r>
            <a:r>
              <a:rPr lang="en-US" altLang="zh-CN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retain_score </a:t>
            </a:r>
            <a:r>
              <a:rPr lang="zh-CN" altLang="en-US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综合评估</a:t>
            </a:r>
            <a:endParaRPr lang="zh-CN" altLang="en-US"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30"/>
            </p:custDataLst>
          </p:nvPr>
        </p:nvSpPr>
        <p:spPr>
          <a:xfrm>
            <a:off x="387350" y="3326130"/>
            <a:ext cx="1933575" cy="762000"/>
          </a:xfrm>
          <a:custGeom>
            <a:avLst/>
            <a:gdLst>
              <a:gd name="sw" fmla="*/ 1 w 3044"/>
              <a:gd name="sh" fmla="*/ 1 h 1200"/>
              <a:gd name="mins" fmla="min sw sh"/>
              <a:gd name="dsw" fmla="+- 0 sw mins"/>
              <a:gd name="dsh" fmla="+- 0 sh mins"/>
              <a:gd name="p0x0" fmla="*/ 300 w 3044"/>
              <a:gd name="p0y0" fmla="*/ 0 h 1200"/>
              <a:gd name="p0x1" fmla="*/ 2744 w 3044"/>
              <a:gd name="p0y1" fmla="*/ 0 h 1200"/>
              <a:gd name="p0x2" fmla="*/ 2910 w 3044"/>
              <a:gd name="p0y2" fmla="*/ 0 h 1200"/>
              <a:gd name="p0x3" fmla="*/ 3044 w 3044"/>
              <a:gd name="p0y3" fmla="*/ 134 h 1200"/>
              <a:gd name="p0x4" fmla="*/ 3044 w 3044"/>
              <a:gd name="p0y4" fmla="*/ 300 h 1200"/>
              <a:gd name="p0x5" fmla="*/ 3044 w 3044"/>
              <a:gd name="p0y5" fmla="*/ 900 h 1200"/>
              <a:gd name="p0x6" fmla="*/ 3044 w 3044"/>
              <a:gd name="p0y6" fmla="*/ 1065 h 1200"/>
              <a:gd name="p0x7" fmla="*/ 2910 w 3044"/>
              <a:gd name="p0y7" fmla="*/ 1200 h 1200"/>
              <a:gd name="p0x8" fmla="*/ 2744 w 3044"/>
              <a:gd name="p0y8" fmla="*/ 1200 h 1200"/>
              <a:gd name="p0x9" fmla="*/ 300 w 3044"/>
              <a:gd name="p0y9" fmla="*/ 1200 h 1200"/>
              <a:gd name="p0x10" fmla="*/ 134 w 3044"/>
              <a:gd name="p0y10" fmla="*/ 1200 h 1200"/>
              <a:gd name="p0x11" fmla="*/ 0 w 3044"/>
              <a:gd name="p0y11" fmla="*/ 1065 h 1200"/>
              <a:gd name="p0x12" fmla="*/ 0 w 3044"/>
              <a:gd name="p0y12" fmla="*/ 900 h 1200"/>
              <a:gd name="p0x13" fmla="*/ 0 w 3044"/>
              <a:gd name="p0y13" fmla="*/ 300 h 1200"/>
              <a:gd name="p0x14" fmla="*/ 0 w 3044"/>
              <a:gd name="p0y14" fmla="*/ 134 h 1200"/>
              <a:gd name="p0x15" fmla="*/ 134 w 3044"/>
              <a:gd name="p0y15" fmla="*/ 0 h 1200"/>
              <a:gd name="p0x16" fmla="*/ 300 w 3044"/>
              <a:gd name="p0y16" fmla="*/ 0 h 12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31"/>
            </p:custDataLst>
          </p:nvPr>
        </p:nvSpPr>
        <p:spPr>
          <a:xfrm>
            <a:off x="1220470" y="344043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32"/>
            </p:custDataLst>
          </p:nvPr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>
            <a:fillRect/>
          </a:stretch>
        </p:blipFill>
        <p:spPr>
          <a:xfrm>
            <a:off x="1277620" y="3497580"/>
            <a:ext cx="152400" cy="152400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35"/>
            </p:custDataLst>
          </p:nvPr>
        </p:nvSpPr>
        <p:spPr>
          <a:xfrm>
            <a:off x="925773" y="3745246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复用价值</a:t>
            </a:r>
            <a:endParaRPr sz="13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36"/>
            </p:custDataLst>
          </p:nvPr>
        </p:nvSpPr>
        <p:spPr>
          <a:xfrm>
            <a:off x="2397125" y="3326130"/>
            <a:ext cx="1932940" cy="762000"/>
          </a:xfrm>
          <a:custGeom>
            <a:avLst/>
            <a:gdLst>
              <a:gd name="sw" fmla="*/ 1 w 3044"/>
              <a:gd name="sh" fmla="*/ 1 h 1200"/>
              <a:gd name="mins" fmla="min sw sh"/>
              <a:gd name="dsw" fmla="+- 0 sw mins"/>
              <a:gd name="dsh" fmla="+- 0 sh mins"/>
              <a:gd name="p0x0" fmla="*/ 300 w 3044"/>
              <a:gd name="p0y0" fmla="*/ 0 h 1200"/>
              <a:gd name="p0x1" fmla="*/ 2744 w 3044"/>
              <a:gd name="p0y1" fmla="*/ 0 h 1200"/>
              <a:gd name="p0x2" fmla="*/ 2910 w 3044"/>
              <a:gd name="p0y2" fmla="*/ 0 h 1200"/>
              <a:gd name="p0x3" fmla="*/ 3044 w 3044"/>
              <a:gd name="p0y3" fmla="*/ 134 h 1200"/>
              <a:gd name="p0x4" fmla="*/ 3044 w 3044"/>
              <a:gd name="p0y4" fmla="*/ 300 h 1200"/>
              <a:gd name="p0x5" fmla="*/ 3044 w 3044"/>
              <a:gd name="p0y5" fmla="*/ 900 h 1200"/>
              <a:gd name="p0x6" fmla="*/ 3044 w 3044"/>
              <a:gd name="p0y6" fmla="*/ 1065 h 1200"/>
              <a:gd name="p0x7" fmla="*/ 2910 w 3044"/>
              <a:gd name="p0y7" fmla="*/ 1200 h 1200"/>
              <a:gd name="p0x8" fmla="*/ 2744 w 3044"/>
              <a:gd name="p0y8" fmla="*/ 1200 h 1200"/>
              <a:gd name="p0x9" fmla="*/ 300 w 3044"/>
              <a:gd name="p0y9" fmla="*/ 1200 h 1200"/>
              <a:gd name="p0x10" fmla="*/ 134 w 3044"/>
              <a:gd name="p0y10" fmla="*/ 1200 h 1200"/>
              <a:gd name="p0x11" fmla="*/ 0 w 3044"/>
              <a:gd name="p0y11" fmla="*/ 1065 h 1200"/>
              <a:gd name="p0x12" fmla="*/ 0 w 3044"/>
              <a:gd name="p0y12" fmla="*/ 900 h 1200"/>
              <a:gd name="p0x13" fmla="*/ 0 w 3044"/>
              <a:gd name="p0y13" fmla="*/ 300 h 1200"/>
              <a:gd name="p0x14" fmla="*/ 0 w 3044"/>
              <a:gd name="p0y14" fmla="*/ 134 h 1200"/>
              <a:gd name="p0x15" fmla="*/ 134 w 3044"/>
              <a:gd name="p0y15" fmla="*/ 0 h 1200"/>
              <a:gd name="p0x16" fmla="*/ 300 w 3044"/>
              <a:gd name="p0y16" fmla="*/ 0 h 12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>
            <p:custDataLst>
              <p:tags r:id="rId37"/>
            </p:custDataLst>
          </p:nvPr>
        </p:nvSpPr>
        <p:spPr>
          <a:xfrm>
            <a:off x="3230245" y="344043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0" name="图片 39"/>
          <p:cNvPicPr>
            <a:picLocks noChangeAspect="1"/>
          </p:cNvPicPr>
          <p:nvPr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rcRect l="-6250" r="-6250"/>
          <a:stretch>
            <a:fillRect/>
          </a:stretch>
        </p:blipFill>
        <p:spPr>
          <a:xfrm>
            <a:off x="3277870" y="3497580"/>
            <a:ext cx="171450" cy="152400"/>
          </a:xfrm>
          <a:prstGeom prst="rect">
            <a:avLst/>
          </a:prstGeom>
        </p:spPr>
      </p:pic>
      <p:sp>
        <p:nvSpPr>
          <p:cNvPr id="41" name="文本框 40"/>
          <p:cNvSpPr txBox="1"/>
          <p:nvPr>
            <p:custDataLst>
              <p:tags r:id="rId41"/>
            </p:custDataLst>
          </p:nvPr>
        </p:nvSpPr>
        <p:spPr>
          <a:xfrm>
            <a:off x="2763726" y="3745246"/>
            <a:ext cx="12002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前缀锚点价值</a:t>
            </a:r>
            <a:endParaRPr sz="13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42"/>
            </p:custDataLst>
          </p:nvPr>
        </p:nvSpPr>
        <p:spPr>
          <a:xfrm>
            <a:off x="4406265" y="3326130"/>
            <a:ext cx="1933575" cy="762000"/>
          </a:xfrm>
          <a:custGeom>
            <a:avLst/>
            <a:gdLst>
              <a:gd name="sw" fmla="*/ 1 w 3044"/>
              <a:gd name="sh" fmla="*/ 1 h 1200"/>
              <a:gd name="mins" fmla="min sw sh"/>
              <a:gd name="dsw" fmla="+- 0 sw mins"/>
              <a:gd name="dsh" fmla="+- 0 sh mins"/>
              <a:gd name="p0x0" fmla="*/ 300 w 3044"/>
              <a:gd name="p0y0" fmla="*/ 0 h 1200"/>
              <a:gd name="p0x1" fmla="*/ 2744 w 3044"/>
              <a:gd name="p0y1" fmla="*/ 0 h 1200"/>
              <a:gd name="p0x2" fmla="*/ 2910 w 3044"/>
              <a:gd name="p0y2" fmla="*/ 0 h 1200"/>
              <a:gd name="p0x3" fmla="*/ 3044 w 3044"/>
              <a:gd name="p0y3" fmla="*/ 134 h 1200"/>
              <a:gd name="p0x4" fmla="*/ 3044 w 3044"/>
              <a:gd name="p0y4" fmla="*/ 300 h 1200"/>
              <a:gd name="p0x5" fmla="*/ 3044 w 3044"/>
              <a:gd name="p0y5" fmla="*/ 900 h 1200"/>
              <a:gd name="p0x6" fmla="*/ 3044 w 3044"/>
              <a:gd name="p0y6" fmla="*/ 1065 h 1200"/>
              <a:gd name="p0x7" fmla="*/ 2910 w 3044"/>
              <a:gd name="p0y7" fmla="*/ 1200 h 1200"/>
              <a:gd name="p0x8" fmla="*/ 2744 w 3044"/>
              <a:gd name="p0y8" fmla="*/ 1200 h 1200"/>
              <a:gd name="p0x9" fmla="*/ 300 w 3044"/>
              <a:gd name="p0y9" fmla="*/ 1200 h 1200"/>
              <a:gd name="p0x10" fmla="*/ 134 w 3044"/>
              <a:gd name="p0y10" fmla="*/ 1200 h 1200"/>
              <a:gd name="p0x11" fmla="*/ 0 w 3044"/>
              <a:gd name="p0y11" fmla="*/ 1065 h 1200"/>
              <a:gd name="p0x12" fmla="*/ 0 w 3044"/>
              <a:gd name="p0y12" fmla="*/ 900 h 1200"/>
              <a:gd name="p0x13" fmla="*/ 0 w 3044"/>
              <a:gd name="p0y13" fmla="*/ 300 h 1200"/>
              <a:gd name="p0x14" fmla="*/ 0 w 3044"/>
              <a:gd name="p0y14" fmla="*/ 134 h 1200"/>
              <a:gd name="p0x15" fmla="*/ 134 w 3044"/>
              <a:gd name="p0y15" fmla="*/ 0 h 1200"/>
              <a:gd name="p0x16" fmla="*/ 300 w 3044"/>
              <a:gd name="p0y16" fmla="*/ 0 h 12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>
            <p:custDataLst>
              <p:tags r:id="rId43"/>
            </p:custDataLst>
          </p:nvPr>
        </p:nvSpPr>
        <p:spPr>
          <a:xfrm>
            <a:off x="5239385" y="344043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4" name="图片 43"/>
          <p:cNvPicPr>
            <a:picLocks noChangeAspect="1"/>
          </p:cNvPicPr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>
            <a:fillRect/>
          </a:stretch>
        </p:blipFill>
        <p:spPr>
          <a:xfrm>
            <a:off x="5296535" y="3497580"/>
            <a:ext cx="152400" cy="152400"/>
          </a:xfrm>
          <a:prstGeom prst="rect">
            <a:avLst/>
          </a:prstGeom>
        </p:spPr>
      </p:pic>
      <p:sp>
        <p:nvSpPr>
          <p:cNvPr id="45" name="文本框 44"/>
          <p:cNvSpPr txBox="1"/>
          <p:nvPr>
            <p:custDataLst>
              <p:tags r:id="rId47"/>
            </p:custDataLst>
          </p:nvPr>
        </p:nvSpPr>
        <p:spPr>
          <a:xfrm>
            <a:off x="4944580" y="3745246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重算代价</a:t>
            </a:r>
            <a:endParaRPr sz="13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48"/>
            </p:custDataLst>
          </p:nvPr>
        </p:nvSpPr>
        <p:spPr>
          <a:xfrm>
            <a:off x="387350" y="4202430"/>
            <a:ext cx="5952490" cy="480695"/>
          </a:xfrm>
          <a:custGeom>
            <a:avLst/>
            <a:gdLst>
              <a:gd name="sw" fmla="*/ 1 w 9373"/>
              <a:gd name="sh" fmla="*/ 1 h 757"/>
              <a:gd name="mins" fmla="min sw sh"/>
              <a:gd name="dsw" fmla="+- 0 sw mins"/>
              <a:gd name="dsh" fmla="+- 0 sh mins"/>
              <a:gd name="p0x0" fmla="*/ 300 w 9373"/>
              <a:gd name="p0y0" fmla="*/ 0 h 757"/>
              <a:gd name="p0x1" fmla="*/ 9073 w 9373"/>
              <a:gd name="p0y1" fmla="*/ 0 h 757"/>
              <a:gd name="p0x2" fmla="*/ 9238 w 9373"/>
              <a:gd name="p0y2" fmla="*/ 0 h 757"/>
              <a:gd name="p0x3" fmla="*/ 9373 w 9373"/>
              <a:gd name="p0y3" fmla="*/ 134 h 757"/>
              <a:gd name="p0x4" fmla="*/ 9373 w 9373"/>
              <a:gd name="p0y4" fmla="*/ 300 h 757"/>
              <a:gd name="p0x5" fmla="*/ 9373 w 9373"/>
              <a:gd name="p0y5" fmla="*/ 457 h 757"/>
              <a:gd name="p0x6" fmla="*/ 9373 w 9373"/>
              <a:gd name="p0y6" fmla="*/ 623 h 757"/>
              <a:gd name="p0x7" fmla="*/ 9238 w 9373"/>
              <a:gd name="p0y7" fmla="*/ 757 h 757"/>
              <a:gd name="p0x8" fmla="*/ 9073 w 9373"/>
              <a:gd name="p0y8" fmla="*/ 757 h 757"/>
              <a:gd name="p0x9" fmla="*/ 300 w 9373"/>
              <a:gd name="p0y9" fmla="*/ 757 h 757"/>
              <a:gd name="p0x10" fmla="*/ 134 w 9373"/>
              <a:gd name="p0y10" fmla="*/ 757 h 757"/>
              <a:gd name="p0x11" fmla="*/ 0 w 9373"/>
              <a:gd name="p0y11" fmla="*/ 623 h 757"/>
              <a:gd name="p0x12" fmla="*/ 0 w 9373"/>
              <a:gd name="p0y12" fmla="*/ 457 h 757"/>
              <a:gd name="p0x13" fmla="*/ 0 w 9373"/>
              <a:gd name="p0y13" fmla="*/ 300 h 757"/>
              <a:gd name="p0x14" fmla="*/ 0 w 9373"/>
              <a:gd name="p0y14" fmla="*/ 134 h 757"/>
              <a:gd name="p0x15" fmla="*/ 134 w 9373"/>
              <a:gd name="p0y15" fmla="*/ 0 h 757"/>
              <a:gd name="p0x16" fmla="*/ 300 w 9373"/>
              <a:gd name="p0y16" fmla="*/ 0 h 75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49"/>
            </p:custDataLst>
          </p:nvPr>
        </p:nvSpPr>
        <p:spPr>
          <a:xfrm>
            <a:off x="1104957" y="4316746"/>
            <a:ext cx="4898755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50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retain_score = </a:t>
            </a:r>
            <a:r>
              <a:rPr lang="zh-CN" altLang="en-US" sz="150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复用价值</a:t>
            </a:r>
            <a:r>
              <a:rPr lang="en-US" altLang="zh-CN" sz="150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+ </a:t>
            </a:r>
            <a:r>
              <a:rPr lang="zh-CN" altLang="en-US" sz="150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前缀锚点价值</a:t>
            </a:r>
            <a:r>
              <a:rPr lang="en-US" altLang="zh-CN" sz="150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+ </a:t>
            </a:r>
            <a:r>
              <a:rPr lang="zh-CN" altLang="en-US" sz="150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重算代价</a:t>
            </a:r>
            <a:endParaRPr lang="zh-CN" altLang="en-US" sz="150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50"/>
            </p:custDataLst>
          </p:nvPr>
        </p:nvSpPr>
        <p:spPr>
          <a:xfrm>
            <a:off x="1839801" y="4786328"/>
            <a:ext cx="3048076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2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通过综合评估块优先级，优先驱逐低价值块</a:t>
            </a:r>
            <a:endParaRPr sz="12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23" name="任意多边形 22"/>
          <p:cNvSpPr/>
          <p:nvPr>
            <p:custDataLst>
              <p:tags r:id="rId1"/>
            </p:custDataLst>
          </p:nvPr>
        </p:nvSpPr>
        <p:spPr>
          <a:xfrm>
            <a:off x="533400" y="948055"/>
            <a:ext cx="5381625" cy="4695825"/>
          </a:xfrm>
          <a:custGeom>
            <a:avLst/>
            <a:gdLst>
              <a:gd name="sw" fmla="*/ 1 w 8475"/>
              <a:gd name="sh" fmla="*/ 1 h 8445"/>
              <a:gd name="mins" fmla="min sw sh"/>
              <a:gd name="dsw" fmla="+- 0 sw mins"/>
              <a:gd name="dsh" fmla="+- 0 sh mins"/>
              <a:gd name="p0x0" fmla="*/ 420 w 8475"/>
              <a:gd name="p0y0" fmla="*/ 0 h 8445"/>
              <a:gd name="p0x1" fmla="*/ 8055 w 8475"/>
              <a:gd name="p0y1" fmla="*/ 0 h 8445"/>
              <a:gd name="p0x2" fmla="*/ 8286 w 8475"/>
              <a:gd name="p0y2" fmla="*/ 0 h 8445"/>
              <a:gd name="p0x3" fmla="*/ 8475 w 8475"/>
              <a:gd name="p0y3" fmla="*/ 188 h 8445"/>
              <a:gd name="p0x4" fmla="*/ 8475 w 8475"/>
              <a:gd name="p0y4" fmla="*/ 420 h 8445"/>
              <a:gd name="p0x5" fmla="*/ 8475 w 8475"/>
              <a:gd name="p0y5" fmla="*/ 8025 h 8445"/>
              <a:gd name="p0x6" fmla="*/ 8475 w 8475"/>
              <a:gd name="p0y6" fmla="*/ 8256 h 8445"/>
              <a:gd name="p0x7" fmla="*/ 8286 w 8475"/>
              <a:gd name="p0y7" fmla="*/ 8445 h 8445"/>
              <a:gd name="p0x8" fmla="*/ 8055 w 8475"/>
              <a:gd name="p0y8" fmla="*/ 8445 h 8445"/>
              <a:gd name="p0x9" fmla="*/ 420 w 8475"/>
              <a:gd name="p0y9" fmla="*/ 8445 h 8445"/>
              <a:gd name="p0x10" fmla="*/ 188 w 8475"/>
              <a:gd name="p0y10" fmla="*/ 8445 h 8445"/>
              <a:gd name="p0x11" fmla="*/ 0 w 8475"/>
              <a:gd name="p0y11" fmla="*/ 8256 h 8445"/>
              <a:gd name="p0x12" fmla="*/ 0 w 8475"/>
              <a:gd name="p0y12" fmla="*/ 8025 h 8445"/>
              <a:gd name="p0x13" fmla="*/ 0 w 8475"/>
              <a:gd name="p0y13" fmla="*/ 420 h 8445"/>
              <a:gd name="p0x14" fmla="*/ 0 w 8475"/>
              <a:gd name="p0y14" fmla="*/ 188 h 8445"/>
              <a:gd name="p0x15" fmla="*/ 188 w 8475"/>
              <a:gd name="p0y15" fmla="*/ 0 h 8445"/>
              <a:gd name="p0x16" fmla="*/ 420 w 847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任意多边形 23"/>
          <p:cNvSpPr/>
          <p:nvPr>
            <p:custDataLst>
              <p:tags r:id="rId2"/>
            </p:custDataLst>
          </p:nvPr>
        </p:nvSpPr>
        <p:spPr>
          <a:xfrm>
            <a:off x="728980" y="114363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2000" t="-7681" r="-2000" b="-7681"/>
          <a:stretch>
            <a:fillRect/>
          </a:stretch>
        </p:blipFill>
        <p:spPr>
          <a:xfrm>
            <a:off x="814705" y="1224280"/>
            <a:ext cx="247650" cy="252730"/>
          </a:xfrm>
          <a:prstGeom prst="rect">
            <a:avLst/>
          </a:prstGeom>
        </p:spPr>
      </p:pic>
      <p:sp>
        <p:nvSpPr>
          <p:cNvPr id="26" name="文本框 25"/>
          <p:cNvSpPr txBox="1"/>
          <p:nvPr>
            <p:custDataLst>
              <p:tags r:id="rId6"/>
            </p:custDataLst>
          </p:nvPr>
        </p:nvSpPr>
        <p:spPr>
          <a:xfrm>
            <a:off x="1262380" y="1176973"/>
            <a:ext cx="2133600" cy="3524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2100" b="1">
                <a:solidFill>
                  <a:srgbClr val="C9182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早期问题：负优化</a:t>
            </a:r>
            <a:endParaRPr sz="2100" b="1">
              <a:solidFill>
                <a:srgbClr val="C9182D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27" name="表格 26"/>
          <p:cNvGraphicFramePr/>
          <p:nvPr>
            <p:custDataLst>
              <p:tags r:id="rId7"/>
            </p:custDataLst>
          </p:nvPr>
        </p:nvGraphicFramePr>
        <p:xfrm>
          <a:off x="738505" y="1724660"/>
          <a:ext cx="4981575" cy="28606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5235"/>
                <a:gridCol w="1245235"/>
                <a:gridCol w="1245870"/>
                <a:gridCol w="1245235"/>
              </a:tblGrid>
              <a:tr h="563880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Workload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Policy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Prefix hit rate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Requests/s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</a:tr>
              <a:tr h="1148715"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prefix_reuse_smoke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LRU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0.5079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3.96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1148080"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prefix_reuse_smoke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shared_aware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0.5079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2.13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32" name="组合 31"/>
          <p:cNvGrpSpPr/>
          <p:nvPr/>
        </p:nvGrpSpPr>
        <p:grpSpPr>
          <a:xfrm>
            <a:off x="728980" y="4743450"/>
            <a:ext cx="4991100" cy="533400"/>
            <a:chOff x="10125" y="9045"/>
            <a:chExt cx="7860" cy="840"/>
          </a:xfrm>
        </p:grpSpPr>
        <p:sp>
          <p:nvSpPr>
            <p:cNvPr id="28" name="任意多边形 27"/>
            <p:cNvSpPr/>
            <p:nvPr>
              <p:custDataLst>
                <p:tags r:id="rId8"/>
              </p:custDataLst>
            </p:nvPr>
          </p:nvSpPr>
          <p:spPr>
            <a:xfrm>
              <a:off x="10125" y="9045"/>
              <a:ext cx="7860" cy="840"/>
            </a:xfrm>
            <a:custGeom>
              <a:avLst/>
              <a:gdLst>
                <a:gd name="sw" fmla="*/ 1 w 7860"/>
                <a:gd name="sh" fmla="*/ 1 h 840"/>
                <a:gd name="mins" fmla="min sw sh"/>
                <a:gd name="dsw" fmla="+- 0 sw mins"/>
                <a:gd name="dsh" fmla="+- 0 sh mins"/>
                <a:gd name="p0x0" fmla="*/ 0 w 7860"/>
                <a:gd name="p0y0" fmla="*/ 0 h 840"/>
                <a:gd name="p0x1" fmla="*/ 7860 w 7860"/>
                <a:gd name="p0y1" fmla="*/ 0 h 840"/>
                <a:gd name="p0x2" fmla="*/ 7860 w 7860"/>
                <a:gd name="p0y2" fmla="*/ 840 h 840"/>
                <a:gd name="p0x3" fmla="*/ 0 w 7860"/>
                <a:gd name="p0y3" fmla="*/ 840 h 840"/>
                <a:gd name="p0x4" fmla="*/ 0 w 7860"/>
                <a:gd name="p0y4" fmla="*/ 0 h 8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任意多边形 28"/>
            <p:cNvSpPr/>
            <p:nvPr>
              <p:custDataLst>
                <p:tags r:id="rId9"/>
              </p:custDataLst>
            </p:nvPr>
          </p:nvSpPr>
          <p:spPr>
            <a:xfrm>
              <a:off x="10125" y="9045"/>
              <a:ext cx="7860" cy="15"/>
            </a:xfrm>
            <a:custGeom>
              <a:avLst/>
              <a:gdLst>
                <a:gd name="sw" fmla="*/ 1 w 7860"/>
                <a:gd name="sh" fmla="*/ 1 h 15"/>
                <a:gd name="mins" fmla="min sw sh"/>
                <a:gd name="dsw" fmla="+- 0 sw mins"/>
                <a:gd name="dsh" fmla="+- 0 sh mins"/>
                <a:gd name="p0x0" fmla="*/ 0 w 7860"/>
                <a:gd name="p0y0" fmla="*/ 0 h 15"/>
                <a:gd name="p0x1" fmla="*/ 7860 w 7860"/>
                <a:gd name="p0y1" fmla="*/ 0 h 15"/>
                <a:gd name="p0x2" fmla="*/ 7860 w 7860"/>
                <a:gd name="p0y2" fmla="*/ 15 h 15"/>
                <a:gd name="p0x3" fmla="*/ 0 w 7860"/>
                <a:gd name="p0y3" fmla="*/ 15 h 15"/>
                <a:gd name="p0x4" fmla="*/ 0 w 7860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D5D9E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1" name="文本框 30"/>
          <p:cNvSpPr txBox="1"/>
          <p:nvPr>
            <p:custDataLst>
              <p:tags r:id="rId10"/>
            </p:custDataLst>
          </p:nvPr>
        </p:nvSpPr>
        <p:spPr>
          <a:xfrm>
            <a:off x="728980" y="4852035"/>
            <a:ext cx="499110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功能是通的，但在没有真正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cached eviction 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的情况下，策略也在做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ranking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，只带来开销</a:t>
            </a:r>
            <a:endParaRPr lang="zh-CN" altLang="en-US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1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zh-CN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shared-aware</a:t>
            </a:r>
            <a:r>
              <a:rPr lang="zh-CN" altLang="en-US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初版策略</a:t>
            </a:r>
            <a:endParaRPr lang="zh-CN" altLang="en-US"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12"/>
            </p:custDataLst>
          </p:nvPr>
        </p:nvSpPr>
        <p:spPr>
          <a:xfrm>
            <a:off x="6316345" y="1031240"/>
            <a:ext cx="4535170" cy="1246505"/>
          </a:xfrm>
          <a:custGeom>
            <a:avLst/>
            <a:gdLst>
              <a:gd name="sw" fmla="*/ 1 w 7141"/>
              <a:gd name="sh" fmla="*/ 1 h 1962"/>
              <a:gd name="mins" fmla="min sw sh"/>
              <a:gd name="dsw" fmla="+- 0 sw mins"/>
              <a:gd name="dsh" fmla="+- 0 sh mins"/>
              <a:gd name="p0x0" fmla="*/ 420 w 7141"/>
              <a:gd name="p0y0" fmla="*/ 0 h 1962"/>
              <a:gd name="p0x1" fmla="*/ 6721 w 7141"/>
              <a:gd name="p0y1" fmla="*/ 0 h 1962"/>
              <a:gd name="p0x2" fmla="*/ 6953 w 7141"/>
              <a:gd name="p0y2" fmla="*/ 0 h 1962"/>
              <a:gd name="p0x3" fmla="*/ 7141 w 7141"/>
              <a:gd name="p0y3" fmla="*/ 188 h 1962"/>
              <a:gd name="p0x4" fmla="*/ 7141 w 7141"/>
              <a:gd name="p0y4" fmla="*/ 420 h 1962"/>
              <a:gd name="p0x5" fmla="*/ 7141 w 7141"/>
              <a:gd name="p0y5" fmla="*/ 1542 h 1962"/>
              <a:gd name="p0x6" fmla="*/ 7141 w 7141"/>
              <a:gd name="p0y6" fmla="*/ 1774 h 1962"/>
              <a:gd name="p0x7" fmla="*/ 6953 w 7141"/>
              <a:gd name="p0y7" fmla="*/ 1962 h 1962"/>
              <a:gd name="p0x8" fmla="*/ 6721 w 7141"/>
              <a:gd name="p0y8" fmla="*/ 1962 h 1962"/>
              <a:gd name="p0x9" fmla="*/ 420 w 7141"/>
              <a:gd name="p0y9" fmla="*/ 1962 h 1962"/>
              <a:gd name="p0x10" fmla="*/ 188 w 7141"/>
              <a:gd name="p0y10" fmla="*/ 1962 h 1962"/>
              <a:gd name="p0x11" fmla="*/ 0 w 7141"/>
              <a:gd name="p0y11" fmla="*/ 1774 h 1962"/>
              <a:gd name="p0x12" fmla="*/ 0 w 7141"/>
              <a:gd name="p0y12" fmla="*/ 1542 h 1962"/>
              <a:gd name="p0x13" fmla="*/ 0 w 7141"/>
              <a:gd name="p0y13" fmla="*/ 420 h 1962"/>
              <a:gd name="p0x14" fmla="*/ 0 w 7141"/>
              <a:gd name="p0y14" fmla="*/ 188 h 1962"/>
              <a:gd name="p0x15" fmla="*/ 188 w 7141"/>
              <a:gd name="p0y15" fmla="*/ 0 h 1962"/>
              <a:gd name="p0x16" fmla="*/ 420 w 7141"/>
              <a:gd name="p0y16" fmla="*/ 0 h 196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13"/>
            </p:custDataLst>
          </p:nvPr>
        </p:nvSpPr>
        <p:spPr>
          <a:xfrm>
            <a:off x="6473825" y="120904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t="-7143" b="-7143"/>
          <a:stretch>
            <a:fillRect/>
          </a:stretch>
        </p:blipFill>
        <p:spPr>
          <a:xfrm>
            <a:off x="6530975" y="1266190"/>
            <a:ext cx="152400" cy="1524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17"/>
            </p:custDataLst>
          </p:nvPr>
        </p:nvSpPr>
        <p:spPr>
          <a:xfrm>
            <a:off x="6816725" y="1209091"/>
            <a:ext cx="571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现象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8"/>
            </p:custDataLst>
          </p:nvPr>
        </p:nvSpPr>
        <p:spPr>
          <a:xfrm>
            <a:off x="6473825" y="1536751"/>
            <a:ext cx="4220689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无缓存驱逐的轻负载场景下，策略逻辑正常，但</a:t>
            </a:r>
            <a:r>
              <a:rPr lang="zh-CN"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吞吐比</a:t>
            </a:r>
            <a:r>
              <a:rPr lang="en-US" altLang="zh-CN"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LRU</a:t>
            </a:r>
            <a:r>
              <a:rPr lang="zh-CN" altLang="en-US"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低</a:t>
            </a:r>
            <a:r>
              <a:rPr lang="en-US" altLang="zh-CN"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40%</a:t>
            </a:r>
            <a:r>
              <a:rPr lang="zh-CN" altLang="en-US"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左右</a:t>
            </a: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，无实际收益仅产生额外开销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9"/>
            </p:custDataLst>
          </p:nvPr>
        </p:nvSpPr>
        <p:spPr>
          <a:xfrm>
            <a:off x="6316345" y="2557780"/>
            <a:ext cx="4535170" cy="1466215"/>
          </a:xfrm>
          <a:custGeom>
            <a:avLst/>
            <a:gdLst>
              <a:gd name="sw" fmla="*/ 1 w 7141"/>
              <a:gd name="sh" fmla="*/ 1 h 1962"/>
              <a:gd name="mins" fmla="min sw sh"/>
              <a:gd name="dsw" fmla="+- 0 sw mins"/>
              <a:gd name="dsh" fmla="+- 0 sh mins"/>
              <a:gd name="p0x0" fmla="*/ 420 w 7141"/>
              <a:gd name="p0y0" fmla="*/ 0 h 1962"/>
              <a:gd name="p0x1" fmla="*/ 6721 w 7141"/>
              <a:gd name="p0y1" fmla="*/ 0 h 1962"/>
              <a:gd name="p0x2" fmla="*/ 6953 w 7141"/>
              <a:gd name="p0y2" fmla="*/ 0 h 1962"/>
              <a:gd name="p0x3" fmla="*/ 7141 w 7141"/>
              <a:gd name="p0y3" fmla="*/ 188 h 1962"/>
              <a:gd name="p0x4" fmla="*/ 7141 w 7141"/>
              <a:gd name="p0y4" fmla="*/ 420 h 1962"/>
              <a:gd name="p0x5" fmla="*/ 7141 w 7141"/>
              <a:gd name="p0y5" fmla="*/ 1542 h 1962"/>
              <a:gd name="p0x6" fmla="*/ 7141 w 7141"/>
              <a:gd name="p0y6" fmla="*/ 1774 h 1962"/>
              <a:gd name="p0x7" fmla="*/ 6953 w 7141"/>
              <a:gd name="p0y7" fmla="*/ 1962 h 1962"/>
              <a:gd name="p0x8" fmla="*/ 6721 w 7141"/>
              <a:gd name="p0y8" fmla="*/ 1962 h 1962"/>
              <a:gd name="p0x9" fmla="*/ 420 w 7141"/>
              <a:gd name="p0y9" fmla="*/ 1962 h 1962"/>
              <a:gd name="p0x10" fmla="*/ 188 w 7141"/>
              <a:gd name="p0y10" fmla="*/ 1962 h 1962"/>
              <a:gd name="p0x11" fmla="*/ 0 w 7141"/>
              <a:gd name="p0y11" fmla="*/ 1774 h 1962"/>
              <a:gd name="p0x12" fmla="*/ 0 w 7141"/>
              <a:gd name="p0y12" fmla="*/ 1542 h 1962"/>
              <a:gd name="p0x13" fmla="*/ 0 w 7141"/>
              <a:gd name="p0y13" fmla="*/ 420 h 1962"/>
              <a:gd name="p0x14" fmla="*/ 0 w 7141"/>
              <a:gd name="p0y14" fmla="*/ 188 h 1962"/>
              <a:gd name="p0x15" fmla="*/ 188 w 7141"/>
              <a:gd name="p0y15" fmla="*/ 0 h 1962"/>
              <a:gd name="p0x16" fmla="*/ 420 w 7141"/>
              <a:gd name="p0y16" fmla="*/ 0 h 196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>
            <p:custDataLst>
              <p:tags r:id="rId20"/>
            </p:custDataLst>
          </p:nvPr>
        </p:nvSpPr>
        <p:spPr>
          <a:xfrm>
            <a:off x="6473825" y="26860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/>
          <a:stretch>
            <a:fillRect/>
          </a:stretch>
        </p:blipFill>
        <p:spPr>
          <a:xfrm>
            <a:off x="6530975" y="2743200"/>
            <a:ext cx="152400" cy="15240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24"/>
            </p:custDataLst>
          </p:nvPr>
        </p:nvSpPr>
        <p:spPr>
          <a:xfrm>
            <a:off x="6816725" y="2686380"/>
            <a:ext cx="952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具体细节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25"/>
            </p:custDataLst>
          </p:nvPr>
        </p:nvSpPr>
        <p:spPr>
          <a:xfrm>
            <a:off x="6473825" y="2985389"/>
            <a:ext cx="4220689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无驱逐场景下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CPU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使用率比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LRU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32%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，全量排序逻辑每次需遍历近百个候选块，</a:t>
            </a:r>
            <a:r>
              <a:rPr lang="zh-CN" altLang="en-US"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单次块分配耗时从</a:t>
            </a:r>
            <a:r>
              <a:rPr lang="en-US" altLang="zh-CN"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12us</a:t>
            </a:r>
            <a:r>
              <a:rPr lang="zh-CN" altLang="en-US"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升到</a:t>
            </a:r>
            <a:r>
              <a:rPr lang="en-US" altLang="zh-CN"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48us</a:t>
            </a:r>
            <a:r>
              <a:rPr 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，最终吞吐下降</a:t>
            </a:r>
            <a:r>
              <a:rPr 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40%</a:t>
            </a:r>
            <a:endParaRPr lang="en-US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26"/>
            </p:custDataLst>
          </p:nvPr>
        </p:nvSpPr>
        <p:spPr>
          <a:xfrm>
            <a:off x="6316345" y="4317365"/>
            <a:ext cx="4535170" cy="1245870"/>
          </a:xfrm>
          <a:custGeom>
            <a:avLst/>
            <a:gdLst>
              <a:gd name="sw" fmla="*/ 1 w 7141"/>
              <a:gd name="sh" fmla="*/ 1 h 1962"/>
              <a:gd name="mins" fmla="min sw sh"/>
              <a:gd name="dsw" fmla="+- 0 sw mins"/>
              <a:gd name="dsh" fmla="+- 0 sh mins"/>
              <a:gd name="p0x0" fmla="*/ 420 w 7141"/>
              <a:gd name="p0y0" fmla="*/ 0 h 1962"/>
              <a:gd name="p0x1" fmla="*/ 6721 w 7141"/>
              <a:gd name="p0y1" fmla="*/ 0 h 1962"/>
              <a:gd name="p0x2" fmla="*/ 6953 w 7141"/>
              <a:gd name="p0y2" fmla="*/ 0 h 1962"/>
              <a:gd name="p0x3" fmla="*/ 7141 w 7141"/>
              <a:gd name="p0y3" fmla="*/ 188 h 1962"/>
              <a:gd name="p0x4" fmla="*/ 7141 w 7141"/>
              <a:gd name="p0y4" fmla="*/ 420 h 1962"/>
              <a:gd name="p0x5" fmla="*/ 7141 w 7141"/>
              <a:gd name="p0y5" fmla="*/ 1542 h 1962"/>
              <a:gd name="p0x6" fmla="*/ 7141 w 7141"/>
              <a:gd name="p0y6" fmla="*/ 1774 h 1962"/>
              <a:gd name="p0x7" fmla="*/ 6953 w 7141"/>
              <a:gd name="p0y7" fmla="*/ 1962 h 1962"/>
              <a:gd name="p0x8" fmla="*/ 6721 w 7141"/>
              <a:gd name="p0y8" fmla="*/ 1962 h 1962"/>
              <a:gd name="p0x9" fmla="*/ 420 w 7141"/>
              <a:gd name="p0y9" fmla="*/ 1962 h 1962"/>
              <a:gd name="p0x10" fmla="*/ 188 w 7141"/>
              <a:gd name="p0y10" fmla="*/ 1962 h 1962"/>
              <a:gd name="p0x11" fmla="*/ 0 w 7141"/>
              <a:gd name="p0y11" fmla="*/ 1774 h 1962"/>
              <a:gd name="p0x12" fmla="*/ 0 w 7141"/>
              <a:gd name="p0y12" fmla="*/ 1542 h 1962"/>
              <a:gd name="p0x13" fmla="*/ 0 w 7141"/>
              <a:gd name="p0y13" fmla="*/ 420 h 1962"/>
              <a:gd name="p0x14" fmla="*/ 0 w 7141"/>
              <a:gd name="p0y14" fmla="*/ 188 h 1962"/>
              <a:gd name="p0x15" fmla="*/ 188 w 7141"/>
              <a:gd name="p0y15" fmla="*/ 0 h 1962"/>
              <a:gd name="p0x16" fmla="*/ 420 w 7141"/>
              <a:gd name="p0y16" fmla="*/ 0 h 196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27"/>
            </p:custDataLst>
          </p:nvPr>
        </p:nvSpPr>
        <p:spPr>
          <a:xfrm>
            <a:off x="6473825" y="449453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/>
          <a:stretch>
            <a:fillRect/>
          </a:stretch>
        </p:blipFill>
        <p:spPr>
          <a:xfrm>
            <a:off x="6530975" y="4551680"/>
            <a:ext cx="152400" cy="15240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31"/>
            </p:custDataLst>
          </p:nvPr>
        </p:nvSpPr>
        <p:spPr>
          <a:xfrm>
            <a:off x="6816725" y="4494819"/>
            <a:ext cx="571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根因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32"/>
            </p:custDataLst>
          </p:nvPr>
        </p:nvSpPr>
        <p:spPr>
          <a:xfrm>
            <a:off x="6473825" y="4822479"/>
            <a:ext cx="4220689" cy="571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未区分空闲块与已缓存块</a:t>
            </a: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，每次块分配都触发全量排序逻辑，浪费计算资源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33"/>
            </p:custDataLst>
          </p:nvPr>
        </p:nvSpPr>
        <p:spPr>
          <a:xfrm>
            <a:off x="534035" y="5734685"/>
            <a:ext cx="10317480" cy="945515"/>
          </a:xfrm>
          <a:custGeom>
            <a:avLst/>
            <a:gdLst>
              <a:gd name="sw" fmla="*/ 1 w 17385"/>
              <a:gd name="sh" fmla="*/ 1 h 1793"/>
              <a:gd name="mins" fmla="min sw sh"/>
              <a:gd name="dsw" fmla="+- 0 sw mins"/>
              <a:gd name="dsh" fmla="+- 0 sh mins"/>
              <a:gd name="p0x0" fmla="*/ 420 w 17385"/>
              <a:gd name="p0y0" fmla="*/ 0 h 1793"/>
              <a:gd name="p0x1" fmla="*/ 16965 w 17385"/>
              <a:gd name="p0y1" fmla="*/ 0 h 1793"/>
              <a:gd name="p0x2" fmla="*/ 17196 w 17385"/>
              <a:gd name="p0y2" fmla="*/ 0 h 1793"/>
              <a:gd name="p0x3" fmla="*/ 17385 w 17385"/>
              <a:gd name="p0y3" fmla="*/ 188 h 1793"/>
              <a:gd name="p0x4" fmla="*/ 17385 w 17385"/>
              <a:gd name="p0y4" fmla="*/ 420 h 1793"/>
              <a:gd name="p0x5" fmla="*/ 17385 w 17385"/>
              <a:gd name="p0y5" fmla="*/ 1373 h 1793"/>
              <a:gd name="p0x6" fmla="*/ 17385 w 17385"/>
              <a:gd name="p0y6" fmla="*/ 1605 h 1793"/>
              <a:gd name="p0x7" fmla="*/ 17196 w 17385"/>
              <a:gd name="p0y7" fmla="*/ 1793 h 1793"/>
              <a:gd name="p0x8" fmla="*/ 16965 w 17385"/>
              <a:gd name="p0y8" fmla="*/ 1793 h 1793"/>
              <a:gd name="p0x9" fmla="*/ 420 w 17385"/>
              <a:gd name="p0y9" fmla="*/ 1793 h 1793"/>
              <a:gd name="p0x10" fmla="*/ 188 w 17385"/>
              <a:gd name="p0y10" fmla="*/ 1793 h 1793"/>
              <a:gd name="p0x11" fmla="*/ 0 w 17385"/>
              <a:gd name="p0y11" fmla="*/ 1605 h 1793"/>
              <a:gd name="p0x12" fmla="*/ 0 w 17385"/>
              <a:gd name="p0y12" fmla="*/ 1373 h 1793"/>
              <a:gd name="p0x13" fmla="*/ 0 w 17385"/>
              <a:gd name="p0y13" fmla="*/ 420 h 1793"/>
              <a:gd name="p0x14" fmla="*/ 0 w 17385"/>
              <a:gd name="p0y14" fmla="*/ 188 h 1793"/>
              <a:gd name="p0x15" fmla="*/ 188 w 17385"/>
              <a:gd name="p0y15" fmla="*/ 0 h 1793"/>
              <a:gd name="p0x16" fmla="*/ 420 w 17385"/>
              <a:gd name="p0y16" fmla="*/ 0 h 179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272EC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34"/>
            </p:custDataLst>
          </p:nvPr>
        </p:nvSpPr>
        <p:spPr>
          <a:xfrm>
            <a:off x="715010" y="5955030"/>
            <a:ext cx="9970770" cy="581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系统优化不能只追求策略效果，必须保证基础路径的低开销退化，普通无压力场景性能不能受损</a:t>
            </a:r>
            <a:endParaRPr sz="2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277600" y="6182360"/>
            <a:ext cx="914400" cy="593725"/>
          </a:xfrm>
        </p:spPr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21" name="文本框 20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无压力快路径</a:t>
            </a:r>
            <a:endParaRPr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2"/>
            </p:custDataLst>
          </p:nvPr>
        </p:nvSpPr>
        <p:spPr>
          <a:xfrm>
            <a:off x="471805" y="918845"/>
            <a:ext cx="5106670" cy="4944110"/>
          </a:xfrm>
          <a:custGeom>
            <a:avLst/>
            <a:gdLst>
              <a:gd name="sw" fmla="*/ 1 w 5585"/>
              <a:gd name="sh" fmla="*/ 1 h 4880"/>
              <a:gd name="mins" fmla="min sw sh"/>
              <a:gd name="dsw" fmla="+- 0 sw mins"/>
              <a:gd name="dsh" fmla="+- 0 sh mins"/>
              <a:gd name="p0x0" fmla="*/ 420 w 5585"/>
              <a:gd name="p0y0" fmla="*/ 0 h 4880"/>
              <a:gd name="p0x1" fmla="*/ 5165 w 5585"/>
              <a:gd name="p0y1" fmla="*/ 0 h 4880"/>
              <a:gd name="p0x2" fmla="*/ 5396 w 5585"/>
              <a:gd name="p0y2" fmla="*/ 0 h 4880"/>
              <a:gd name="p0x3" fmla="*/ 5585 w 5585"/>
              <a:gd name="p0y3" fmla="*/ 188 h 4880"/>
              <a:gd name="p0x4" fmla="*/ 5585 w 5585"/>
              <a:gd name="p0y4" fmla="*/ 420 h 4880"/>
              <a:gd name="p0x5" fmla="*/ 5585 w 5585"/>
              <a:gd name="p0y5" fmla="*/ 4460 h 4880"/>
              <a:gd name="p0x6" fmla="*/ 5585 w 5585"/>
              <a:gd name="p0y6" fmla="*/ 4692 h 4880"/>
              <a:gd name="p0x7" fmla="*/ 5396 w 5585"/>
              <a:gd name="p0y7" fmla="*/ 4880 h 4880"/>
              <a:gd name="p0x8" fmla="*/ 5165 w 5585"/>
              <a:gd name="p0y8" fmla="*/ 4880 h 4880"/>
              <a:gd name="p0x9" fmla="*/ 420 w 5585"/>
              <a:gd name="p0y9" fmla="*/ 4880 h 4880"/>
              <a:gd name="p0x10" fmla="*/ 188 w 5585"/>
              <a:gd name="p0y10" fmla="*/ 4880 h 4880"/>
              <a:gd name="p0x11" fmla="*/ 0 w 5585"/>
              <a:gd name="p0y11" fmla="*/ 4692 h 4880"/>
              <a:gd name="p0x12" fmla="*/ 0 w 5585"/>
              <a:gd name="p0y12" fmla="*/ 4460 h 4880"/>
              <a:gd name="p0x13" fmla="*/ 0 w 5585"/>
              <a:gd name="p0y13" fmla="*/ 420 h 4880"/>
              <a:gd name="p0x14" fmla="*/ 0 w 5585"/>
              <a:gd name="p0y14" fmla="*/ 188 h 4880"/>
              <a:gd name="p0x15" fmla="*/ 188 w 5585"/>
              <a:gd name="p0y15" fmla="*/ 0 h 4880"/>
              <a:gd name="p0x16" fmla="*/ 420 w 5585"/>
              <a:gd name="p0y16" fmla="*/ 0 h 48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任意多边形 43"/>
          <p:cNvSpPr/>
          <p:nvPr>
            <p:custDataLst>
              <p:tags r:id="rId3"/>
            </p:custDataLst>
          </p:nvPr>
        </p:nvSpPr>
        <p:spPr>
          <a:xfrm>
            <a:off x="667385" y="111442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4"/>
            </p:custDataLst>
          </p:nvPr>
        </p:nvSpPr>
        <p:spPr>
          <a:xfrm>
            <a:off x="799621" y="1186834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sz="195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5"/>
            </p:custDataLst>
          </p:nvPr>
        </p:nvSpPr>
        <p:spPr>
          <a:xfrm>
            <a:off x="1238885" y="1098252"/>
            <a:ext cx="2820372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新增</a:t>
            </a:r>
            <a:r>
              <a:rPr lang="en-US" altLang="zh-CN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peek_left_n</a:t>
            </a:r>
            <a:r>
              <a:rPr lang="zh-CN" altLang="en-US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</a:t>
            </a:r>
            <a:endParaRPr lang="zh-CN" altLang="en-US"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6"/>
            </p:custDataLst>
          </p:nvPr>
        </p:nvSpPr>
        <p:spPr>
          <a:xfrm>
            <a:off x="921385" y="1471930"/>
            <a:ext cx="4084955" cy="15481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FreeKVCacheBlockQueue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新增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peek_left_n(n)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接口，默认检查与待分配块数等量的队头块，提前判断是否为无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hash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的真空闲块</a:t>
            </a:r>
            <a:endParaRPr lang="zh-CN" altLang="en-US"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7"/>
            </p:custDataLst>
          </p:nvPr>
        </p:nvSpPr>
        <p:spPr>
          <a:xfrm>
            <a:off x="5838825" y="934720"/>
            <a:ext cx="5027295" cy="3099435"/>
          </a:xfrm>
          <a:custGeom>
            <a:avLst/>
            <a:gdLst>
              <a:gd name="sw" fmla="*/ 1 w 5585"/>
              <a:gd name="sh" fmla="*/ 1 h 4880"/>
              <a:gd name="mins" fmla="min sw sh"/>
              <a:gd name="dsw" fmla="+- 0 sw mins"/>
              <a:gd name="dsh" fmla="+- 0 sh mins"/>
              <a:gd name="p0x0" fmla="*/ 420 w 5585"/>
              <a:gd name="p0y0" fmla="*/ 0 h 4880"/>
              <a:gd name="p0x1" fmla="*/ 5165 w 5585"/>
              <a:gd name="p0y1" fmla="*/ 0 h 4880"/>
              <a:gd name="p0x2" fmla="*/ 5396 w 5585"/>
              <a:gd name="p0y2" fmla="*/ 0 h 4880"/>
              <a:gd name="p0x3" fmla="*/ 5585 w 5585"/>
              <a:gd name="p0y3" fmla="*/ 188 h 4880"/>
              <a:gd name="p0x4" fmla="*/ 5585 w 5585"/>
              <a:gd name="p0y4" fmla="*/ 420 h 4880"/>
              <a:gd name="p0x5" fmla="*/ 5585 w 5585"/>
              <a:gd name="p0y5" fmla="*/ 4460 h 4880"/>
              <a:gd name="p0x6" fmla="*/ 5585 w 5585"/>
              <a:gd name="p0y6" fmla="*/ 4692 h 4880"/>
              <a:gd name="p0x7" fmla="*/ 5396 w 5585"/>
              <a:gd name="p0y7" fmla="*/ 4880 h 4880"/>
              <a:gd name="p0x8" fmla="*/ 5165 w 5585"/>
              <a:gd name="p0y8" fmla="*/ 4880 h 4880"/>
              <a:gd name="p0x9" fmla="*/ 420 w 5585"/>
              <a:gd name="p0y9" fmla="*/ 4880 h 4880"/>
              <a:gd name="p0x10" fmla="*/ 188 w 5585"/>
              <a:gd name="p0y10" fmla="*/ 4880 h 4880"/>
              <a:gd name="p0x11" fmla="*/ 0 w 5585"/>
              <a:gd name="p0y11" fmla="*/ 4692 h 4880"/>
              <a:gd name="p0x12" fmla="*/ 0 w 5585"/>
              <a:gd name="p0y12" fmla="*/ 4460 h 4880"/>
              <a:gd name="p0x13" fmla="*/ 0 w 5585"/>
              <a:gd name="p0y13" fmla="*/ 420 h 4880"/>
              <a:gd name="p0x14" fmla="*/ 0 w 5585"/>
              <a:gd name="p0y14" fmla="*/ 188 h 4880"/>
              <a:gd name="p0x15" fmla="*/ 188 w 5585"/>
              <a:gd name="p0y15" fmla="*/ 0 h 4880"/>
              <a:gd name="p0x16" fmla="*/ 420 w 5585"/>
              <a:gd name="p0y16" fmla="*/ 0 h 48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任意多边形 48"/>
          <p:cNvSpPr/>
          <p:nvPr>
            <p:custDataLst>
              <p:tags r:id="rId8"/>
            </p:custDataLst>
          </p:nvPr>
        </p:nvSpPr>
        <p:spPr>
          <a:xfrm>
            <a:off x="6034405" y="113030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>
            <p:custDataLst>
              <p:tags r:id="rId9"/>
            </p:custDataLst>
          </p:nvPr>
        </p:nvSpPr>
        <p:spPr>
          <a:xfrm>
            <a:off x="6166666" y="1202709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sz="195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10"/>
            </p:custDataLst>
          </p:nvPr>
        </p:nvSpPr>
        <p:spPr>
          <a:xfrm>
            <a:off x="6605931" y="1114127"/>
            <a:ext cx="25844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快路径逻辑</a:t>
            </a:r>
            <a:endParaRPr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11"/>
            </p:custDataLst>
          </p:nvPr>
        </p:nvSpPr>
        <p:spPr>
          <a:xfrm>
            <a:off x="6605905" y="1487805"/>
            <a:ext cx="3836035" cy="7175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若队头待分配块均为真空闲块，直接走原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LRU popleft_n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分配逻辑，完全跳过策略计算环节</a:t>
            </a:r>
            <a:endParaRPr lang="zh-CN" altLang="en-US"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3" name="任意多边形 52"/>
          <p:cNvSpPr/>
          <p:nvPr>
            <p:custDataLst>
              <p:tags r:id="rId12"/>
            </p:custDataLst>
          </p:nvPr>
        </p:nvSpPr>
        <p:spPr>
          <a:xfrm>
            <a:off x="5853430" y="4153535"/>
            <a:ext cx="5012690" cy="1708785"/>
          </a:xfrm>
          <a:custGeom>
            <a:avLst/>
            <a:gdLst>
              <a:gd name="sw" fmla="*/ 1 w 5585"/>
              <a:gd name="sh" fmla="*/ 1 h 4880"/>
              <a:gd name="mins" fmla="min sw sh"/>
              <a:gd name="dsw" fmla="+- 0 sw mins"/>
              <a:gd name="dsh" fmla="+- 0 sh mins"/>
              <a:gd name="p0x0" fmla="*/ 420 w 5585"/>
              <a:gd name="p0y0" fmla="*/ 0 h 4880"/>
              <a:gd name="p0x1" fmla="*/ 5165 w 5585"/>
              <a:gd name="p0y1" fmla="*/ 0 h 4880"/>
              <a:gd name="p0x2" fmla="*/ 5396 w 5585"/>
              <a:gd name="p0y2" fmla="*/ 0 h 4880"/>
              <a:gd name="p0x3" fmla="*/ 5585 w 5585"/>
              <a:gd name="p0y3" fmla="*/ 188 h 4880"/>
              <a:gd name="p0x4" fmla="*/ 5585 w 5585"/>
              <a:gd name="p0y4" fmla="*/ 420 h 4880"/>
              <a:gd name="p0x5" fmla="*/ 5585 w 5585"/>
              <a:gd name="p0y5" fmla="*/ 4460 h 4880"/>
              <a:gd name="p0x6" fmla="*/ 5585 w 5585"/>
              <a:gd name="p0y6" fmla="*/ 4692 h 4880"/>
              <a:gd name="p0x7" fmla="*/ 5396 w 5585"/>
              <a:gd name="p0y7" fmla="*/ 4880 h 4880"/>
              <a:gd name="p0x8" fmla="*/ 5165 w 5585"/>
              <a:gd name="p0y8" fmla="*/ 4880 h 4880"/>
              <a:gd name="p0x9" fmla="*/ 420 w 5585"/>
              <a:gd name="p0y9" fmla="*/ 4880 h 4880"/>
              <a:gd name="p0x10" fmla="*/ 188 w 5585"/>
              <a:gd name="p0y10" fmla="*/ 4880 h 4880"/>
              <a:gd name="p0x11" fmla="*/ 0 w 5585"/>
              <a:gd name="p0y11" fmla="*/ 4692 h 4880"/>
              <a:gd name="p0x12" fmla="*/ 0 w 5585"/>
              <a:gd name="p0y12" fmla="*/ 4460 h 4880"/>
              <a:gd name="p0x13" fmla="*/ 0 w 5585"/>
              <a:gd name="p0y13" fmla="*/ 420 h 4880"/>
              <a:gd name="p0x14" fmla="*/ 0 w 5585"/>
              <a:gd name="p0y14" fmla="*/ 188 h 4880"/>
              <a:gd name="p0x15" fmla="*/ 188 w 5585"/>
              <a:gd name="p0y15" fmla="*/ 0 h 4880"/>
              <a:gd name="p0x16" fmla="*/ 420 w 5585"/>
              <a:gd name="p0y16" fmla="*/ 0 h 48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任意多边形 53"/>
          <p:cNvSpPr/>
          <p:nvPr>
            <p:custDataLst>
              <p:tags r:id="rId13"/>
            </p:custDataLst>
          </p:nvPr>
        </p:nvSpPr>
        <p:spPr>
          <a:xfrm>
            <a:off x="6049010" y="434911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>
            <p:custDataLst>
              <p:tags r:id="rId14"/>
            </p:custDataLst>
          </p:nvPr>
        </p:nvSpPr>
        <p:spPr>
          <a:xfrm>
            <a:off x="6181296" y="4421524"/>
            <a:ext cx="402212" cy="2743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95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sz="195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15"/>
            </p:custDataLst>
          </p:nvPr>
        </p:nvSpPr>
        <p:spPr>
          <a:xfrm>
            <a:off x="6620561" y="4332942"/>
            <a:ext cx="25844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排序优化</a:t>
            </a:r>
            <a:endParaRPr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16"/>
            </p:custDataLst>
          </p:nvPr>
        </p:nvSpPr>
        <p:spPr>
          <a:xfrm>
            <a:off x="6212205" y="4787900"/>
            <a:ext cx="4495800" cy="9925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将全量排序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O(nlogn)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改为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heapq.nsmallest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取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Top K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目标块，时间复杂度降至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O(nlogk)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为待分配块数（通常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≤16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），排序开销降低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90%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以上</a:t>
            </a:r>
            <a:endParaRPr lang="zh-CN" altLang="en-US"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8" name="任意多边形 57"/>
          <p:cNvSpPr/>
          <p:nvPr>
            <p:custDataLst>
              <p:tags r:id="rId17"/>
            </p:custDataLst>
          </p:nvPr>
        </p:nvSpPr>
        <p:spPr>
          <a:xfrm>
            <a:off x="603250" y="2472055"/>
            <a:ext cx="4798695" cy="1422400"/>
          </a:xfrm>
          <a:custGeom>
            <a:avLst/>
            <a:gdLst>
              <a:gd name="sw" fmla="*/ 1 w 7625"/>
              <a:gd name="sh" fmla="*/ 1 h 1875"/>
              <a:gd name="mins" fmla="min sw sh"/>
              <a:gd name="dsw" fmla="+- 0 sw mins"/>
              <a:gd name="dsh" fmla="+- 0 sh mins"/>
              <a:gd name="p0x0" fmla="*/ 420 w 7625"/>
              <a:gd name="p0y0" fmla="*/ 0 h 1875"/>
              <a:gd name="p0x1" fmla="*/ 7205 w 7625"/>
              <a:gd name="p0y1" fmla="*/ 0 h 1875"/>
              <a:gd name="p0x2" fmla="*/ 7437 w 7625"/>
              <a:gd name="p0y2" fmla="*/ 0 h 1875"/>
              <a:gd name="p0x3" fmla="*/ 7625 w 7625"/>
              <a:gd name="p0y3" fmla="*/ 188 h 1875"/>
              <a:gd name="p0x4" fmla="*/ 7625 w 7625"/>
              <a:gd name="p0y4" fmla="*/ 420 h 1875"/>
              <a:gd name="p0x5" fmla="*/ 7625 w 7625"/>
              <a:gd name="p0y5" fmla="*/ 1455 h 1875"/>
              <a:gd name="p0x6" fmla="*/ 7625 w 7625"/>
              <a:gd name="p0y6" fmla="*/ 1686 h 1875"/>
              <a:gd name="p0x7" fmla="*/ 7437 w 7625"/>
              <a:gd name="p0y7" fmla="*/ 1875 h 1875"/>
              <a:gd name="p0x8" fmla="*/ 7205 w 7625"/>
              <a:gd name="p0y8" fmla="*/ 1875 h 1875"/>
              <a:gd name="p0x9" fmla="*/ 420 w 7625"/>
              <a:gd name="p0y9" fmla="*/ 1875 h 1875"/>
              <a:gd name="p0x10" fmla="*/ 188 w 7625"/>
              <a:gd name="p0y10" fmla="*/ 1875 h 1875"/>
              <a:gd name="p0x11" fmla="*/ 0 w 7625"/>
              <a:gd name="p0y11" fmla="*/ 1686 h 1875"/>
              <a:gd name="p0x12" fmla="*/ 0 w 7625"/>
              <a:gd name="p0y12" fmla="*/ 1455 h 1875"/>
              <a:gd name="p0x13" fmla="*/ 0 w 7625"/>
              <a:gd name="p0y13" fmla="*/ 420 h 1875"/>
              <a:gd name="p0x14" fmla="*/ 0 w 7625"/>
              <a:gd name="p0y14" fmla="*/ 188 h 1875"/>
              <a:gd name="p0x15" fmla="*/ 188 w 7625"/>
              <a:gd name="p0y15" fmla="*/ 0 h 1875"/>
              <a:gd name="p0x16" fmla="*/ 420 w 7625"/>
              <a:gd name="p0y16" fmla="*/ 0 h 18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任意多边形 58"/>
          <p:cNvSpPr/>
          <p:nvPr>
            <p:custDataLst>
              <p:tags r:id="rId18"/>
            </p:custDataLst>
          </p:nvPr>
        </p:nvSpPr>
        <p:spPr>
          <a:xfrm>
            <a:off x="755015" y="259778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0" name="图片 59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-2738" t="-10303" r="-2738" b="-10303"/>
          <a:stretch>
            <a:fillRect/>
          </a:stretch>
        </p:blipFill>
        <p:spPr>
          <a:xfrm>
            <a:off x="823595" y="2678430"/>
            <a:ext cx="281305" cy="252730"/>
          </a:xfrm>
          <a:prstGeom prst="rect">
            <a:avLst/>
          </a:prstGeom>
        </p:spPr>
      </p:pic>
      <p:sp>
        <p:nvSpPr>
          <p:cNvPr id="61" name="文本框 60"/>
          <p:cNvSpPr txBox="1"/>
          <p:nvPr>
            <p:custDataLst>
              <p:tags r:id="rId22"/>
            </p:custDataLst>
          </p:nvPr>
        </p:nvSpPr>
        <p:spPr>
          <a:xfrm>
            <a:off x="1288415" y="2649271"/>
            <a:ext cx="1600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查看</a:t>
            </a:r>
            <a:r>
              <a:rPr lang="en-US" altLang="zh-CN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LRU</a:t>
            </a:r>
            <a:r>
              <a:rPr lang="zh-CN" altLang="en-US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队头</a:t>
            </a:r>
            <a:endParaRPr lang="zh-CN" altLang="en-US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23"/>
            </p:custDataLst>
          </p:nvPr>
        </p:nvSpPr>
        <p:spPr>
          <a:xfrm>
            <a:off x="1288415" y="3047073"/>
            <a:ext cx="3918566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先查看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LRU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队头将要拿走的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，作为前置检查步骤</a:t>
            </a:r>
            <a:endParaRPr lang="zh-CN" altLang="en-US"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3" name="任意多边形 62"/>
          <p:cNvSpPr/>
          <p:nvPr>
            <p:custDataLst>
              <p:tags r:id="rId24"/>
            </p:custDataLst>
          </p:nvPr>
        </p:nvSpPr>
        <p:spPr>
          <a:xfrm>
            <a:off x="603250" y="4060825"/>
            <a:ext cx="4798695" cy="1575435"/>
          </a:xfrm>
          <a:custGeom>
            <a:avLst/>
            <a:gdLst>
              <a:gd name="sw" fmla="*/ 1 w 7625"/>
              <a:gd name="sh" fmla="*/ 1 h 1875"/>
              <a:gd name="mins" fmla="min sw sh"/>
              <a:gd name="dsw" fmla="+- 0 sw mins"/>
              <a:gd name="dsh" fmla="+- 0 sh mins"/>
              <a:gd name="p0x0" fmla="*/ 420 w 7625"/>
              <a:gd name="p0y0" fmla="*/ 0 h 1875"/>
              <a:gd name="p0x1" fmla="*/ 7205 w 7625"/>
              <a:gd name="p0y1" fmla="*/ 0 h 1875"/>
              <a:gd name="p0x2" fmla="*/ 7437 w 7625"/>
              <a:gd name="p0y2" fmla="*/ 0 h 1875"/>
              <a:gd name="p0x3" fmla="*/ 7625 w 7625"/>
              <a:gd name="p0y3" fmla="*/ 188 h 1875"/>
              <a:gd name="p0x4" fmla="*/ 7625 w 7625"/>
              <a:gd name="p0y4" fmla="*/ 420 h 1875"/>
              <a:gd name="p0x5" fmla="*/ 7625 w 7625"/>
              <a:gd name="p0y5" fmla="*/ 1455 h 1875"/>
              <a:gd name="p0x6" fmla="*/ 7625 w 7625"/>
              <a:gd name="p0y6" fmla="*/ 1686 h 1875"/>
              <a:gd name="p0x7" fmla="*/ 7437 w 7625"/>
              <a:gd name="p0y7" fmla="*/ 1875 h 1875"/>
              <a:gd name="p0x8" fmla="*/ 7205 w 7625"/>
              <a:gd name="p0y8" fmla="*/ 1875 h 1875"/>
              <a:gd name="p0x9" fmla="*/ 420 w 7625"/>
              <a:gd name="p0y9" fmla="*/ 1875 h 1875"/>
              <a:gd name="p0x10" fmla="*/ 188 w 7625"/>
              <a:gd name="p0y10" fmla="*/ 1875 h 1875"/>
              <a:gd name="p0x11" fmla="*/ 0 w 7625"/>
              <a:gd name="p0y11" fmla="*/ 1686 h 1875"/>
              <a:gd name="p0x12" fmla="*/ 0 w 7625"/>
              <a:gd name="p0y12" fmla="*/ 1455 h 1875"/>
              <a:gd name="p0x13" fmla="*/ 0 w 7625"/>
              <a:gd name="p0y13" fmla="*/ 420 h 1875"/>
              <a:gd name="p0x14" fmla="*/ 0 w 7625"/>
              <a:gd name="p0y14" fmla="*/ 188 h 1875"/>
              <a:gd name="p0x15" fmla="*/ 188 w 7625"/>
              <a:gd name="p0y15" fmla="*/ 0 h 1875"/>
              <a:gd name="p0x16" fmla="*/ 420 w 7625"/>
              <a:gd name="p0y16" fmla="*/ 0 h 18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任意多边形 63"/>
          <p:cNvSpPr/>
          <p:nvPr>
            <p:custDataLst>
              <p:tags r:id="rId25"/>
            </p:custDataLst>
          </p:nvPr>
        </p:nvSpPr>
        <p:spPr>
          <a:xfrm>
            <a:off x="755015" y="415417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5" name="图片 64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840740" y="4235450"/>
            <a:ext cx="247650" cy="252095"/>
          </a:xfrm>
          <a:prstGeom prst="rect">
            <a:avLst/>
          </a:prstGeom>
        </p:spPr>
      </p:pic>
      <p:sp>
        <p:nvSpPr>
          <p:cNvPr id="66" name="文本框 65"/>
          <p:cNvSpPr txBox="1"/>
          <p:nvPr>
            <p:custDataLst>
              <p:tags r:id="rId29"/>
            </p:custDataLst>
          </p:nvPr>
        </p:nvSpPr>
        <p:spPr>
          <a:xfrm>
            <a:off x="1288415" y="4206037"/>
            <a:ext cx="1955978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真空闲</a:t>
            </a:r>
            <a:r>
              <a:rPr lang="en-US" altLang="zh-CN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判断</a:t>
            </a:r>
            <a:endParaRPr lang="zh-CN" altLang="en-US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>
            <p:custDataLst>
              <p:tags r:id="rId30"/>
            </p:custDataLst>
          </p:nvPr>
        </p:nvSpPr>
        <p:spPr>
          <a:xfrm>
            <a:off x="1288415" y="4571921"/>
            <a:ext cx="3918566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如果这些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都没有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block_hash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，说明是真空闲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，不会触发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prefix cache eviction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，直接走原始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popleft_n()</a:t>
            </a:r>
            <a:endParaRPr lang="en-US" altLang="zh-CN"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8" name="任意多边形 67"/>
          <p:cNvSpPr/>
          <p:nvPr>
            <p:custDataLst>
              <p:tags r:id="rId31"/>
            </p:custDataLst>
          </p:nvPr>
        </p:nvSpPr>
        <p:spPr>
          <a:xfrm>
            <a:off x="5984240" y="2392045"/>
            <a:ext cx="4723765" cy="1360805"/>
          </a:xfrm>
          <a:custGeom>
            <a:avLst/>
            <a:gdLst>
              <a:gd name="sw" fmla="*/ 1 w 7625"/>
              <a:gd name="sh" fmla="*/ 1 h 1875"/>
              <a:gd name="mins" fmla="min sw sh"/>
              <a:gd name="dsw" fmla="+- 0 sw mins"/>
              <a:gd name="dsh" fmla="+- 0 sh mins"/>
              <a:gd name="p0x0" fmla="*/ 420 w 7625"/>
              <a:gd name="p0y0" fmla="*/ 0 h 1875"/>
              <a:gd name="p0x1" fmla="*/ 7205 w 7625"/>
              <a:gd name="p0y1" fmla="*/ 0 h 1875"/>
              <a:gd name="p0x2" fmla="*/ 7437 w 7625"/>
              <a:gd name="p0y2" fmla="*/ 0 h 1875"/>
              <a:gd name="p0x3" fmla="*/ 7625 w 7625"/>
              <a:gd name="p0y3" fmla="*/ 188 h 1875"/>
              <a:gd name="p0x4" fmla="*/ 7625 w 7625"/>
              <a:gd name="p0y4" fmla="*/ 420 h 1875"/>
              <a:gd name="p0x5" fmla="*/ 7625 w 7625"/>
              <a:gd name="p0y5" fmla="*/ 1455 h 1875"/>
              <a:gd name="p0x6" fmla="*/ 7625 w 7625"/>
              <a:gd name="p0y6" fmla="*/ 1686 h 1875"/>
              <a:gd name="p0x7" fmla="*/ 7437 w 7625"/>
              <a:gd name="p0y7" fmla="*/ 1875 h 1875"/>
              <a:gd name="p0x8" fmla="*/ 7205 w 7625"/>
              <a:gd name="p0y8" fmla="*/ 1875 h 1875"/>
              <a:gd name="p0x9" fmla="*/ 420 w 7625"/>
              <a:gd name="p0y9" fmla="*/ 1875 h 1875"/>
              <a:gd name="p0x10" fmla="*/ 188 w 7625"/>
              <a:gd name="p0y10" fmla="*/ 1875 h 1875"/>
              <a:gd name="p0x11" fmla="*/ 0 w 7625"/>
              <a:gd name="p0y11" fmla="*/ 1686 h 1875"/>
              <a:gd name="p0x12" fmla="*/ 0 w 7625"/>
              <a:gd name="p0y12" fmla="*/ 1455 h 1875"/>
              <a:gd name="p0x13" fmla="*/ 0 w 7625"/>
              <a:gd name="p0y13" fmla="*/ 420 h 1875"/>
              <a:gd name="p0x14" fmla="*/ 0 w 7625"/>
              <a:gd name="p0y14" fmla="*/ 188 h 1875"/>
              <a:gd name="p0x15" fmla="*/ 188 w 7625"/>
              <a:gd name="p0y15" fmla="*/ 0 h 1875"/>
              <a:gd name="p0x16" fmla="*/ 420 w 7625"/>
              <a:gd name="p0y16" fmla="*/ 0 h 18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任意多边形 68"/>
          <p:cNvSpPr/>
          <p:nvPr>
            <p:custDataLst>
              <p:tags r:id="rId32"/>
            </p:custDataLst>
          </p:nvPr>
        </p:nvSpPr>
        <p:spPr>
          <a:xfrm>
            <a:off x="6127115" y="25177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0" name="图片 69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 l="-2000" t="-10303" r="-2000" b="-10303"/>
          <a:stretch>
            <a:fillRect/>
          </a:stretch>
        </p:blipFill>
        <p:spPr>
          <a:xfrm>
            <a:off x="6212840" y="2598420"/>
            <a:ext cx="247650" cy="252730"/>
          </a:xfrm>
          <a:prstGeom prst="rect">
            <a:avLst/>
          </a:prstGeom>
        </p:spPr>
      </p:pic>
      <p:sp>
        <p:nvSpPr>
          <p:cNvPr id="71" name="文本框 70"/>
          <p:cNvSpPr txBox="1"/>
          <p:nvPr>
            <p:custDataLst>
              <p:tags r:id="rId36"/>
            </p:custDataLst>
          </p:nvPr>
        </p:nvSpPr>
        <p:spPr>
          <a:xfrm>
            <a:off x="6660515" y="2569261"/>
            <a:ext cx="194637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条件触发</a:t>
            </a:r>
            <a:r>
              <a:rPr lang="en-US" altLang="zh-CN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ranking</a:t>
            </a:r>
            <a:endParaRPr lang="en-US" altLang="zh-CN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37"/>
            </p:custDataLst>
          </p:nvPr>
        </p:nvSpPr>
        <p:spPr>
          <a:xfrm>
            <a:off x="6660515" y="2967063"/>
            <a:ext cx="3918566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只有队头里存在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cached block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时，才启用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KVFabric ranking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机制</a:t>
            </a:r>
            <a:endParaRPr lang="zh-CN" altLang="en-US"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3" name="任意多边形 72"/>
          <p:cNvSpPr/>
          <p:nvPr>
            <p:custDataLst>
              <p:tags r:id="rId38"/>
            </p:custDataLst>
          </p:nvPr>
        </p:nvSpPr>
        <p:spPr>
          <a:xfrm>
            <a:off x="471170" y="5981700"/>
            <a:ext cx="10394950" cy="726440"/>
          </a:xfrm>
          <a:custGeom>
            <a:avLst/>
            <a:gdLst>
              <a:gd name="sw" fmla="*/ 1 w 9324"/>
              <a:gd name="sh" fmla="*/ 1 h 1575"/>
              <a:gd name="mins" fmla="min sw sh"/>
              <a:gd name="dsw" fmla="+- 0 sw mins"/>
              <a:gd name="dsh" fmla="+- 0 sh mins"/>
              <a:gd name="p0x0" fmla="*/ 420 w 9324"/>
              <a:gd name="p0y0" fmla="*/ 0 h 1575"/>
              <a:gd name="p0x1" fmla="*/ 8904 w 9324"/>
              <a:gd name="p0y1" fmla="*/ 0 h 1575"/>
              <a:gd name="p0x2" fmla="*/ 9135 w 9324"/>
              <a:gd name="p0y2" fmla="*/ 0 h 1575"/>
              <a:gd name="p0x3" fmla="*/ 9324 w 9324"/>
              <a:gd name="p0y3" fmla="*/ 188 h 1575"/>
              <a:gd name="p0x4" fmla="*/ 9324 w 9324"/>
              <a:gd name="p0y4" fmla="*/ 420 h 1575"/>
              <a:gd name="p0x5" fmla="*/ 9324 w 9324"/>
              <a:gd name="p0y5" fmla="*/ 1155 h 1575"/>
              <a:gd name="p0x6" fmla="*/ 9324 w 9324"/>
              <a:gd name="p0y6" fmla="*/ 1386 h 1575"/>
              <a:gd name="p0x7" fmla="*/ 9135 w 9324"/>
              <a:gd name="p0y7" fmla="*/ 1575 h 1575"/>
              <a:gd name="p0x8" fmla="*/ 8904 w 9324"/>
              <a:gd name="p0y8" fmla="*/ 1575 h 1575"/>
              <a:gd name="p0x9" fmla="*/ 420 w 9324"/>
              <a:gd name="p0y9" fmla="*/ 1575 h 1575"/>
              <a:gd name="p0x10" fmla="*/ 188 w 9324"/>
              <a:gd name="p0y10" fmla="*/ 1575 h 1575"/>
              <a:gd name="p0x11" fmla="*/ 0 w 9324"/>
              <a:gd name="p0y11" fmla="*/ 1386 h 1575"/>
              <a:gd name="p0x12" fmla="*/ 0 w 9324"/>
              <a:gd name="p0y12" fmla="*/ 1155 h 1575"/>
              <a:gd name="p0x13" fmla="*/ 0 w 9324"/>
              <a:gd name="p0y13" fmla="*/ 420 h 1575"/>
              <a:gd name="p0x14" fmla="*/ 0 w 9324"/>
              <a:gd name="p0y14" fmla="*/ 188 h 1575"/>
              <a:gd name="p0x15" fmla="*/ 188 w 9324"/>
              <a:gd name="p0y15" fmla="*/ 0 h 1575"/>
              <a:gd name="p0x16" fmla="*/ 420 w 9324"/>
              <a:gd name="p0y16" fmla="*/ 0 h 15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文本框 73"/>
          <p:cNvSpPr txBox="1"/>
          <p:nvPr>
            <p:custDataLst>
              <p:tags r:id="rId39"/>
            </p:custDataLst>
          </p:nvPr>
        </p:nvSpPr>
        <p:spPr>
          <a:xfrm>
            <a:off x="755015" y="6120130"/>
            <a:ext cx="9974580" cy="6337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意义：</a:t>
            </a:r>
            <a:r>
              <a:rPr 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在没有缓存压力时，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KVFabric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能回到低开销路径，不再制造负优化，</a:t>
            </a:r>
            <a:r>
              <a:rPr lang="zh-CN" altLang="en-US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但性能几乎无提升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zh-CN" altLang="en-US"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构造</a:t>
            </a:r>
            <a:r>
              <a:rPr lang="en-US" altLang="zh-CN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Cache Pressure</a:t>
            </a:r>
            <a:endParaRPr lang="en-US" altLang="zh-CN"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253365" y="1109345"/>
            <a:ext cx="11039475" cy="1348105"/>
          </a:xfrm>
          <a:custGeom>
            <a:avLst/>
            <a:gdLst>
              <a:gd name="sw" fmla="*/ 1 w 17385"/>
              <a:gd name="sh" fmla="*/ 1 h 2122"/>
              <a:gd name="mins" fmla="min sw sh"/>
              <a:gd name="dsw" fmla="+- 0 sw mins"/>
              <a:gd name="dsh" fmla="+- 0 sh mins"/>
              <a:gd name="p0x0" fmla="*/ 420 w 17385"/>
              <a:gd name="p0y0" fmla="*/ 0 h 2122"/>
              <a:gd name="p0x1" fmla="*/ 16965 w 17385"/>
              <a:gd name="p0y1" fmla="*/ 0 h 2122"/>
              <a:gd name="p0x2" fmla="*/ 17196 w 17385"/>
              <a:gd name="p0y2" fmla="*/ 0 h 2122"/>
              <a:gd name="p0x3" fmla="*/ 17385 w 17385"/>
              <a:gd name="p0y3" fmla="*/ 188 h 2122"/>
              <a:gd name="p0x4" fmla="*/ 17385 w 17385"/>
              <a:gd name="p0y4" fmla="*/ 420 h 2122"/>
              <a:gd name="p0x5" fmla="*/ 17385 w 17385"/>
              <a:gd name="p0y5" fmla="*/ 1702 h 2122"/>
              <a:gd name="p0x6" fmla="*/ 17385 w 17385"/>
              <a:gd name="p0y6" fmla="*/ 1934 h 2122"/>
              <a:gd name="p0x7" fmla="*/ 17196 w 17385"/>
              <a:gd name="p0y7" fmla="*/ 2122 h 2122"/>
              <a:gd name="p0x8" fmla="*/ 16965 w 17385"/>
              <a:gd name="p0y8" fmla="*/ 2122 h 2122"/>
              <a:gd name="p0x9" fmla="*/ 420 w 17385"/>
              <a:gd name="p0y9" fmla="*/ 2122 h 2122"/>
              <a:gd name="p0x10" fmla="*/ 188 w 17385"/>
              <a:gd name="p0y10" fmla="*/ 2122 h 2122"/>
              <a:gd name="p0x11" fmla="*/ 0 w 17385"/>
              <a:gd name="p0y11" fmla="*/ 1934 h 2122"/>
              <a:gd name="p0x12" fmla="*/ 0 w 17385"/>
              <a:gd name="p0y12" fmla="*/ 1702 h 2122"/>
              <a:gd name="p0x13" fmla="*/ 0 w 17385"/>
              <a:gd name="p0y13" fmla="*/ 420 h 2122"/>
              <a:gd name="p0x14" fmla="*/ 0 w 17385"/>
              <a:gd name="p0y14" fmla="*/ 188 h 2122"/>
              <a:gd name="p0x15" fmla="*/ 188 w 17385"/>
              <a:gd name="p0y15" fmla="*/ 0 h 2122"/>
              <a:gd name="p0x16" fmla="*/ 420 w 17385"/>
              <a:gd name="p0y16" fmla="*/ 0 h 212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272EC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3027172" y="1283018"/>
            <a:ext cx="5797305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400" b="1" spc="144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构造缓存压力场景，验证策略真实效果</a:t>
            </a:r>
            <a:endParaRPr sz="2400" b="1" spc="144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3783438" y="1762125"/>
            <a:ext cx="856507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endParaRPr sz="30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4297045" y="1885950"/>
            <a:ext cx="762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轮循环</a:t>
            </a:r>
            <a:endParaRPr sz="15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>
            <p:custDataLst>
              <p:tags r:id="rId6"/>
            </p:custDataLst>
          </p:nvPr>
        </p:nvSpPr>
        <p:spPr>
          <a:xfrm>
            <a:off x="5020945" y="1897380"/>
            <a:ext cx="9525" cy="228600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5182870" y="1762125"/>
            <a:ext cx="618754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sz="30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5458724" y="1885950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热点前缀</a:t>
            </a:r>
            <a:endParaRPr sz="15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6372860" y="1897380"/>
            <a:ext cx="9525" cy="228600"/>
          </a:xfrm>
          <a:prstGeom prst="rect">
            <a:avLst/>
          </a:prstGeom>
          <a:solidFill>
            <a:srgbClr val="FFFFFF">
              <a:alpha val="30196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6535049" y="1762125"/>
            <a:ext cx="618753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30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sz="30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6810902" y="1885950"/>
            <a:ext cx="1143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冷长尾请求</a:t>
            </a:r>
            <a:endParaRPr sz="15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252095" y="2694305"/>
            <a:ext cx="11042015" cy="866140"/>
          </a:xfrm>
          <a:custGeom>
            <a:avLst/>
            <a:gdLst>
              <a:gd name="sw" fmla="*/ 1 w 22893"/>
              <a:gd name="sh" fmla="*/ 1 h 1796"/>
              <a:gd name="mins" fmla="min sw sh"/>
              <a:gd name="dsw" fmla="+- 0 sw mins"/>
              <a:gd name="dsh" fmla="+- 0 sh mins"/>
              <a:gd name="p0x0" fmla="*/ 420 w 22893"/>
              <a:gd name="p0y0" fmla="*/ 0 h 1796"/>
              <a:gd name="p0x1" fmla="*/ 22473 w 22893"/>
              <a:gd name="p0y1" fmla="*/ 0 h 1796"/>
              <a:gd name="p0x2" fmla="*/ 22705 w 22893"/>
              <a:gd name="p0y2" fmla="*/ 0 h 1796"/>
              <a:gd name="p0x3" fmla="*/ 22893 w 22893"/>
              <a:gd name="p0y3" fmla="*/ 188 h 1796"/>
              <a:gd name="p0x4" fmla="*/ 22893 w 22893"/>
              <a:gd name="p0y4" fmla="*/ 420 h 1796"/>
              <a:gd name="p0x5" fmla="*/ 22893 w 22893"/>
              <a:gd name="p0y5" fmla="*/ 1376 h 1796"/>
              <a:gd name="p0x6" fmla="*/ 22893 w 22893"/>
              <a:gd name="p0y6" fmla="*/ 1608 h 1796"/>
              <a:gd name="p0x7" fmla="*/ 22705 w 22893"/>
              <a:gd name="p0y7" fmla="*/ 1796 h 1796"/>
              <a:gd name="p0x8" fmla="*/ 22473 w 22893"/>
              <a:gd name="p0y8" fmla="*/ 1796 h 1796"/>
              <a:gd name="p0x9" fmla="*/ 420 w 22893"/>
              <a:gd name="p0y9" fmla="*/ 1796 h 1796"/>
              <a:gd name="p0x10" fmla="*/ 188 w 22893"/>
              <a:gd name="p0y10" fmla="*/ 1796 h 1796"/>
              <a:gd name="p0x11" fmla="*/ 0 w 22893"/>
              <a:gd name="p0y11" fmla="*/ 1608 h 1796"/>
              <a:gd name="p0x12" fmla="*/ 0 w 22893"/>
              <a:gd name="p0y12" fmla="*/ 1376 h 1796"/>
              <a:gd name="p0x13" fmla="*/ 0 w 22893"/>
              <a:gd name="p0y13" fmla="*/ 420 h 1796"/>
              <a:gd name="p0x14" fmla="*/ 0 w 22893"/>
              <a:gd name="p0y14" fmla="*/ 188 h 1796"/>
              <a:gd name="p0x15" fmla="*/ 188 w 22893"/>
              <a:gd name="p0y15" fmla="*/ 0 h 1796"/>
              <a:gd name="p0x16" fmla="*/ 420 w 22893"/>
              <a:gd name="p0y16" fmla="*/ 0 h 179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723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3"/>
            </p:custDataLst>
          </p:nvPr>
        </p:nvSpPr>
        <p:spPr>
          <a:xfrm>
            <a:off x="400685" y="2967990"/>
            <a:ext cx="318770" cy="31877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2000" t="-7681" r="-2000" b="-7681"/>
          <a:stretch>
            <a:fillRect/>
          </a:stretch>
        </p:blipFill>
        <p:spPr>
          <a:xfrm>
            <a:off x="466090" y="3029585"/>
            <a:ext cx="187960" cy="19177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17"/>
            </p:custDataLst>
          </p:nvPr>
        </p:nvSpPr>
        <p:spPr>
          <a:xfrm>
            <a:off x="835025" y="2883535"/>
            <a:ext cx="10311130" cy="2368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6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调参过程</a:t>
            </a:r>
            <a:endParaRPr sz="1365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8"/>
            </p:custDataLst>
          </p:nvPr>
        </p:nvSpPr>
        <p:spPr>
          <a:xfrm>
            <a:off x="835025" y="3131820"/>
            <a:ext cx="10311130" cy="2355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初始冷请求过长超过模型最大长度限制，多次调整冷请求重复段长度，最终通过</a:t>
            </a:r>
            <a:r>
              <a:rPr lang="en-US" altLang="zh-CN"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tokenizer</a:t>
            </a:r>
            <a:r>
              <a:rPr lang="zh-CN" altLang="en-US"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实测确定为</a:t>
            </a:r>
            <a:r>
              <a:rPr sz="1075" b="1" spc="-10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，保证请求合法</a:t>
            </a:r>
            <a:endParaRPr sz="1025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9"/>
            </p:custDataLst>
          </p:nvPr>
        </p:nvSpPr>
        <p:spPr>
          <a:xfrm>
            <a:off x="252095" y="3582035"/>
            <a:ext cx="11042015" cy="1437005"/>
          </a:xfrm>
          <a:custGeom>
            <a:avLst/>
            <a:gdLst>
              <a:gd name="sw" fmla="*/ 1 w 22893"/>
              <a:gd name="sh" fmla="*/ 1 h 2979"/>
              <a:gd name="mins" fmla="min sw sh"/>
              <a:gd name="dsw" fmla="+- 0 sw mins"/>
              <a:gd name="dsh" fmla="+- 0 sh mins"/>
              <a:gd name="p0x0" fmla="*/ 420 w 22893"/>
              <a:gd name="p0y0" fmla="*/ 0 h 2979"/>
              <a:gd name="p0x1" fmla="*/ 22473 w 22893"/>
              <a:gd name="p0y1" fmla="*/ 0 h 2979"/>
              <a:gd name="p0x2" fmla="*/ 22705 w 22893"/>
              <a:gd name="p0y2" fmla="*/ 0 h 2979"/>
              <a:gd name="p0x3" fmla="*/ 22893 w 22893"/>
              <a:gd name="p0y3" fmla="*/ 188 h 2979"/>
              <a:gd name="p0x4" fmla="*/ 22893 w 22893"/>
              <a:gd name="p0y4" fmla="*/ 420 h 2979"/>
              <a:gd name="p0x5" fmla="*/ 22893 w 22893"/>
              <a:gd name="p0y5" fmla="*/ 2559 h 2979"/>
              <a:gd name="p0x6" fmla="*/ 22893 w 22893"/>
              <a:gd name="p0y6" fmla="*/ 2790 h 2979"/>
              <a:gd name="p0x7" fmla="*/ 22705 w 22893"/>
              <a:gd name="p0y7" fmla="*/ 2979 h 2979"/>
              <a:gd name="p0x8" fmla="*/ 22473 w 22893"/>
              <a:gd name="p0y8" fmla="*/ 2979 h 2979"/>
              <a:gd name="p0x9" fmla="*/ 420 w 22893"/>
              <a:gd name="p0y9" fmla="*/ 2979 h 2979"/>
              <a:gd name="p0x10" fmla="*/ 188 w 22893"/>
              <a:gd name="p0y10" fmla="*/ 2979 h 2979"/>
              <a:gd name="p0x11" fmla="*/ 0 w 22893"/>
              <a:gd name="p0y11" fmla="*/ 2790 h 2979"/>
              <a:gd name="p0x12" fmla="*/ 0 w 22893"/>
              <a:gd name="p0y12" fmla="*/ 2559 h 2979"/>
              <a:gd name="p0x13" fmla="*/ 0 w 22893"/>
              <a:gd name="p0y13" fmla="*/ 420 h 2979"/>
              <a:gd name="p0x14" fmla="*/ 0 w 22893"/>
              <a:gd name="p0y14" fmla="*/ 188 h 2979"/>
              <a:gd name="p0x15" fmla="*/ 188 w 22893"/>
              <a:gd name="p0y15" fmla="*/ 0 h 2979"/>
              <a:gd name="p0x16" fmla="*/ 420 w 22893"/>
              <a:gd name="p0y16" fmla="*/ 0 h 297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723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0"/>
            </p:custDataLst>
          </p:nvPr>
        </p:nvSpPr>
        <p:spPr>
          <a:xfrm>
            <a:off x="400685" y="3730625"/>
            <a:ext cx="318770" cy="31877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-2000" t="-7681" r="-2000" b="-7681"/>
          <a:stretch>
            <a:fillRect/>
          </a:stretch>
        </p:blipFill>
        <p:spPr>
          <a:xfrm>
            <a:off x="466090" y="3792220"/>
            <a:ext cx="187960" cy="19177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805815" y="3769995"/>
            <a:ext cx="868680" cy="2368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6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遇到问题</a:t>
            </a:r>
            <a:endParaRPr sz="1365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5"/>
            </p:custDataLst>
          </p:nvPr>
        </p:nvSpPr>
        <p:spPr>
          <a:xfrm>
            <a:off x="400685" y="4135755"/>
            <a:ext cx="347345" cy="180975"/>
          </a:xfrm>
          <a:custGeom>
            <a:avLst/>
            <a:gdLst>
              <a:gd name="sw" fmla="*/ 1 w 720"/>
              <a:gd name="sh" fmla="*/ 1 h 375"/>
              <a:gd name="mins" fmla="min sw sh"/>
              <a:gd name="dsw" fmla="+- 0 sw mins"/>
              <a:gd name="dsh" fmla="+- 0 sh mins"/>
              <a:gd name="p0x0" fmla="*/ 180 w 720"/>
              <a:gd name="p0y0" fmla="*/ 0 h 375"/>
              <a:gd name="p0x1" fmla="*/ 540 w 720"/>
              <a:gd name="p0y1" fmla="*/ 0 h 375"/>
              <a:gd name="p0x2" fmla="*/ 639 w 720"/>
              <a:gd name="p0y2" fmla="*/ 0 h 375"/>
              <a:gd name="p0x3" fmla="*/ 720 w 720"/>
              <a:gd name="p0y3" fmla="*/ 80 h 375"/>
              <a:gd name="p0x4" fmla="*/ 720 w 720"/>
              <a:gd name="p0y4" fmla="*/ 180 h 375"/>
              <a:gd name="p0x5" fmla="*/ 720 w 720"/>
              <a:gd name="p0y5" fmla="*/ 195 h 375"/>
              <a:gd name="p0x6" fmla="*/ 720 w 720"/>
              <a:gd name="p0y6" fmla="*/ 294 h 375"/>
              <a:gd name="p0x7" fmla="*/ 639 w 720"/>
              <a:gd name="p0y7" fmla="*/ 375 h 375"/>
              <a:gd name="p0x8" fmla="*/ 540 w 720"/>
              <a:gd name="p0y8" fmla="*/ 375 h 375"/>
              <a:gd name="p0x9" fmla="*/ 180 w 720"/>
              <a:gd name="p0y9" fmla="*/ 375 h 375"/>
              <a:gd name="p0x10" fmla="*/ 80 w 720"/>
              <a:gd name="p0y10" fmla="*/ 375 h 375"/>
              <a:gd name="p0x11" fmla="*/ 0 w 720"/>
              <a:gd name="p0y11" fmla="*/ 294 h 375"/>
              <a:gd name="p0x12" fmla="*/ 0 w 720"/>
              <a:gd name="p0y12" fmla="*/ 195 h 375"/>
              <a:gd name="p0x13" fmla="*/ 0 w 720"/>
              <a:gd name="p0y13" fmla="*/ 180 h 375"/>
              <a:gd name="p0x14" fmla="*/ 0 w 720"/>
              <a:gd name="p0y14" fmla="*/ 80 h 375"/>
              <a:gd name="p0x15" fmla="*/ 80 w 720"/>
              <a:gd name="p0y15" fmla="*/ 0 h 375"/>
              <a:gd name="p0x16" fmla="*/ 180 w 720"/>
              <a:gd name="p0y16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6"/>
            </p:custDataLst>
          </p:nvPr>
        </p:nvSpPr>
        <p:spPr>
          <a:xfrm>
            <a:off x="458470" y="4150360"/>
            <a:ext cx="347345" cy="1524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910" b="1">
                <a:solidFill>
                  <a:srgbClr val="674D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现象</a:t>
            </a:r>
            <a:endParaRPr sz="910" b="1">
              <a:solidFill>
                <a:srgbClr val="674D0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7"/>
            </p:custDataLst>
          </p:nvPr>
        </p:nvSpPr>
        <p:spPr>
          <a:xfrm>
            <a:off x="835025" y="4126865"/>
            <a:ext cx="6120130" cy="2355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高价值共享块误驱逐率下降，但前缀命中率无明显提升，</a:t>
            </a:r>
            <a:r>
              <a:rPr lang="en-US" altLang="zh-CN"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层全量排序带来约</a:t>
            </a:r>
            <a:r>
              <a:rPr sz="1075" b="1" spc="-1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  <a:r>
              <a:rPr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的固定吞吐开销</a:t>
            </a:r>
            <a:endParaRPr sz="1025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8"/>
            </p:custDataLst>
          </p:nvPr>
        </p:nvSpPr>
        <p:spPr>
          <a:xfrm>
            <a:off x="400685" y="4328795"/>
            <a:ext cx="347345" cy="180975"/>
          </a:xfrm>
          <a:custGeom>
            <a:avLst/>
            <a:gdLst>
              <a:gd name="sw" fmla="*/ 1 w 720"/>
              <a:gd name="sh" fmla="*/ 1 h 375"/>
              <a:gd name="mins" fmla="min sw sh"/>
              <a:gd name="dsw" fmla="+- 0 sw mins"/>
              <a:gd name="dsh" fmla="+- 0 sh mins"/>
              <a:gd name="p0x0" fmla="*/ 180 w 720"/>
              <a:gd name="p0y0" fmla="*/ 0 h 375"/>
              <a:gd name="p0x1" fmla="*/ 540 w 720"/>
              <a:gd name="p0y1" fmla="*/ 0 h 375"/>
              <a:gd name="p0x2" fmla="*/ 639 w 720"/>
              <a:gd name="p0y2" fmla="*/ 0 h 375"/>
              <a:gd name="p0x3" fmla="*/ 720 w 720"/>
              <a:gd name="p0y3" fmla="*/ 80 h 375"/>
              <a:gd name="p0x4" fmla="*/ 720 w 720"/>
              <a:gd name="p0y4" fmla="*/ 180 h 375"/>
              <a:gd name="p0x5" fmla="*/ 720 w 720"/>
              <a:gd name="p0y5" fmla="*/ 195 h 375"/>
              <a:gd name="p0x6" fmla="*/ 720 w 720"/>
              <a:gd name="p0y6" fmla="*/ 294 h 375"/>
              <a:gd name="p0x7" fmla="*/ 639 w 720"/>
              <a:gd name="p0y7" fmla="*/ 375 h 375"/>
              <a:gd name="p0x8" fmla="*/ 540 w 720"/>
              <a:gd name="p0y8" fmla="*/ 375 h 375"/>
              <a:gd name="p0x9" fmla="*/ 180 w 720"/>
              <a:gd name="p0y9" fmla="*/ 375 h 375"/>
              <a:gd name="p0x10" fmla="*/ 80 w 720"/>
              <a:gd name="p0y10" fmla="*/ 375 h 375"/>
              <a:gd name="p0x11" fmla="*/ 0 w 720"/>
              <a:gd name="p0y11" fmla="*/ 294 h 375"/>
              <a:gd name="p0x12" fmla="*/ 0 w 720"/>
              <a:gd name="p0y12" fmla="*/ 195 h 375"/>
              <a:gd name="p0x13" fmla="*/ 0 w 720"/>
              <a:gd name="p0y13" fmla="*/ 180 h 375"/>
              <a:gd name="p0x14" fmla="*/ 0 w 720"/>
              <a:gd name="p0y14" fmla="*/ 80 h 375"/>
              <a:gd name="p0x15" fmla="*/ 80 w 720"/>
              <a:gd name="p0y15" fmla="*/ 0 h 375"/>
              <a:gd name="p0x16" fmla="*/ 180 w 720"/>
              <a:gd name="p0y16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9"/>
            </p:custDataLst>
          </p:nvPr>
        </p:nvSpPr>
        <p:spPr>
          <a:xfrm>
            <a:off x="458470" y="4344035"/>
            <a:ext cx="347345" cy="1517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91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细节</a:t>
            </a:r>
            <a:endParaRPr sz="91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0"/>
            </p:custDataLst>
          </p:nvPr>
        </p:nvSpPr>
        <p:spPr>
          <a:xfrm>
            <a:off x="835025" y="4319905"/>
            <a:ext cx="7199630" cy="2355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高价值共享块误驱逐率从</a:t>
            </a:r>
            <a:r>
              <a:rPr lang="en-US" altLang="zh-CN"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LRU</a:t>
            </a:r>
            <a:r>
              <a:rPr lang="zh-CN" altLang="en-US"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sz="1075" b="1" spc="-1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0.23%</a:t>
            </a:r>
            <a:r>
              <a:rPr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降到</a:t>
            </a:r>
            <a:r>
              <a:rPr sz="1075" b="1" spc="-1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，但前缀命中率稳定在</a:t>
            </a:r>
            <a:r>
              <a:rPr sz="1075" b="1" spc="-1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20.4%</a:t>
            </a:r>
            <a:r>
              <a:rPr lang="zh-CN"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无提升，</a:t>
            </a:r>
            <a:r>
              <a:rPr lang="en-US" altLang="zh-CN"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层全量排序每秒钟触发</a:t>
            </a:r>
            <a:r>
              <a:rPr sz="1075" b="1" spc="-1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40+</a:t>
            </a:r>
            <a:r>
              <a:rPr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endParaRPr sz="1025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31"/>
            </p:custDataLst>
          </p:nvPr>
        </p:nvSpPr>
        <p:spPr>
          <a:xfrm>
            <a:off x="400685" y="4522470"/>
            <a:ext cx="320040" cy="332740"/>
          </a:xfrm>
          <a:custGeom>
            <a:avLst/>
            <a:gdLst>
              <a:gd name="sw" fmla="*/ 1 w 663"/>
              <a:gd name="sh" fmla="*/ 1 h 690"/>
              <a:gd name="mins" fmla="min sw sh"/>
              <a:gd name="dsw" fmla="+- 0 sw mins"/>
              <a:gd name="dsh" fmla="+- 0 sh mins"/>
              <a:gd name="p0x0" fmla="*/ 180 w 663"/>
              <a:gd name="p0y0" fmla="*/ 0 h 690"/>
              <a:gd name="p0x1" fmla="*/ 483 w 663"/>
              <a:gd name="p0y1" fmla="*/ 0 h 690"/>
              <a:gd name="p0x2" fmla="*/ 582 w 663"/>
              <a:gd name="p0y2" fmla="*/ 0 h 690"/>
              <a:gd name="p0x3" fmla="*/ 663 w 663"/>
              <a:gd name="p0y3" fmla="*/ 80 h 690"/>
              <a:gd name="p0x4" fmla="*/ 663 w 663"/>
              <a:gd name="p0y4" fmla="*/ 180 h 690"/>
              <a:gd name="p0x5" fmla="*/ 663 w 663"/>
              <a:gd name="p0y5" fmla="*/ 510 h 690"/>
              <a:gd name="p0x6" fmla="*/ 663 w 663"/>
              <a:gd name="p0y6" fmla="*/ 609 h 690"/>
              <a:gd name="p0x7" fmla="*/ 582 w 663"/>
              <a:gd name="p0y7" fmla="*/ 690 h 690"/>
              <a:gd name="p0x8" fmla="*/ 483 w 663"/>
              <a:gd name="p0y8" fmla="*/ 690 h 690"/>
              <a:gd name="p0x9" fmla="*/ 180 w 663"/>
              <a:gd name="p0y9" fmla="*/ 690 h 690"/>
              <a:gd name="p0x10" fmla="*/ 80 w 663"/>
              <a:gd name="p0y10" fmla="*/ 690 h 690"/>
              <a:gd name="p0x11" fmla="*/ 0 w 663"/>
              <a:gd name="p0y11" fmla="*/ 609 h 690"/>
              <a:gd name="p0x12" fmla="*/ 0 w 663"/>
              <a:gd name="p0y12" fmla="*/ 510 h 690"/>
              <a:gd name="p0x13" fmla="*/ 0 w 663"/>
              <a:gd name="p0y13" fmla="*/ 180 h 690"/>
              <a:gd name="p0x14" fmla="*/ 0 w 663"/>
              <a:gd name="p0y14" fmla="*/ 80 h 690"/>
              <a:gd name="p0x15" fmla="*/ 80 w 663"/>
              <a:gd name="p0y15" fmla="*/ 0 h 690"/>
              <a:gd name="p0x16" fmla="*/ 180 w 663"/>
              <a:gd name="p0y16" fmla="*/ 0 h 6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DFE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32"/>
            </p:custDataLst>
          </p:nvPr>
        </p:nvSpPr>
        <p:spPr>
          <a:xfrm>
            <a:off x="458470" y="4537075"/>
            <a:ext cx="204470" cy="3035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910" b="1">
                <a:solidFill>
                  <a:srgbClr val="700A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根因</a:t>
            </a:r>
            <a:endParaRPr sz="910" b="1">
              <a:solidFill>
                <a:srgbClr val="700A1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33"/>
            </p:custDataLst>
          </p:nvPr>
        </p:nvSpPr>
        <p:spPr>
          <a:xfrm>
            <a:off x="807720" y="4512945"/>
            <a:ext cx="10338435" cy="44259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软分数计算逻辑无差别给所有块计算多维度得分，无复用历史的深冷长尾块也会被计入排序，每次排序需遍历</a:t>
            </a:r>
            <a:r>
              <a:rPr sz="1075" b="1" spc="-1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60+</a:t>
            </a:r>
            <a:r>
              <a:rPr lang="zh-CN"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候选块，</a:t>
            </a:r>
            <a:r>
              <a:rPr lang="en-US" altLang="zh-CN"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CPU</a:t>
            </a:r>
            <a:r>
              <a:rPr lang="zh-CN" altLang="en-US"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开销高；冷长尾块大量涌入缓存挤占空间，总缓存容量不足以容纳更多热点块</a:t>
            </a:r>
            <a:endParaRPr lang="zh-CN" altLang="en-US" sz="1025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34"/>
            </p:custDataLst>
          </p:nvPr>
        </p:nvSpPr>
        <p:spPr>
          <a:xfrm>
            <a:off x="252095" y="5040630"/>
            <a:ext cx="11042015" cy="1437640"/>
          </a:xfrm>
          <a:custGeom>
            <a:avLst/>
            <a:gdLst>
              <a:gd name="sw" fmla="*/ 1 w 22893"/>
              <a:gd name="sh" fmla="*/ 1 h 2979"/>
              <a:gd name="mins" fmla="min sw sh"/>
              <a:gd name="dsw" fmla="+- 0 sw mins"/>
              <a:gd name="dsh" fmla="+- 0 sh mins"/>
              <a:gd name="p0x0" fmla="*/ 420 w 22893"/>
              <a:gd name="p0y0" fmla="*/ 0 h 2979"/>
              <a:gd name="p0x1" fmla="*/ 22473 w 22893"/>
              <a:gd name="p0y1" fmla="*/ 0 h 2979"/>
              <a:gd name="p0x2" fmla="*/ 22705 w 22893"/>
              <a:gd name="p0y2" fmla="*/ 0 h 2979"/>
              <a:gd name="p0x3" fmla="*/ 22893 w 22893"/>
              <a:gd name="p0y3" fmla="*/ 188 h 2979"/>
              <a:gd name="p0x4" fmla="*/ 22893 w 22893"/>
              <a:gd name="p0y4" fmla="*/ 420 h 2979"/>
              <a:gd name="p0x5" fmla="*/ 22893 w 22893"/>
              <a:gd name="p0y5" fmla="*/ 2559 h 2979"/>
              <a:gd name="p0x6" fmla="*/ 22893 w 22893"/>
              <a:gd name="p0y6" fmla="*/ 2790 h 2979"/>
              <a:gd name="p0x7" fmla="*/ 22705 w 22893"/>
              <a:gd name="p0y7" fmla="*/ 2979 h 2979"/>
              <a:gd name="p0x8" fmla="*/ 22473 w 22893"/>
              <a:gd name="p0y8" fmla="*/ 2979 h 2979"/>
              <a:gd name="p0x9" fmla="*/ 420 w 22893"/>
              <a:gd name="p0y9" fmla="*/ 2979 h 2979"/>
              <a:gd name="p0x10" fmla="*/ 188 w 22893"/>
              <a:gd name="p0y10" fmla="*/ 2979 h 2979"/>
              <a:gd name="p0x11" fmla="*/ 0 w 22893"/>
              <a:gd name="p0y11" fmla="*/ 2790 h 2979"/>
              <a:gd name="p0x12" fmla="*/ 0 w 22893"/>
              <a:gd name="p0y12" fmla="*/ 2559 h 2979"/>
              <a:gd name="p0x13" fmla="*/ 0 w 22893"/>
              <a:gd name="p0y13" fmla="*/ 420 h 2979"/>
              <a:gd name="p0x14" fmla="*/ 0 w 22893"/>
              <a:gd name="p0y14" fmla="*/ 188 h 2979"/>
              <a:gd name="p0x15" fmla="*/ 188 w 22893"/>
              <a:gd name="p0y15" fmla="*/ 0 h 2979"/>
              <a:gd name="p0x16" fmla="*/ 420 w 22893"/>
              <a:gd name="p0y16" fmla="*/ 0 h 297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723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>
            <p:custDataLst>
              <p:tags r:id="rId35"/>
            </p:custDataLst>
          </p:nvPr>
        </p:nvSpPr>
        <p:spPr>
          <a:xfrm>
            <a:off x="400685" y="5189220"/>
            <a:ext cx="318770" cy="318135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l="-1404" t="-1026" r="-1404" b="-1026"/>
          <a:stretch>
            <a:fillRect/>
          </a:stretch>
        </p:blipFill>
        <p:spPr>
          <a:xfrm>
            <a:off x="488950" y="5250815"/>
            <a:ext cx="141605" cy="191770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39"/>
            </p:custDataLst>
          </p:nvPr>
        </p:nvSpPr>
        <p:spPr>
          <a:xfrm>
            <a:off x="805815" y="5228590"/>
            <a:ext cx="868680" cy="2368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6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解决思路</a:t>
            </a:r>
            <a:endParaRPr sz="1365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40"/>
            </p:custDataLst>
          </p:nvPr>
        </p:nvSpPr>
        <p:spPr>
          <a:xfrm>
            <a:off x="400685" y="5607050"/>
            <a:ext cx="202565" cy="202565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41"/>
            </p:custDataLst>
          </p:nvPr>
        </p:nvSpPr>
        <p:spPr>
          <a:xfrm>
            <a:off x="466090" y="5632450"/>
            <a:ext cx="187960" cy="1517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91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sz="91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42"/>
            </p:custDataLst>
          </p:nvPr>
        </p:nvSpPr>
        <p:spPr>
          <a:xfrm>
            <a:off x="690245" y="5598160"/>
            <a:ext cx="7221855" cy="2355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75" b="1" spc="-1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调整保留分数规则：</a:t>
            </a:r>
            <a:r>
              <a:rPr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新增复用标记过滤，仅为有实际复用历史的块计算优先级，冷块直接标记为可驱逐，减少排序计算量</a:t>
            </a:r>
            <a:endParaRPr sz="1025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43"/>
            </p:custDataLst>
          </p:nvPr>
        </p:nvSpPr>
        <p:spPr>
          <a:xfrm>
            <a:off x="400685" y="5852795"/>
            <a:ext cx="202565" cy="202565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44"/>
            </p:custDataLst>
          </p:nvPr>
        </p:nvSpPr>
        <p:spPr>
          <a:xfrm>
            <a:off x="466090" y="5878195"/>
            <a:ext cx="187960" cy="1517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91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sz="91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45"/>
            </p:custDataLst>
          </p:nvPr>
        </p:nvSpPr>
        <p:spPr>
          <a:xfrm>
            <a:off x="690245" y="5843270"/>
            <a:ext cx="5554345" cy="2355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75" b="1" spc="-1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替换软分数排序为硬隔离策略：</a:t>
            </a:r>
            <a:r>
              <a:rPr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仅通过是否受保护的二元判断选择驱逐块，降低计算复杂度</a:t>
            </a:r>
            <a:endParaRPr sz="1025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46"/>
            </p:custDataLst>
          </p:nvPr>
        </p:nvSpPr>
        <p:spPr>
          <a:xfrm>
            <a:off x="400685" y="6097905"/>
            <a:ext cx="202565" cy="202565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80 w 420"/>
              <a:gd name="p0y0" fmla="*/ 0 h 420"/>
              <a:gd name="p0x1" fmla="*/ 240 w 420"/>
              <a:gd name="p0y1" fmla="*/ 0 h 420"/>
              <a:gd name="p0x2" fmla="*/ 339 w 420"/>
              <a:gd name="p0y2" fmla="*/ 0 h 420"/>
              <a:gd name="p0x3" fmla="*/ 420 w 420"/>
              <a:gd name="p0y3" fmla="*/ 80 h 420"/>
              <a:gd name="p0x4" fmla="*/ 420 w 420"/>
              <a:gd name="p0y4" fmla="*/ 180 h 420"/>
              <a:gd name="p0x5" fmla="*/ 420 w 420"/>
              <a:gd name="p0y5" fmla="*/ 240 h 420"/>
              <a:gd name="p0x6" fmla="*/ 420 w 420"/>
              <a:gd name="p0y6" fmla="*/ 339 h 420"/>
              <a:gd name="p0x7" fmla="*/ 339 w 420"/>
              <a:gd name="p0y7" fmla="*/ 420 h 420"/>
              <a:gd name="p0x8" fmla="*/ 240 w 420"/>
              <a:gd name="p0y8" fmla="*/ 420 h 420"/>
              <a:gd name="p0x9" fmla="*/ 180 w 420"/>
              <a:gd name="p0y9" fmla="*/ 420 h 420"/>
              <a:gd name="p0x10" fmla="*/ 80 w 420"/>
              <a:gd name="p0y10" fmla="*/ 420 h 420"/>
              <a:gd name="p0x11" fmla="*/ 0 w 420"/>
              <a:gd name="p0y11" fmla="*/ 339 h 420"/>
              <a:gd name="p0x12" fmla="*/ 0 w 420"/>
              <a:gd name="p0y12" fmla="*/ 240 h 420"/>
              <a:gd name="p0x13" fmla="*/ 0 w 420"/>
              <a:gd name="p0y13" fmla="*/ 180 h 420"/>
              <a:gd name="p0x14" fmla="*/ 0 w 420"/>
              <a:gd name="p0y14" fmla="*/ 80 h 420"/>
              <a:gd name="p0x15" fmla="*/ 80 w 420"/>
              <a:gd name="p0y15" fmla="*/ 0 h 420"/>
              <a:gd name="p0x16" fmla="*/ 18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47"/>
            </p:custDataLst>
          </p:nvPr>
        </p:nvSpPr>
        <p:spPr>
          <a:xfrm>
            <a:off x="466090" y="6123940"/>
            <a:ext cx="187960" cy="15176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91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sz="91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48"/>
            </p:custDataLst>
          </p:nvPr>
        </p:nvSpPr>
        <p:spPr>
          <a:xfrm>
            <a:off x="690245" y="6089015"/>
            <a:ext cx="4877435" cy="2355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75" b="1" spc="-1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新增准入控制机制：</a:t>
            </a:r>
            <a:r>
              <a:rPr sz="102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从入口限制冷长尾块进入缓存的数量，从根源减少缓存污染</a:t>
            </a:r>
            <a:endParaRPr sz="1025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修正</a:t>
            </a:r>
            <a:r>
              <a:rPr lang="en-US" altLang="zh-CN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retain score</a:t>
            </a:r>
            <a:endParaRPr lang="en-US" altLang="zh-CN"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227330" y="1109345"/>
            <a:ext cx="5381625" cy="3457575"/>
          </a:xfrm>
          <a:custGeom>
            <a:avLst/>
            <a:gdLst>
              <a:gd name="sw" fmla="*/ 1 w 8475"/>
              <a:gd name="sh" fmla="*/ 1 h 5445"/>
              <a:gd name="mins" fmla="min sw sh"/>
              <a:gd name="dsw" fmla="+- 0 sw mins"/>
              <a:gd name="dsh" fmla="+- 0 sh mins"/>
              <a:gd name="p0x0" fmla="*/ 420 w 8475"/>
              <a:gd name="p0y0" fmla="*/ 0 h 5445"/>
              <a:gd name="p0x1" fmla="*/ 8055 w 8475"/>
              <a:gd name="p0y1" fmla="*/ 0 h 5445"/>
              <a:gd name="p0x2" fmla="*/ 8286 w 8475"/>
              <a:gd name="p0y2" fmla="*/ 0 h 5445"/>
              <a:gd name="p0x3" fmla="*/ 8475 w 8475"/>
              <a:gd name="p0y3" fmla="*/ 188 h 5445"/>
              <a:gd name="p0x4" fmla="*/ 8475 w 8475"/>
              <a:gd name="p0y4" fmla="*/ 420 h 5445"/>
              <a:gd name="p0x5" fmla="*/ 8475 w 8475"/>
              <a:gd name="p0y5" fmla="*/ 5025 h 5445"/>
              <a:gd name="p0x6" fmla="*/ 8475 w 8475"/>
              <a:gd name="p0y6" fmla="*/ 5256 h 5445"/>
              <a:gd name="p0x7" fmla="*/ 8286 w 8475"/>
              <a:gd name="p0y7" fmla="*/ 5445 h 5445"/>
              <a:gd name="p0x8" fmla="*/ 8055 w 8475"/>
              <a:gd name="p0y8" fmla="*/ 5445 h 5445"/>
              <a:gd name="p0x9" fmla="*/ 420 w 8475"/>
              <a:gd name="p0y9" fmla="*/ 5445 h 5445"/>
              <a:gd name="p0x10" fmla="*/ 188 w 8475"/>
              <a:gd name="p0y10" fmla="*/ 5445 h 5445"/>
              <a:gd name="p0x11" fmla="*/ 0 w 8475"/>
              <a:gd name="p0y11" fmla="*/ 5256 h 5445"/>
              <a:gd name="p0x12" fmla="*/ 0 w 8475"/>
              <a:gd name="p0y12" fmla="*/ 5025 h 5445"/>
              <a:gd name="p0x13" fmla="*/ 0 w 8475"/>
              <a:gd name="p0y13" fmla="*/ 420 h 5445"/>
              <a:gd name="p0x14" fmla="*/ 0 w 8475"/>
              <a:gd name="p0y14" fmla="*/ 188 h 5445"/>
              <a:gd name="p0x15" fmla="*/ 188 w 8475"/>
              <a:gd name="p0y15" fmla="*/ 0 h 5445"/>
              <a:gd name="p0x16" fmla="*/ 420 w 8475"/>
              <a:gd name="p0y16" fmla="*/ 0 h 5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422910" y="1288732"/>
            <a:ext cx="49911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retain_score </a:t>
            </a:r>
            <a:r>
              <a:rPr lang="zh-CN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计算逻辑</a:t>
            </a:r>
            <a:endParaRPr lang="zh-CN"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422910" y="1905000"/>
            <a:ext cx="1638300" cy="609600"/>
          </a:xfrm>
          <a:custGeom>
            <a:avLst/>
            <a:gdLst>
              <a:gd name="sw" fmla="*/ 1 w 2580"/>
              <a:gd name="sh" fmla="*/ 1 h 960"/>
              <a:gd name="mins" fmla="min sw sh"/>
              <a:gd name="dsw" fmla="+- 0 sw mins"/>
              <a:gd name="dsh" fmla="+- 0 sh mins"/>
              <a:gd name="p0x0" fmla="*/ 300 w 2580"/>
              <a:gd name="p0y0" fmla="*/ 0 h 960"/>
              <a:gd name="p0x1" fmla="*/ 2280 w 2580"/>
              <a:gd name="p0y1" fmla="*/ 0 h 960"/>
              <a:gd name="p0x2" fmla="*/ 2445 w 2580"/>
              <a:gd name="p0y2" fmla="*/ 0 h 960"/>
              <a:gd name="p0x3" fmla="*/ 2580 w 2580"/>
              <a:gd name="p0y3" fmla="*/ 134 h 960"/>
              <a:gd name="p0x4" fmla="*/ 2580 w 2580"/>
              <a:gd name="p0y4" fmla="*/ 300 h 960"/>
              <a:gd name="p0x5" fmla="*/ 2580 w 2580"/>
              <a:gd name="p0y5" fmla="*/ 660 h 960"/>
              <a:gd name="p0x6" fmla="*/ 2580 w 2580"/>
              <a:gd name="p0y6" fmla="*/ 825 h 960"/>
              <a:gd name="p0x7" fmla="*/ 2445 w 2580"/>
              <a:gd name="p0y7" fmla="*/ 960 h 960"/>
              <a:gd name="p0x8" fmla="*/ 2280 w 2580"/>
              <a:gd name="p0y8" fmla="*/ 960 h 960"/>
              <a:gd name="p0x9" fmla="*/ 300 w 2580"/>
              <a:gd name="p0y9" fmla="*/ 960 h 960"/>
              <a:gd name="p0x10" fmla="*/ 134 w 2580"/>
              <a:gd name="p0y10" fmla="*/ 960 h 960"/>
              <a:gd name="p0x11" fmla="*/ 0 w 2580"/>
              <a:gd name="p0y11" fmla="*/ 825 h 960"/>
              <a:gd name="p0x12" fmla="*/ 0 w 2580"/>
              <a:gd name="p0y12" fmla="*/ 660 h 960"/>
              <a:gd name="p0x13" fmla="*/ 0 w 2580"/>
              <a:gd name="p0y13" fmla="*/ 300 h 960"/>
              <a:gd name="p0x14" fmla="*/ 0 w 2580"/>
              <a:gd name="p0y14" fmla="*/ 134 h 960"/>
              <a:gd name="p0x15" fmla="*/ 134 w 2580"/>
              <a:gd name="p0y15" fmla="*/ 0 h 960"/>
              <a:gd name="p0x16" fmla="*/ 300 w 2580"/>
              <a:gd name="p0y16" fmla="*/ 0 h 9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537210" y="20383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4259" t="-16275" r="-4259" b="-16275"/>
          <a:stretch>
            <a:fillRect/>
          </a:stretch>
        </p:blipFill>
        <p:spPr>
          <a:xfrm>
            <a:off x="615315" y="2099945"/>
            <a:ext cx="186055" cy="21463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9"/>
            </p:custDataLst>
          </p:nvPr>
        </p:nvSpPr>
        <p:spPr>
          <a:xfrm>
            <a:off x="956310" y="1981200"/>
            <a:ext cx="9906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reused = true</a:t>
            </a:r>
            <a:endParaRPr sz="135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492566" y="2628900"/>
            <a:ext cx="1498921" cy="7572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hit_count &gt; 0</a:t>
            </a:r>
            <a:endParaRPr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 share_degree &gt; 1</a:t>
            </a:r>
            <a:endParaRPr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1"/>
            </p:custDataLst>
          </p:nvPr>
        </p:nvSpPr>
        <p:spPr>
          <a:xfrm>
            <a:off x="441325" y="3500120"/>
            <a:ext cx="1600835" cy="405130"/>
          </a:xfrm>
          <a:custGeom>
            <a:avLst/>
            <a:gdLst>
              <a:gd name="sw" fmla="*/ 1 w 2520"/>
              <a:gd name="sh" fmla="*/ 1 h 637"/>
              <a:gd name="mins" fmla="min sw sh"/>
              <a:gd name="dsw" fmla="+- 0 sw mins"/>
              <a:gd name="dsh" fmla="+- 0 sh mins"/>
              <a:gd name="p0x0" fmla="*/ 300 w 2520"/>
              <a:gd name="p0y0" fmla="*/ 0 h 637"/>
              <a:gd name="p0x1" fmla="*/ 2220 w 2520"/>
              <a:gd name="p0y1" fmla="*/ 0 h 637"/>
              <a:gd name="p0x2" fmla="*/ 2385 w 2520"/>
              <a:gd name="p0y2" fmla="*/ 0 h 637"/>
              <a:gd name="p0x3" fmla="*/ 2520 w 2520"/>
              <a:gd name="p0y3" fmla="*/ 134 h 637"/>
              <a:gd name="p0x4" fmla="*/ 2520 w 2520"/>
              <a:gd name="p0y4" fmla="*/ 300 h 637"/>
              <a:gd name="p0x5" fmla="*/ 2520 w 2520"/>
              <a:gd name="p0y5" fmla="*/ 337 h 637"/>
              <a:gd name="p0x6" fmla="*/ 2520 w 2520"/>
              <a:gd name="p0y6" fmla="*/ 503 h 637"/>
              <a:gd name="p0x7" fmla="*/ 2385 w 2520"/>
              <a:gd name="p0y7" fmla="*/ 637 h 637"/>
              <a:gd name="p0x8" fmla="*/ 2220 w 2520"/>
              <a:gd name="p0y8" fmla="*/ 637 h 637"/>
              <a:gd name="p0x9" fmla="*/ 300 w 2520"/>
              <a:gd name="p0y9" fmla="*/ 637 h 637"/>
              <a:gd name="p0x10" fmla="*/ 134 w 2520"/>
              <a:gd name="p0y10" fmla="*/ 637 h 637"/>
              <a:gd name="p0x11" fmla="*/ 0 w 2520"/>
              <a:gd name="p0y11" fmla="*/ 503 h 637"/>
              <a:gd name="p0x12" fmla="*/ 0 w 2520"/>
              <a:gd name="p0y12" fmla="*/ 337 h 637"/>
              <a:gd name="p0x13" fmla="*/ 0 w 2520"/>
              <a:gd name="p0y13" fmla="*/ 300 h 637"/>
              <a:gd name="p0x14" fmla="*/ 0 w 2520"/>
              <a:gd name="p0y14" fmla="*/ 134 h 637"/>
              <a:gd name="p0x15" fmla="*/ 134 w 2520"/>
              <a:gd name="p0y15" fmla="*/ 0 h 637"/>
              <a:gd name="p0x16" fmla="*/ 300 w 2520"/>
              <a:gd name="p0y16" fmla="*/ 0 h 6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FF7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2"/>
            </p:custDataLst>
          </p:nvPr>
        </p:nvSpPr>
        <p:spPr>
          <a:xfrm>
            <a:off x="556184" y="3590925"/>
            <a:ext cx="15431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0D77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正常计算保留分数</a:t>
            </a:r>
            <a:endParaRPr sz="1350" b="1">
              <a:solidFill>
                <a:srgbClr val="0D773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937184" y="401955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优先保留</a:t>
            </a:r>
            <a:endParaRPr sz="12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13"/>
          <p:cNvSpPr/>
          <p:nvPr>
            <p:custDataLst>
              <p:tags r:id="rId14"/>
            </p:custDataLst>
          </p:nvPr>
        </p:nvSpPr>
        <p:spPr>
          <a:xfrm>
            <a:off x="2908935" y="2421255"/>
            <a:ext cx="1905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5"/>
            </p:custDataLst>
          </p:nvPr>
        </p:nvSpPr>
        <p:spPr>
          <a:xfrm>
            <a:off x="2223135" y="2849880"/>
            <a:ext cx="1390650" cy="424180"/>
          </a:xfrm>
          <a:custGeom>
            <a:avLst/>
            <a:gdLst>
              <a:gd name="sw" fmla="*/ 1 w 2190"/>
              <a:gd name="sh" fmla="*/ 1 h 667"/>
              <a:gd name="mins" fmla="min sw sh"/>
              <a:gd name="dsw" fmla="+- 0 sw mins"/>
              <a:gd name="dsh" fmla="+- 0 sh mins"/>
              <a:gd name="p0x0" fmla="*/ 300 w 2190"/>
              <a:gd name="p0y0" fmla="*/ 0 h 667"/>
              <a:gd name="p0x1" fmla="*/ 1890 w 2190"/>
              <a:gd name="p0y1" fmla="*/ 0 h 667"/>
              <a:gd name="p0x2" fmla="*/ 2055 w 2190"/>
              <a:gd name="p0y2" fmla="*/ 0 h 667"/>
              <a:gd name="p0x3" fmla="*/ 2190 w 2190"/>
              <a:gd name="p0y3" fmla="*/ 134 h 667"/>
              <a:gd name="p0x4" fmla="*/ 2190 w 2190"/>
              <a:gd name="p0y4" fmla="*/ 300 h 667"/>
              <a:gd name="p0x5" fmla="*/ 2190 w 2190"/>
              <a:gd name="p0y5" fmla="*/ 367 h 667"/>
              <a:gd name="p0x6" fmla="*/ 2190 w 2190"/>
              <a:gd name="p0y6" fmla="*/ 533 h 667"/>
              <a:gd name="p0x7" fmla="*/ 2055 w 2190"/>
              <a:gd name="p0y7" fmla="*/ 667 h 667"/>
              <a:gd name="p0x8" fmla="*/ 1890 w 2190"/>
              <a:gd name="p0y8" fmla="*/ 667 h 667"/>
              <a:gd name="p0x9" fmla="*/ 300 w 2190"/>
              <a:gd name="p0y9" fmla="*/ 667 h 667"/>
              <a:gd name="p0x10" fmla="*/ 134 w 2190"/>
              <a:gd name="p0y10" fmla="*/ 667 h 667"/>
              <a:gd name="p0x11" fmla="*/ 0 w 2190"/>
              <a:gd name="p0y11" fmla="*/ 533 h 667"/>
              <a:gd name="p0x12" fmla="*/ 0 w 2190"/>
              <a:gd name="p0y12" fmla="*/ 367 h 667"/>
              <a:gd name="p0x13" fmla="*/ 0 w 2190"/>
              <a:gd name="p0y13" fmla="*/ 300 h 667"/>
              <a:gd name="p0x14" fmla="*/ 0 w 2190"/>
              <a:gd name="p0y14" fmla="*/ 134 h 667"/>
              <a:gd name="p0x15" fmla="*/ 134 w 2190"/>
              <a:gd name="p0y15" fmla="*/ 0 h 667"/>
              <a:gd name="p0x16" fmla="*/ 300 w 2190"/>
              <a:gd name="p0y16" fmla="*/ 0 h 66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19050" cmpd="sng">
            <a:solidFill>
              <a:srgbClr val="0272EC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2346960" y="2936081"/>
            <a:ext cx="1333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复用标记判断</a:t>
            </a:r>
            <a:endParaRPr sz="15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/>
          <p:cNvSpPr/>
          <p:nvPr>
            <p:custDataLst>
              <p:tags r:id="rId17"/>
            </p:custDataLst>
          </p:nvPr>
        </p:nvSpPr>
        <p:spPr>
          <a:xfrm>
            <a:off x="2908935" y="3321685"/>
            <a:ext cx="19050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18"/>
            </p:custDataLst>
          </p:nvPr>
        </p:nvSpPr>
        <p:spPr>
          <a:xfrm>
            <a:off x="3775710" y="2030730"/>
            <a:ext cx="1638300" cy="609600"/>
          </a:xfrm>
          <a:custGeom>
            <a:avLst/>
            <a:gdLst>
              <a:gd name="sw" fmla="*/ 1 w 2580"/>
              <a:gd name="sh" fmla="*/ 1 h 960"/>
              <a:gd name="mins" fmla="min sw sh"/>
              <a:gd name="dsw" fmla="+- 0 sw mins"/>
              <a:gd name="dsh" fmla="+- 0 sh mins"/>
              <a:gd name="p0x0" fmla="*/ 300 w 2580"/>
              <a:gd name="p0y0" fmla="*/ 0 h 960"/>
              <a:gd name="p0x1" fmla="*/ 2280 w 2580"/>
              <a:gd name="p0y1" fmla="*/ 0 h 960"/>
              <a:gd name="p0x2" fmla="*/ 2445 w 2580"/>
              <a:gd name="p0y2" fmla="*/ 0 h 960"/>
              <a:gd name="p0x3" fmla="*/ 2580 w 2580"/>
              <a:gd name="p0y3" fmla="*/ 134 h 960"/>
              <a:gd name="p0x4" fmla="*/ 2580 w 2580"/>
              <a:gd name="p0y4" fmla="*/ 300 h 960"/>
              <a:gd name="p0x5" fmla="*/ 2580 w 2580"/>
              <a:gd name="p0y5" fmla="*/ 660 h 960"/>
              <a:gd name="p0x6" fmla="*/ 2580 w 2580"/>
              <a:gd name="p0y6" fmla="*/ 825 h 960"/>
              <a:gd name="p0x7" fmla="*/ 2445 w 2580"/>
              <a:gd name="p0y7" fmla="*/ 960 h 960"/>
              <a:gd name="p0x8" fmla="*/ 2280 w 2580"/>
              <a:gd name="p0y8" fmla="*/ 960 h 960"/>
              <a:gd name="p0x9" fmla="*/ 300 w 2580"/>
              <a:gd name="p0y9" fmla="*/ 960 h 960"/>
              <a:gd name="p0x10" fmla="*/ 134 w 2580"/>
              <a:gd name="p0y10" fmla="*/ 960 h 960"/>
              <a:gd name="p0x11" fmla="*/ 0 w 2580"/>
              <a:gd name="p0y11" fmla="*/ 825 h 960"/>
              <a:gd name="p0x12" fmla="*/ 0 w 2580"/>
              <a:gd name="p0y12" fmla="*/ 660 h 960"/>
              <a:gd name="p0x13" fmla="*/ 0 w 2580"/>
              <a:gd name="p0y13" fmla="*/ 300 h 960"/>
              <a:gd name="p0x14" fmla="*/ 0 w 2580"/>
              <a:gd name="p0y14" fmla="*/ 134 h 960"/>
              <a:gd name="p0x15" fmla="*/ 134 w 2580"/>
              <a:gd name="p0y15" fmla="*/ 0 h 960"/>
              <a:gd name="p0x16" fmla="*/ 300 w 2580"/>
              <a:gd name="p0y16" fmla="*/ 0 h 9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DFE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19"/>
            </p:custDataLst>
          </p:nvPr>
        </p:nvSpPr>
        <p:spPr>
          <a:xfrm>
            <a:off x="3890010" y="216408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1458" t="-20208" r="-1458" b="-20208"/>
          <a:stretch>
            <a:fillRect/>
          </a:stretch>
        </p:blipFill>
        <p:spPr>
          <a:xfrm>
            <a:off x="3982720" y="2226310"/>
            <a:ext cx="156845" cy="213995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23"/>
            </p:custDataLst>
          </p:nvPr>
        </p:nvSpPr>
        <p:spPr>
          <a:xfrm>
            <a:off x="4309110" y="2107406"/>
            <a:ext cx="990600" cy="4572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700A1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reused = false</a:t>
            </a:r>
            <a:endParaRPr sz="1350">
              <a:solidFill>
                <a:srgbClr val="700A1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3975735" y="2755106"/>
            <a:ext cx="1238250" cy="5048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无复用历史的</a:t>
            </a:r>
            <a:endParaRPr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深冷块</a:t>
            </a:r>
            <a:endParaRPr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5"/>
            </p:custDataLst>
          </p:nvPr>
        </p:nvSpPr>
        <p:spPr>
          <a:xfrm>
            <a:off x="3974465" y="3373755"/>
            <a:ext cx="1240155" cy="405130"/>
          </a:xfrm>
          <a:custGeom>
            <a:avLst/>
            <a:gdLst>
              <a:gd name="sw" fmla="*/ 1 w 1952"/>
              <a:gd name="sh" fmla="*/ 1 h 637"/>
              <a:gd name="mins" fmla="min sw sh"/>
              <a:gd name="dsw" fmla="+- 0 sw mins"/>
              <a:gd name="dsh" fmla="+- 0 sh mins"/>
              <a:gd name="p0x0" fmla="*/ 300 w 1952"/>
              <a:gd name="p0y0" fmla="*/ 0 h 637"/>
              <a:gd name="p0x1" fmla="*/ 1652 w 1952"/>
              <a:gd name="p0y1" fmla="*/ 0 h 637"/>
              <a:gd name="p0x2" fmla="*/ 1818 w 1952"/>
              <a:gd name="p0y2" fmla="*/ 0 h 637"/>
              <a:gd name="p0x3" fmla="*/ 1952 w 1952"/>
              <a:gd name="p0y3" fmla="*/ 134 h 637"/>
              <a:gd name="p0x4" fmla="*/ 1952 w 1952"/>
              <a:gd name="p0y4" fmla="*/ 300 h 637"/>
              <a:gd name="p0x5" fmla="*/ 1952 w 1952"/>
              <a:gd name="p0y5" fmla="*/ 337 h 637"/>
              <a:gd name="p0x6" fmla="*/ 1952 w 1952"/>
              <a:gd name="p0y6" fmla="*/ 503 h 637"/>
              <a:gd name="p0x7" fmla="*/ 1818 w 1952"/>
              <a:gd name="p0y7" fmla="*/ 637 h 637"/>
              <a:gd name="p0x8" fmla="*/ 1652 w 1952"/>
              <a:gd name="p0y8" fmla="*/ 637 h 637"/>
              <a:gd name="p0x9" fmla="*/ 300 w 1952"/>
              <a:gd name="p0y9" fmla="*/ 637 h 637"/>
              <a:gd name="p0x10" fmla="*/ 134 w 1952"/>
              <a:gd name="p0y10" fmla="*/ 637 h 637"/>
              <a:gd name="p0x11" fmla="*/ 0 w 1952"/>
              <a:gd name="p0y11" fmla="*/ 503 h 637"/>
              <a:gd name="p0x12" fmla="*/ 0 w 1952"/>
              <a:gd name="p0y12" fmla="*/ 337 h 637"/>
              <a:gd name="p0x13" fmla="*/ 0 w 1952"/>
              <a:gd name="p0y13" fmla="*/ 300 h 637"/>
              <a:gd name="p0x14" fmla="*/ 0 w 1952"/>
              <a:gd name="p0y14" fmla="*/ 134 h 637"/>
              <a:gd name="p0x15" fmla="*/ 134 w 1952"/>
              <a:gd name="p0y15" fmla="*/ 0 h 637"/>
              <a:gd name="p0x16" fmla="*/ 300 w 1952"/>
              <a:gd name="p0y16" fmla="*/ 0 h 63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7DFE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6"/>
            </p:custDataLst>
          </p:nvPr>
        </p:nvSpPr>
        <p:spPr>
          <a:xfrm>
            <a:off x="4089216" y="3464719"/>
            <a:ext cx="1182662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 b="1">
                <a:solidFill>
                  <a:srgbClr val="700A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保留分数</a:t>
            </a:r>
            <a:r>
              <a:rPr lang="en-US" altLang="zh-CN" sz="1350" b="1">
                <a:solidFill>
                  <a:srgbClr val="700A1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= 0</a:t>
            </a:r>
            <a:endParaRPr lang="en-US" altLang="zh-CN" sz="1350" b="1">
              <a:solidFill>
                <a:srgbClr val="700A1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7"/>
            </p:custDataLst>
          </p:nvPr>
        </p:nvSpPr>
        <p:spPr>
          <a:xfrm>
            <a:off x="4061384" y="3893344"/>
            <a:ext cx="1219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最高优先级驱逐</a:t>
            </a:r>
            <a:endParaRPr sz="12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8"/>
            </p:custDataLst>
          </p:nvPr>
        </p:nvSpPr>
        <p:spPr>
          <a:xfrm>
            <a:off x="227330" y="4766945"/>
            <a:ext cx="2590800" cy="1704975"/>
          </a:xfrm>
          <a:custGeom>
            <a:avLst/>
            <a:gdLst>
              <a:gd name="sw" fmla="*/ 1 w 4080"/>
              <a:gd name="sh" fmla="*/ 1 h 2685"/>
              <a:gd name="mins" fmla="min sw sh"/>
              <a:gd name="dsw" fmla="+- 0 sw mins"/>
              <a:gd name="dsh" fmla="+- 0 sh mins"/>
              <a:gd name="p0x0" fmla="*/ 420 w 4080"/>
              <a:gd name="p0y0" fmla="*/ 0 h 2685"/>
              <a:gd name="p0x1" fmla="*/ 3660 w 4080"/>
              <a:gd name="p0y1" fmla="*/ 0 h 2685"/>
              <a:gd name="p0x2" fmla="*/ 3891 w 4080"/>
              <a:gd name="p0y2" fmla="*/ 0 h 2685"/>
              <a:gd name="p0x3" fmla="*/ 4080 w 4080"/>
              <a:gd name="p0y3" fmla="*/ 188 h 2685"/>
              <a:gd name="p0x4" fmla="*/ 4080 w 4080"/>
              <a:gd name="p0y4" fmla="*/ 420 h 2685"/>
              <a:gd name="p0x5" fmla="*/ 4080 w 4080"/>
              <a:gd name="p0y5" fmla="*/ 2265 h 2685"/>
              <a:gd name="p0x6" fmla="*/ 4080 w 4080"/>
              <a:gd name="p0y6" fmla="*/ 2496 h 2685"/>
              <a:gd name="p0x7" fmla="*/ 3891 w 4080"/>
              <a:gd name="p0y7" fmla="*/ 2685 h 2685"/>
              <a:gd name="p0x8" fmla="*/ 3660 w 4080"/>
              <a:gd name="p0y8" fmla="*/ 2685 h 2685"/>
              <a:gd name="p0x9" fmla="*/ 420 w 4080"/>
              <a:gd name="p0y9" fmla="*/ 2685 h 2685"/>
              <a:gd name="p0x10" fmla="*/ 188 w 4080"/>
              <a:gd name="p0y10" fmla="*/ 2685 h 2685"/>
              <a:gd name="p0x11" fmla="*/ 0 w 4080"/>
              <a:gd name="p0y11" fmla="*/ 2496 h 2685"/>
              <a:gd name="p0x12" fmla="*/ 0 w 4080"/>
              <a:gd name="p0y12" fmla="*/ 2265 h 2685"/>
              <a:gd name="p0x13" fmla="*/ 0 w 4080"/>
              <a:gd name="p0y13" fmla="*/ 420 h 2685"/>
              <a:gd name="p0x14" fmla="*/ 0 w 4080"/>
              <a:gd name="p0y14" fmla="*/ 188 h 2685"/>
              <a:gd name="p0x15" fmla="*/ 188 w 4080"/>
              <a:gd name="p0y15" fmla="*/ 0 h 2685"/>
              <a:gd name="p0x16" fmla="*/ 420 w 4080"/>
              <a:gd name="p0y16" fmla="*/ 0 h 26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9"/>
            </p:custDataLst>
          </p:nvPr>
        </p:nvSpPr>
        <p:spPr>
          <a:xfrm>
            <a:off x="1189301" y="4926759"/>
            <a:ext cx="1343701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5325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sz="21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endParaRPr sz="21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0"/>
            </p:custDataLst>
          </p:nvPr>
        </p:nvSpPr>
        <p:spPr>
          <a:xfrm>
            <a:off x="665721" y="5751166"/>
            <a:ext cx="18860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高价值共享块误驱逐率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31"/>
            </p:custDataLst>
          </p:nvPr>
        </p:nvSpPr>
        <p:spPr>
          <a:xfrm>
            <a:off x="1193800" y="6017260"/>
            <a:ext cx="657860" cy="252730"/>
          </a:xfrm>
          <a:custGeom>
            <a:avLst/>
            <a:gdLst>
              <a:gd name="sw" fmla="*/ 1 w 1036"/>
              <a:gd name="sh" fmla="*/ 1 h 397"/>
              <a:gd name="mins" fmla="min sw sh"/>
              <a:gd name="dsw" fmla="+- 0 sw mins"/>
              <a:gd name="dsh" fmla="+- 0 sh mins"/>
              <a:gd name="p0x0" fmla="*/ 198 w 1036"/>
              <a:gd name="p0y0" fmla="*/ 0 h 397"/>
              <a:gd name="p0x1" fmla="*/ 837 w 1036"/>
              <a:gd name="p0y1" fmla="*/ 0 h 397"/>
              <a:gd name="p0x2" fmla="*/ 947 w 1036"/>
              <a:gd name="p0y2" fmla="*/ 0 h 397"/>
              <a:gd name="p0x3" fmla="*/ 1036 w 1036"/>
              <a:gd name="p0y3" fmla="*/ 88 h 397"/>
              <a:gd name="p0x4" fmla="*/ 1036 w 1036"/>
              <a:gd name="p0y4" fmla="*/ 198 h 397"/>
              <a:gd name="p0x5" fmla="*/ 1036 w 1036"/>
              <a:gd name="p0y5" fmla="*/ 308 h 397"/>
              <a:gd name="p0x6" fmla="*/ 947 w 1036"/>
              <a:gd name="p0y6" fmla="*/ 397 h 397"/>
              <a:gd name="p0x7" fmla="*/ 837 w 1036"/>
              <a:gd name="p0y7" fmla="*/ 397 h 397"/>
              <a:gd name="p0x8" fmla="*/ 198 w 1036"/>
              <a:gd name="p0y8" fmla="*/ 397 h 397"/>
              <a:gd name="p0x9" fmla="*/ 88 w 1036"/>
              <a:gd name="p0y9" fmla="*/ 397 h 397"/>
              <a:gd name="p0x10" fmla="*/ 0 w 1036"/>
              <a:gd name="p0y10" fmla="*/ 308 h 397"/>
              <a:gd name="p0x11" fmla="*/ 0 w 1036"/>
              <a:gd name="p0y11" fmla="*/ 198 h 397"/>
              <a:gd name="p0x12" fmla="*/ 0 w 1036"/>
              <a:gd name="p0y12" fmla="*/ 88 h 397"/>
              <a:gd name="p0x13" fmla="*/ 88 w 1036"/>
              <a:gd name="p0y13" fmla="*/ 0 h 397"/>
              <a:gd name="p0x14" fmla="*/ 198 w 1036"/>
              <a:gd name="p0y14" fmla="*/ 0 h 3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FF7E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32"/>
            </p:custDataLst>
          </p:nvPr>
        </p:nvSpPr>
        <p:spPr>
          <a:xfrm>
            <a:off x="1270111" y="6055966"/>
            <a:ext cx="63907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>
                <a:solidFill>
                  <a:srgbClr val="0D773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↓100%</a:t>
            </a:r>
            <a:endParaRPr sz="1050" b="1">
              <a:solidFill>
                <a:srgbClr val="0D773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33"/>
            </p:custDataLst>
          </p:nvPr>
        </p:nvSpPr>
        <p:spPr>
          <a:xfrm>
            <a:off x="3018155" y="4766945"/>
            <a:ext cx="2590800" cy="1704975"/>
          </a:xfrm>
          <a:custGeom>
            <a:avLst/>
            <a:gdLst>
              <a:gd name="sw" fmla="*/ 1 w 4080"/>
              <a:gd name="sh" fmla="*/ 1 h 2685"/>
              <a:gd name="mins" fmla="min sw sh"/>
              <a:gd name="dsw" fmla="+- 0 sw mins"/>
              <a:gd name="dsh" fmla="+- 0 sh mins"/>
              <a:gd name="p0x0" fmla="*/ 420 w 4080"/>
              <a:gd name="p0y0" fmla="*/ 0 h 2685"/>
              <a:gd name="p0x1" fmla="*/ 3660 w 4080"/>
              <a:gd name="p0y1" fmla="*/ 0 h 2685"/>
              <a:gd name="p0x2" fmla="*/ 3891 w 4080"/>
              <a:gd name="p0y2" fmla="*/ 0 h 2685"/>
              <a:gd name="p0x3" fmla="*/ 4080 w 4080"/>
              <a:gd name="p0y3" fmla="*/ 188 h 2685"/>
              <a:gd name="p0x4" fmla="*/ 4080 w 4080"/>
              <a:gd name="p0y4" fmla="*/ 420 h 2685"/>
              <a:gd name="p0x5" fmla="*/ 4080 w 4080"/>
              <a:gd name="p0y5" fmla="*/ 2265 h 2685"/>
              <a:gd name="p0x6" fmla="*/ 4080 w 4080"/>
              <a:gd name="p0y6" fmla="*/ 2496 h 2685"/>
              <a:gd name="p0x7" fmla="*/ 3891 w 4080"/>
              <a:gd name="p0y7" fmla="*/ 2685 h 2685"/>
              <a:gd name="p0x8" fmla="*/ 3660 w 4080"/>
              <a:gd name="p0y8" fmla="*/ 2685 h 2685"/>
              <a:gd name="p0x9" fmla="*/ 420 w 4080"/>
              <a:gd name="p0y9" fmla="*/ 2685 h 2685"/>
              <a:gd name="p0x10" fmla="*/ 188 w 4080"/>
              <a:gd name="p0y10" fmla="*/ 2685 h 2685"/>
              <a:gd name="p0x11" fmla="*/ 0 w 4080"/>
              <a:gd name="p0y11" fmla="*/ 2496 h 2685"/>
              <a:gd name="p0x12" fmla="*/ 0 w 4080"/>
              <a:gd name="p0y12" fmla="*/ 2265 h 2685"/>
              <a:gd name="p0x13" fmla="*/ 0 w 4080"/>
              <a:gd name="p0y13" fmla="*/ 420 h 2685"/>
              <a:gd name="p0x14" fmla="*/ 0 w 4080"/>
              <a:gd name="p0y14" fmla="*/ 188 h 2685"/>
              <a:gd name="p0x15" fmla="*/ 188 w 4080"/>
              <a:gd name="p0y15" fmla="*/ 0 h 2685"/>
              <a:gd name="p0x16" fmla="*/ 420 w 4080"/>
              <a:gd name="p0y16" fmla="*/ 0 h 26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34"/>
            </p:custDataLst>
          </p:nvPr>
        </p:nvSpPr>
        <p:spPr>
          <a:xfrm>
            <a:off x="3769166" y="4926759"/>
            <a:ext cx="1765697" cy="8229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5325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91</a:t>
            </a:r>
            <a:r>
              <a:rPr sz="21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endParaRPr sz="21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5"/>
            </p:custDataLst>
          </p:nvPr>
        </p:nvSpPr>
        <p:spPr>
          <a:xfrm>
            <a:off x="3456546" y="5751166"/>
            <a:ext cx="18860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冷块占驱逐块总数比例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36"/>
            </p:custDataLst>
          </p:nvPr>
        </p:nvSpPr>
        <p:spPr>
          <a:xfrm>
            <a:off x="3837940" y="6017260"/>
            <a:ext cx="950595" cy="252730"/>
          </a:xfrm>
          <a:custGeom>
            <a:avLst/>
            <a:gdLst>
              <a:gd name="sw" fmla="*/ 1 w 1497"/>
              <a:gd name="sh" fmla="*/ 1 h 397"/>
              <a:gd name="mins" fmla="min sw sh"/>
              <a:gd name="dsw" fmla="+- 0 sw mins"/>
              <a:gd name="dsh" fmla="+- 0 sh mins"/>
              <a:gd name="p0x0" fmla="*/ 198 w 1497"/>
              <a:gd name="p0y0" fmla="*/ 0 h 397"/>
              <a:gd name="p0x1" fmla="*/ 1298 w 1497"/>
              <a:gd name="p0y1" fmla="*/ 0 h 397"/>
              <a:gd name="p0x2" fmla="*/ 1408 w 1497"/>
              <a:gd name="p0y2" fmla="*/ 0 h 397"/>
              <a:gd name="p0x3" fmla="*/ 1497 w 1497"/>
              <a:gd name="p0y3" fmla="*/ 88 h 397"/>
              <a:gd name="p0x4" fmla="*/ 1497 w 1497"/>
              <a:gd name="p0y4" fmla="*/ 198 h 397"/>
              <a:gd name="p0x5" fmla="*/ 1497 w 1497"/>
              <a:gd name="p0y5" fmla="*/ 308 h 397"/>
              <a:gd name="p0x6" fmla="*/ 1408 w 1497"/>
              <a:gd name="p0y6" fmla="*/ 397 h 397"/>
              <a:gd name="p0x7" fmla="*/ 1298 w 1497"/>
              <a:gd name="p0y7" fmla="*/ 397 h 397"/>
              <a:gd name="p0x8" fmla="*/ 198 w 1497"/>
              <a:gd name="p0y8" fmla="*/ 397 h 397"/>
              <a:gd name="p0x9" fmla="*/ 88 w 1497"/>
              <a:gd name="p0y9" fmla="*/ 397 h 397"/>
              <a:gd name="p0x10" fmla="*/ 0 w 1497"/>
              <a:gd name="p0y10" fmla="*/ 308 h 397"/>
              <a:gd name="p0x11" fmla="*/ 0 w 1497"/>
              <a:gd name="p0y11" fmla="*/ 198 h 397"/>
              <a:gd name="p0x12" fmla="*/ 0 w 1497"/>
              <a:gd name="p0y12" fmla="*/ 88 h 397"/>
              <a:gd name="p0x13" fmla="*/ 88 w 1497"/>
              <a:gd name="p0y13" fmla="*/ 0 h 397"/>
              <a:gd name="p0x14" fmla="*/ 198 w 1497"/>
              <a:gd name="p0y14" fmla="*/ 0 h 39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7"/>
            </p:custDataLst>
          </p:nvPr>
        </p:nvSpPr>
        <p:spPr>
          <a:xfrm>
            <a:off x="3914718" y="6055966"/>
            <a:ext cx="931593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05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62% → 91%</a:t>
            </a:r>
            <a:endParaRPr sz="105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38"/>
            </p:custDataLst>
          </p:nvPr>
        </p:nvSpPr>
        <p:spPr>
          <a:xfrm>
            <a:off x="5883275" y="1107440"/>
            <a:ext cx="5385435" cy="1328420"/>
          </a:xfrm>
          <a:custGeom>
            <a:avLst/>
            <a:gdLst>
              <a:gd name="sw" fmla="*/ 1 w 13412"/>
              <a:gd name="sh" fmla="*/ 1 h 3307"/>
              <a:gd name="mins" fmla="min sw sh"/>
              <a:gd name="dsw" fmla="+- 0 sw mins"/>
              <a:gd name="dsh" fmla="+- 0 sh mins"/>
              <a:gd name="p0x0" fmla="*/ 420 w 13412"/>
              <a:gd name="p0y0" fmla="*/ 0 h 3307"/>
              <a:gd name="p0x1" fmla="*/ 12992 w 13412"/>
              <a:gd name="p0y1" fmla="*/ 0 h 3307"/>
              <a:gd name="p0x2" fmla="*/ 13224 w 13412"/>
              <a:gd name="p0y2" fmla="*/ 0 h 3307"/>
              <a:gd name="p0x3" fmla="*/ 13412 w 13412"/>
              <a:gd name="p0y3" fmla="*/ 188 h 3307"/>
              <a:gd name="p0x4" fmla="*/ 13412 w 13412"/>
              <a:gd name="p0y4" fmla="*/ 420 h 3307"/>
              <a:gd name="p0x5" fmla="*/ 13412 w 13412"/>
              <a:gd name="p0y5" fmla="*/ 2887 h 3307"/>
              <a:gd name="p0x6" fmla="*/ 13412 w 13412"/>
              <a:gd name="p0y6" fmla="*/ 3119 h 3307"/>
              <a:gd name="p0x7" fmla="*/ 13224 w 13412"/>
              <a:gd name="p0y7" fmla="*/ 3307 h 3307"/>
              <a:gd name="p0x8" fmla="*/ 12992 w 13412"/>
              <a:gd name="p0y8" fmla="*/ 3307 h 3307"/>
              <a:gd name="p0x9" fmla="*/ 420 w 13412"/>
              <a:gd name="p0y9" fmla="*/ 3307 h 3307"/>
              <a:gd name="p0x10" fmla="*/ 188 w 13412"/>
              <a:gd name="p0y10" fmla="*/ 3307 h 3307"/>
              <a:gd name="p0x11" fmla="*/ 0 w 13412"/>
              <a:gd name="p0y11" fmla="*/ 3119 h 3307"/>
              <a:gd name="p0x12" fmla="*/ 0 w 13412"/>
              <a:gd name="p0y12" fmla="*/ 2887 h 3307"/>
              <a:gd name="p0x13" fmla="*/ 0 w 13412"/>
              <a:gd name="p0y13" fmla="*/ 420 h 3307"/>
              <a:gd name="p0x14" fmla="*/ 0 w 13412"/>
              <a:gd name="p0y14" fmla="*/ 188 h 3307"/>
              <a:gd name="p0x15" fmla="*/ 188 w 13412"/>
              <a:gd name="p0y15" fmla="*/ 0 h 3307"/>
              <a:gd name="p0x16" fmla="*/ 420 w 13412"/>
              <a:gd name="p0y16" fmla="*/ 0 h 330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6023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任意多边形 36"/>
          <p:cNvSpPr/>
          <p:nvPr>
            <p:custDataLst>
              <p:tags r:id="rId39"/>
            </p:custDataLst>
          </p:nvPr>
        </p:nvSpPr>
        <p:spPr>
          <a:xfrm>
            <a:off x="6007100" y="1410335"/>
            <a:ext cx="264795" cy="264795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l="-2000" t="-7681" r="-2000" b="-7681"/>
          <a:stretch>
            <a:fillRect/>
          </a:stretch>
        </p:blipFill>
        <p:spPr>
          <a:xfrm>
            <a:off x="6061710" y="1461135"/>
            <a:ext cx="156210" cy="160020"/>
          </a:xfrm>
          <a:prstGeom prst="rect">
            <a:avLst/>
          </a:prstGeom>
        </p:spPr>
      </p:pic>
      <p:sp>
        <p:nvSpPr>
          <p:cNvPr id="39" name="文本框 38"/>
          <p:cNvSpPr txBox="1"/>
          <p:nvPr>
            <p:custDataLst>
              <p:tags r:id="rId43"/>
            </p:custDataLst>
          </p:nvPr>
        </p:nvSpPr>
        <p:spPr>
          <a:xfrm>
            <a:off x="6344285" y="1427480"/>
            <a:ext cx="843280" cy="2311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原有问题</a:t>
            </a:r>
            <a:endParaRPr sz="1325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44"/>
            </p:custDataLst>
          </p:nvPr>
        </p:nvSpPr>
        <p:spPr>
          <a:xfrm>
            <a:off x="6007100" y="1738630"/>
            <a:ext cx="5138420" cy="4006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0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旧</a:t>
            </a:r>
            <a:r>
              <a:rPr lang="en-US" altLang="zh-CN" sz="10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retain_score</a:t>
            </a:r>
            <a:r>
              <a:rPr lang="zh-CN" altLang="en-US" sz="10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对前缀深度、重算代价无差别加分，导致</a:t>
            </a:r>
            <a:r>
              <a:rPr sz="1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无任何复用历史的深冷块被误保护</a:t>
            </a:r>
            <a:r>
              <a:rPr sz="10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，占比达被保护块总数的</a:t>
            </a:r>
            <a:r>
              <a:rPr sz="10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28%</a:t>
            </a:r>
            <a:r>
              <a:rPr sz="10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，挤占了</a:t>
            </a:r>
            <a:r>
              <a:rPr sz="10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30%</a:t>
            </a:r>
            <a:r>
              <a:rPr sz="10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的缓存空间，高价值热点块的可用缓存容量被压缩</a:t>
            </a:r>
            <a:endParaRPr sz="10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45"/>
            </p:custDataLst>
          </p:nvPr>
        </p:nvSpPr>
        <p:spPr>
          <a:xfrm>
            <a:off x="5883275" y="2453640"/>
            <a:ext cx="5385435" cy="1327785"/>
          </a:xfrm>
          <a:custGeom>
            <a:avLst/>
            <a:gdLst>
              <a:gd name="sw" fmla="*/ 1 w 13412"/>
              <a:gd name="sh" fmla="*/ 1 h 3307"/>
              <a:gd name="mins" fmla="min sw sh"/>
              <a:gd name="dsw" fmla="+- 0 sw mins"/>
              <a:gd name="dsh" fmla="+- 0 sh mins"/>
              <a:gd name="p0x0" fmla="*/ 420 w 13412"/>
              <a:gd name="p0y0" fmla="*/ 0 h 3307"/>
              <a:gd name="p0x1" fmla="*/ 12992 w 13412"/>
              <a:gd name="p0y1" fmla="*/ 0 h 3307"/>
              <a:gd name="p0x2" fmla="*/ 13224 w 13412"/>
              <a:gd name="p0y2" fmla="*/ 0 h 3307"/>
              <a:gd name="p0x3" fmla="*/ 13412 w 13412"/>
              <a:gd name="p0y3" fmla="*/ 188 h 3307"/>
              <a:gd name="p0x4" fmla="*/ 13412 w 13412"/>
              <a:gd name="p0y4" fmla="*/ 420 h 3307"/>
              <a:gd name="p0x5" fmla="*/ 13412 w 13412"/>
              <a:gd name="p0y5" fmla="*/ 2887 h 3307"/>
              <a:gd name="p0x6" fmla="*/ 13412 w 13412"/>
              <a:gd name="p0y6" fmla="*/ 3119 h 3307"/>
              <a:gd name="p0x7" fmla="*/ 13224 w 13412"/>
              <a:gd name="p0y7" fmla="*/ 3307 h 3307"/>
              <a:gd name="p0x8" fmla="*/ 12992 w 13412"/>
              <a:gd name="p0y8" fmla="*/ 3307 h 3307"/>
              <a:gd name="p0x9" fmla="*/ 420 w 13412"/>
              <a:gd name="p0y9" fmla="*/ 3307 h 3307"/>
              <a:gd name="p0x10" fmla="*/ 188 w 13412"/>
              <a:gd name="p0y10" fmla="*/ 3307 h 3307"/>
              <a:gd name="p0x11" fmla="*/ 0 w 13412"/>
              <a:gd name="p0y11" fmla="*/ 3119 h 3307"/>
              <a:gd name="p0x12" fmla="*/ 0 w 13412"/>
              <a:gd name="p0y12" fmla="*/ 2887 h 3307"/>
              <a:gd name="p0x13" fmla="*/ 0 w 13412"/>
              <a:gd name="p0y13" fmla="*/ 420 h 3307"/>
              <a:gd name="p0x14" fmla="*/ 0 w 13412"/>
              <a:gd name="p0y14" fmla="*/ 188 h 3307"/>
              <a:gd name="p0x15" fmla="*/ 188 w 13412"/>
              <a:gd name="p0y15" fmla="*/ 0 h 3307"/>
              <a:gd name="p0x16" fmla="*/ 420 w 13412"/>
              <a:gd name="p0y16" fmla="*/ 0 h 330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6023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>
            <p:custDataLst>
              <p:tags r:id="rId46"/>
            </p:custDataLst>
          </p:nvPr>
        </p:nvSpPr>
        <p:spPr>
          <a:xfrm>
            <a:off x="6007100" y="2617470"/>
            <a:ext cx="264795" cy="26543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3" name="图片 42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 l="-2000" t="-897" r="-2000" b="-897"/>
          <a:stretch>
            <a:fillRect/>
          </a:stretch>
        </p:blipFill>
        <p:spPr>
          <a:xfrm>
            <a:off x="6061710" y="2668905"/>
            <a:ext cx="156210" cy="159385"/>
          </a:xfrm>
          <a:prstGeom prst="rect">
            <a:avLst/>
          </a:prstGeom>
        </p:spPr>
      </p:pic>
      <p:sp>
        <p:nvSpPr>
          <p:cNvPr id="44" name="文本框 43"/>
          <p:cNvSpPr txBox="1"/>
          <p:nvPr>
            <p:custDataLst>
              <p:tags r:id="rId50"/>
            </p:custDataLst>
          </p:nvPr>
        </p:nvSpPr>
        <p:spPr>
          <a:xfrm>
            <a:off x="6344285" y="2634615"/>
            <a:ext cx="843280" cy="2317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核心改动</a:t>
            </a:r>
            <a:endParaRPr sz="1325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51"/>
            </p:custDataLst>
          </p:nvPr>
        </p:nvSpPr>
        <p:spPr>
          <a:xfrm>
            <a:off x="6007100" y="2946400"/>
            <a:ext cx="5138420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新增复用标记判断：</a:t>
            </a:r>
            <a:r>
              <a:rPr sz="10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reused = hit_count &gt; 0 or share_degree &gt; 1</a:t>
            </a:r>
            <a:endParaRPr sz="10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52"/>
            </p:custDataLst>
          </p:nvPr>
        </p:nvSpPr>
        <p:spPr>
          <a:xfrm>
            <a:off x="6007100" y="3244215"/>
            <a:ext cx="36195" cy="36195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1CC55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>
            <p:custDataLst>
              <p:tags r:id="rId53"/>
            </p:custDataLst>
          </p:nvPr>
        </p:nvSpPr>
        <p:spPr>
          <a:xfrm>
            <a:off x="6091555" y="3211195"/>
            <a:ext cx="2941955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有复用的块：</a:t>
            </a:r>
            <a:r>
              <a:rPr sz="10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正常计算保留分数，优先保留</a:t>
            </a:r>
            <a:endParaRPr sz="10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任意多边形 47"/>
          <p:cNvSpPr/>
          <p:nvPr>
            <p:custDataLst>
              <p:tags r:id="rId54"/>
            </p:custDataLst>
          </p:nvPr>
        </p:nvSpPr>
        <p:spPr>
          <a:xfrm>
            <a:off x="6007100" y="3448685"/>
            <a:ext cx="36195" cy="36195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C9182D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>
            <p:custDataLst>
              <p:tags r:id="rId55"/>
            </p:custDataLst>
          </p:nvPr>
        </p:nvSpPr>
        <p:spPr>
          <a:xfrm>
            <a:off x="6091555" y="3416300"/>
            <a:ext cx="3568065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无复用的冷块：</a:t>
            </a:r>
            <a:r>
              <a:rPr lang="zh-CN" sz="10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保留分数直接置为</a:t>
            </a:r>
            <a:r>
              <a:rPr lang="en-US" altLang="zh-CN" sz="10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lang="zh-CN" altLang="en-US" sz="10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，列为最高优先级驱逐对象</a:t>
            </a:r>
            <a:endParaRPr lang="zh-CN" altLang="en-US" sz="10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0" name="任意多边形 49"/>
          <p:cNvSpPr/>
          <p:nvPr>
            <p:custDataLst>
              <p:tags r:id="rId56"/>
            </p:custDataLst>
          </p:nvPr>
        </p:nvSpPr>
        <p:spPr>
          <a:xfrm>
            <a:off x="5883275" y="3799840"/>
            <a:ext cx="5385435" cy="1328420"/>
          </a:xfrm>
          <a:custGeom>
            <a:avLst/>
            <a:gdLst>
              <a:gd name="sw" fmla="*/ 1 w 13412"/>
              <a:gd name="sh" fmla="*/ 1 h 3307"/>
              <a:gd name="mins" fmla="min sw sh"/>
              <a:gd name="dsw" fmla="+- 0 sw mins"/>
              <a:gd name="dsh" fmla="+- 0 sh mins"/>
              <a:gd name="p0x0" fmla="*/ 420 w 13412"/>
              <a:gd name="p0y0" fmla="*/ 0 h 3307"/>
              <a:gd name="p0x1" fmla="*/ 12992 w 13412"/>
              <a:gd name="p0y1" fmla="*/ 0 h 3307"/>
              <a:gd name="p0x2" fmla="*/ 13224 w 13412"/>
              <a:gd name="p0y2" fmla="*/ 0 h 3307"/>
              <a:gd name="p0x3" fmla="*/ 13412 w 13412"/>
              <a:gd name="p0y3" fmla="*/ 188 h 3307"/>
              <a:gd name="p0x4" fmla="*/ 13412 w 13412"/>
              <a:gd name="p0y4" fmla="*/ 420 h 3307"/>
              <a:gd name="p0x5" fmla="*/ 13412 w 13412"/>
              <a:gd name="p0y5" fmla="*/ 2887 h 3307"/>
              <a:gd name="p0x6" fmla="*/ 13412 w 13412"/>
              <a:gd name="p0y6" fmla="*/ 3119 h 3307"/>
              <a:gd name="p0x7" fmla="*/ 13224 w 13412"/>
              <a:gd name="p0y7" fmla="*/ 3307 h 3307"/>
              <a:gd name="p0x8" fmla="*/ 12992 w 13412"/>
              <a:gd name="p0y8" fmla="*/ 3307 h 3307"/>
              <a:gd name="p0x9" fmla="*/ 420 w 13412"/>
              <a:gd name="p0y9" fmla="*/ 3307 h 3307"/>
              <a:gd name="p0x10" fmla="*/ 188 w 13412"/>
              <a:gd name="p0y10" fmla="*/ 3307 h 3307"/>
              <a:gd name="p0x11" fmla="*/ 0 w 13412"/>
              <a:gd name="p0y11" fmla="*/ 3119 h 3307"/>
              <a:gd name="p0x12" fmla="*/ 0 w 13412"/>
              <a:gd name="p0y12" fmla="*/ 2887 h 3307"/>
              <a:gd name="p0x13" fmla="*/ 0 w 13412"/>
              <a:gd name="p0y13" fmla="*/ 420 h 3307"/>
              <a:gd name="p0x14" fmla="*/ 0 w 13412"/>
              <a:gd name="p0y14" fmla="*/ 188 h 3307"/>
              <a:gd name="p0x15" fmla="*/ 188 w 13412"/>
              <a:gd name="p0y15" fmla="*/ 0 h 3307"/>
              <a:gd name="p0x16" fmla="*/ 420 w 13412"/>
              <a:gd name="p0y16" fmla="*/ 0 h 330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6023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任意多边形 50"/>
          <p:cNvSpPr/>
          <p:nvPr>
            <p:custDataLst>
              <p:tags r:id="rId57"/>
            </p:custDataLst>
          </p:nvPr>
        </p:nvSpPr>
        <p:spPr>
          <a:xfrm>
            <a:off x="6007100" y="4002405"/>
            <a:ext cx="264795" cy="26543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2" name="图片 51"/>
          <p:cNvPicPr>
            <a:picLocks noChangeAspect="1"/>
          </p:cNvPicPr>
          <p:nvPr>
            <p:custDataLst>
              <p:tags r:id="rId58"/>
            </p:custDataLst>
          </p:nvPr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 l="-2000" t="-10303" r="-2000" b="-10303"/>
          <a:stretch>
            <a:fillRect/>
          </a:stretch>
        </p:blipFill>
        <p:spPr>
          <a:xfrm>
            <a:off x="6061710" y="4053840"/>
            <a:ext cx="156210" cy="159385"/>
          </a:xfrm>
          <a:prstGeom prst="rect">
            <a:avLst/>
          </a:prstGeom>
        </p:spPr>
      </p:pic>
      <p:sp>
        <p:nvSpPr>
          <p:cNvPr id="53" name="文本框 52"/>
          <p:cNvSpPr txBox="1"/>
          <p:nvPr>
            <p:custDataLst>
              <p:tags r:id="rId61"/>
            </p:custDataLst>
          </p:nvPr>
        </p:nvSpPr>
        <p:spPr>
          <a:xfrm>
            <a:off x="6344285" y="4019550"/>
            <a:ext cx="843280" cy="2311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优化效果</a:t>
            </a:r>
            <a:endParaRPr sz="1325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62"/>
            </p:custDataLst>
          </p:nvPr>
        </p:nvSpPr>
        <p:spPr>
          <a:xfrm>
            <a:off x="6007100" y="4330700"/>
            <a:ext cx="5295265" cy="2082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高价值共享块误驱逐率下降到</a:t>
            </a:r>
            <a:r>
              <a:rPr lang="en-US" altLang="zh-CN" sz="12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0</a:t>
            </a:r>
            <a:r>
              <a:rPr sz="12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sz="12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冷块占驱逐块总数的比例从</a:t>
            </a:r>
            <a:r>
              <a:rPr lang="en-US" altLang="zh-CN" sz="12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62%</a:t>
            </a:r>
            <a:r>
              <a:rPr lang="zh-CN" altLang="en-US" sz="12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升到</a:t>
            </a:r>
            <a:r>
              <a:rPr lang="en-US" altLang="zh-CN" sz="12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91%</a:t>
            </a:r>
            <a:r>
              <a:rPr sz="12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，驱逐质量显著提升</a:t>
            </a:r>
            <a:endParaRPr sz="12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任意多边形 54"/>
          <p:cNvSpPr/>
          <p:nvPr>
            <p:custDataLst>
              <p:tags r:id="rId63"/>
            </p:custDataLst>
          </p:nvPr>
        </p:nvSpPr>
        <p:spPr>
          <a:xfrm>
            <a:off x="5883275" y="5146040"/>
            <a:ext cx="5385435" cy="1327785"/>
          </a:xfrm>
          <a:custGeom>
            <a:avLst/>
            <a:gdLst>
              <a:gd name="sw" fmla="*/ 1 w 13412"/>
              <a:gd name="sh" fmla="*/ 1 h 3307"/>
              <a:gd name="mins" fmla="min sw sh"/>
              <a:gd name="dsw" fmla="+- 0 sw mins"/>
              <a:gd name="dsh" fmla="+- 0 sh mins"/>
              <a:gd name="p0x0" fmla="*/ 420 w 13412"/>
              <a:gd name="p0y0" fmla="*/ 0 h 3307"/>
              <a:gd name="p0x1" fmla="*/ 12992 w 13412"/>
              <a:gd name="p0y1" fmla="*/ 0 h 3307"/>
              <a:gd name="p0x2" fmla="*/ 13224 w 13412"/>
              <a:gd name="p0y2" fmla="*/ 0 h 3307"/>
              <a:gd name="p0x3" fmla="*/ 13412 w 13412"/>
              <a:gd name="p0y3" fmla="*/ 188 h 3307"/>
              <a:gd name="p0x4" fmla="*/ 13412 w 13412"/>
              <a:gd name="p0y4" fmla="*/ 420 h 3307"/>
              <a:gd name="p0x5" fmla="*/ 13412 w 13412"/>
              <a:gd name="p0y5" fmla="*/ 2887 h 3307"/>
              <a:gd name="p0x6" fmla="*/ 13412 w 13412"/>
              <a:gd name="p0y6" fmla="*/ 3119 h 3307"/>
              <a:gd name="p0x7" fmla="*/ 13224 w 13412"/>
              <a:gd name="p0y7" fmla="*/ 3307 h 3307"/>
              <a:gd name="p0x8" fmla="*/ 12992 w 13412"/>
              <a:gd name="p0y8" fmla="*/ 3307 h 3307"/>
              <a:gd name="p0x9" fmla="*/ 420 w 13412"/>
              <a:gd name="p0y9" fmla="*/ 3307 h 3307"/>
              <a:gd name="p0x10" fmla="*/ 188 w 13412"/>
              <a:gd name="p0y10" fmla="*/ 3307 h 3307"/>
              <a:gd name="p0x11" fmla="*/ 0 w 13412"/>
              <a:gd name="p0y11" fmla="*/ 3119 h 3307"/>
              <a:gd name="p0x12" fmla="*/ 0 w 13412"/>
              <a:gd name="p0y12" fmla="*/ 2887 h 3307"/>
              <a:gd name="p0x13" fmla="*/ 0 w 13412"/>
              <a:gd name="p0y13" fmla="*/ 420 h 3307"/>
              <a:gd name="p0x14" fmla="*/ 0 w 13412"/>
              <a:gd name="p0y14" fmla="*/ 188 h 3307"/>
              <a:gd name="p0x15" fmla="*/ 188 w 13412"/>
              <a:gd name="p0y15" fmla="*/ 0 h 3307"/>
              <a:gd name="p0x16" fmla="*/ 420 w 13412"/>
              <a:gd name="p0y16" fmla="*/ 0 h 330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6023" cmpd="sng">
            <a:solidFill>
              <a:srgbClr val="E4AF2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任意多边形 55"/>
          <p:cNvSpPr/>
          <p:nvPr>
            <p:custDataLst>
              <p:tags r:id="rId64"/>
            </p:custDataLst>
          </p:nvPr>
        </p:nvSpPr>
        <p:spPr>
          <a:xfrm>
            <a:off x="6007100" y="5351780"/>
            <a:ext cx="264795" cy="26543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7" name="图片 56"/>
          <p:cNvPicPr>
            <a:picLocks noChangeAspect="1"/>
          </p:cNvPicPr>
          <p:nvPr>
            <p:custDataLst>
              <p:tags r:id="rId65"/>
            </p:custDataLst>
          </p:nvPr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6061710" y="5403215"/>
            <a:ext cx="156210" cy="159385"/>
          </a:xfrm>
          <a:prstGeom prst="rect">
            <a:avLst/>
          </a:prstGeom>
        </p:spPr>
      </p:pic>
      <p:sp>
        <p:nvSpPr>
          <p:cNvPr id="58" name="文本框 57"/>
          <p:cNvSpPr txBox="1"/>
          <p:nvPr>
            <p:custDataLst>
              <p:tags r:id="rId68"/>
            </p:custDataLst>
          </p:nvPr>
        </p:nvSpPr>
        <p:spPr>
          <a:xfrm>
            <a:off x="6344285" y="5368925"/>
            <a:ext cx="843280" cy="2317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遗留问题</a:t>
            </a:r>
            <a:endParaRPr sz="1325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>
            <p:custDataLst>
              <p:tags r:id="rId69"/>
            </p:custDataLst>
          </p:nvPr>
        </p:nvSpPr>
        <p:spPr>
          <a:xfrm>
            <a:off x="6007100" y="5680710"/>
            <a:ext cx="5065395" cy="5930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0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前缀命中率仍稳定在</a:t>
            </a:r>
            <a:r>
              <a:rPr sz="1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20.4%</a:t>
            </a:r>
            <a:r>
              <a:rPr sz="10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无明显提升，根因是冷块仍能无限制进入缓存，即使优先驱逐，也会持续占用缓存带宽和空间，总热点缓存容量没有实质增加。</a:t>
            </a:r>
            <a:r>
              <a:rPr sz="1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说明仅在驱逐阶段做块优先级排序不够，需要从准入层减少冷块进入</a:t>
            </a:r>
            <a:endParaRPr sz="1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60" name="文本框 59"/>
          <p:cNvSpPr txBox="1"/>
          <p:nvPr>
            <p:custDataLst>
              <p:tags r:id="rId1"/>
            </p:custDataLst>
          </p:nvPr>
        </p:nvSpPr>
        <p:spPr>
          <a:xfrm>
            <a:off x="533400" y="357505"/>
            <a:ext cx="10598785" cy="5003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zh-CN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V3 Multi-Hot Pressure</a:t>
            </a:r>
            <a:endParaRPr lang="en-US" altLang="zh-CN"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1" name="任意多边形 60"/>
          <p:cNvSpPr/>
          <p:nvPr>
            <p:custDataLst>
              <p:tags r:id="rId2"/>
            </p:custDataLst>
          </p:nvPr>
        </p:nvSpPr>
        <p:spPr>
          <a:xfrm>
            <a:off x="253365" y="1109345"/>
            <a:ext cx="3156585" cy="2581275"/>
          </a:xfrm>
          <a:custGeom>
            <a:avLst/>
            <a:gdLst>
              <a:gd name="sw" fmla="*/ 1 w 4970"/>
              <a:gd name="sh" fmla="*/ 1 h 4065"/>
              <a:gd name="mins" fmla="min sw sh"/>
              <a:gd name="dsw" fmla="+- 0 sw mins"/>
              <a:gd name="dsh" fmla="+- 0 sh mins"/>
              <a:gd name="p0x0" fmla="*/ 420 w 4970"/>
              <a:gd name="p0y0" fmla="*/ 0 h 4065"/>
              <a:gd name="p0x1" fmla="*/ 4550 w 4970"/>
              <a:gd name="p0y1" fmla="*/ 0 h 4065"/>
              <a:gd name="p0x2" fmla="*/ 4782 w 4970"/>
              <a:gd name="p0y2" fmla="*/ 0 h 4065"/>
              <a:gd name="p0x3" fmla="*/ 4970 w 4970"/>
              <a:gd name="p0y3" fmla="*/ 188 h 4065"/>
              <a:gd name="p0x4" fmla="*/ 4970 w 4970"/>
              <a:gd name="p0y4" fmla="*/ 420 h 4065"/>
              <a:gd name="p0x5" fmla="*/ 4970 w 4970"/>
              <a:gd name="p0y5" fmla="*/ 3645 h 4065"/>
              <a:gd name="p0x6" fmla="*/ 4970 w 4970"/>
              <a:gd name="p0y6" fmla="*/ 3876 h 4065"/>
              <a:gd name="p0x7" fmla="*/ 4782 w 4970"/>
              <a:gd name="p0y7" fmla="*/ 4065 h 4065"/>
              <a:gd name="p0x8" fmla="*/ 4550 w 4970"/>
              <a:gd name="p0y8" fmla="*/ 4065 h 4065"/>
              <a:gd name="p0x9" fmla="*/ 420 w 4970"/>
              <a:gd name="p0y9" fmla="*/ 4065 h 4065"/>
              <a:gd name="p0x10" fmla="*/ 188 w 4970"/>
              <a:gd name="p0y10" fmla="*/ 4065 h 4065"/>
              <a:gd name="p0x11" fmla="*/ 0 w 4970"/>
              <a:gd name="p0y11" fmla="*/ 3876 h 4065"/>
              <a:gd name="p0x12" fmla="*/ 0 w 4970"/>
              <a:gd name="p0y12" fmla="*/ 3645 h 4065"/>
              <a:gd name="p0x13" fmla="*/ 0 w 4970"/>
              <a:gd name="p0y13" fmla="*/ 420 h 4065"/>
              <a:gd name="p0x14" fmla="*/ 0 w 4970"/>
              <a:gd name="p0y14" fmla="*/ 188 h 4065"/>
              <a:gd name="p0x15" fmla="*/ 188 w 4970"/>
              <a:gd name="p0y15" fmla="*/ 0 h 4065"/>
              <a:gd name="p0x16" fmla="*/ 420 w 4970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任意多边形 61"/>
          <p:cNvSpPr/>
          <p:nvPr>
            <p:custDataLst>
              <p:tags r:id="rId3"/>
            </p:custDataLst>
          </p:nvPr>
        </p:nvSpPr>
        <p:spPr>
          <a:xfrm>
            <a:off x="448945" y="13525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3" name="图片 6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273" t="-1026" r="-2273" b="-1026"/>
          <a:stretch>
            <a:fillRect/>
          </a:stretch>
        </p:blipFill>
        <p:spPr>
          <a:xfrm>
            <a:off x="548640" y="1433195"/>
            <a:ext cx="219075" cy="252730"/>
          </a:xfrm>
          <a:prstGeom prst="rect">
            <a:avLst/>
          </a:prstGeom>
        </p:spPr>
      </p:pic>
      <p:sp>
        <p:nvSpPr>
          <p:cNvPr id="64" name="文本框 63"/>
          <p:cNvSpPr txBox="1"/>
          <p:nvPr>
            <p:custDataLst>
              <p:tags r:id="rId7"/>
            </p:custDataLst>
          </p:nvPr>
        </p:nvSpPr>
        <p:spPr>
          <a:xfrm>
            <a:off x="982345" y="1379220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研究动机</a:t>
            </a:r>
            <a:endParaRPr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/>
          <p:cNvSpPr txBox="1"/>
          <p:nvPr>
            <p:custDataLst>
              <p:tags r:id="rId8"/>
            </p:custDataLst>
          </p:nvPr>
        </p:nvSpPr>
        <p:spPr>
          <a:xfrm>
            <a:off x="448945" y="1909763"/>
            <a:ext cx="2766041" cy="1547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单热点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hot/cold 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场景过于简化。真实长对话、模板化服务、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RAG 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服务中往往存在</a:t>
            </a:r>
            <a:r>
              <a:rPr lang="zh-CN" altLang="en-US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多个长期热点</a:t>
            </a:r>
            <a:r>
              <a:rPr lang="en-US" altLang="zh-CN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family</a:t>
            </a:r>
            <a:r>
              <a:rPr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，需要更复杂的压力测试场景</a:t>
            </a:r>
            <a:endParaRPr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任意多边形 65"/>
          <p:cNvSpPr/>
          <p:nvPr>
            <p:custDataLst>
              <p:tags r:id="rId9"/>
            </p:custDataLst>
          </p:nvPr>
        </p:nvSpPr>
        <p:spPr>
          <a:xfrm>
            <a:off x="253365" y="3890645"/>
            <a:ext cx="3156585" cy="2581275"/>
          </a:xfrm>
          <a:custGeom>
            <a:avLst/>
            <a:gdLst>
              <a:gd name="sw" fmla="*/ 1 w 4970"/>
              <a:gd name="sh" fmla="*/ 1 h 4065"/>
              <a:gd name="mins" fmla="min sw sh"/>
              <a:gd name="dsw" fmla="+- 0 sw mins"/>
              <a:gd name="dsh" fmla="+- 0 sh mins"/>
              <a:gd name="p0x0" fmla="*/ 420 w 4970"/>
              <a:gd name="p0y0" fmla="*/ 0 h 4065"/>
              <a:gd name="p0x1" fmla="*/ 4550 w 4970"/>
              <a:gd name="p0y1" fmla="*/ 0 h 4065"/>
              <a:gd name="p0x2" fmla="*/ 4782 w 4970"/>
              <a:gd name="p0y2" fmla="*/ 0 h 4065"/>
              <a:gd name="p0x3" fmla="*/ 4970 w 4970"/>
              <a:gd name="p0y3" fmla="*/ 188 h 4065"/>
              <a:gd name="p0x4" fmla="*/ 4970 w 4970"/>
              <a:gd name="p0y4" fmla="*/ 420 h 4065"/>
              <a:gd name="p0x5" fmla="*/ 4970 w 4970"/>
              <a:gd name="p0y5" fmla="*/ 3645 h 4065"/>
              <a:gd name="p0x6" fmla="*/ 4970 w 4970"/>
              <a:gd name="p0y6" fmla="*/ 3876 h 4065"/>
              <a:gd name="p0x7" fmla="*/ 4782 w 4970"/>
              <a:gd name="p0y7" fmla="*/ 4065 h 4065"/>
              <a:gd name="p0x8" fmla="*/ 4550 w 4970"/>
              <a:gd name="p0y8" fmla="*/ 4065 h 4065"/>
              <a:gd name="p0x9" fmla="*/ 420 w 4970"/>
              <a:gd name="p0y9" fmla="*/ 4065 h 4065"/>
              <a:gd name="p0x10" fmla="*/ 188 w 4970"/>
              <a:gd name="p0y10" fmla="*/ 4065 h 4065"/>
              <a:gd name="p0x11" fmla="*/ 0 w 4970"/>
              <a:gd name="p0y11" fmla="*/ 3876 h 4065"/>
              <a:gd name="p0x12" fmla="*/ 0 w 4970"/>
              <a:gd name="p0y12" fmla="*/ 3645 h 4065"/>
              <a:gd name="p0x13" fmla="*/ 0 w 4970"/>
              <a:gd name="p0y13" fmla="*/ 420 h 4065"/>
              <a:gd name="p0x14" fmla="*/ 0 w 4970"/>
              <a:gd name="p0y14" fmla="*/ 188 h 4065"/>
              <a:gd name="p0x15" fmla="*/ 188 w 4970"/>
              <a:gd name="p0y15" fmla="*/ 0 h 4065"/>
              <a:gd name="p0x16" fmla="*/ 420 w 4970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任意多边形 66"/>
          <p:cNvSpPr/>
          <p:nvPr>
            <p:custDataLst>
              <p:tags r:id="rId10"/>
            </p:custDataLst>
          </p:nvPr>
        </p:nvSpPr>
        <p:spPr>
          <a:xfrm>
            <a:off x="448945" y="42862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8" name="图片 67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534670" y="4366895"/>
            <a:ext cx="247650" cy="252730"/>
          </a:xfrm>
          <a:prstGeom prst="rect">
            <a:avLst/>
          </a:prstGeom>
        </p:spPr>
      </p:pic>
      <p:sp>
        <p:nvSpPr>
          <p:cNvPr id="69" name="文本框 68"/>
          <p:cNvSpPr txBox="1"/>
          <p:nvPr>
            <p:custDataLst>
              <p:tags r:id="rId14"/>
            </p:custDataLst>
          </p:nvPr>
        </p:nvSpPr>
        <p:spPr>
          <a:xfrm>
            <a:off x="982345" y="4312920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测试结构</a:t>
            </a:r>
            <a:endParaRPr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文本框 69"/>
          <p:cNvSpPr txBox="1"/>
          <p:nvPr>
            <p:custDataLst>
              <p:tags r:id="rId15"/>
            </p:custDataLst>
          </p:nvPr>
        </p:nvSpPr>
        <p:spPr>
          <a:xfrm>
            <a:off x="448945" y="4843463"/>
            <a:ext cx="2766041" cy="12430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多个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hot family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，每个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family 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跨多个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cycle 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回访，每次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hot 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后插入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cold pressure 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请求，形成</a:t>
            </a: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多热点交错压力</a:t>
            </a:r>
            <a:r>
              <a:rPr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的复杂场景</a:t>
            </a:r>
            <a:endParaRPr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任意多边形 70"/>
          <p:cNvSpPr/>
          <p:nvPr>
            <p:custDataLst>
              <p:tags r:id="rId16"/>
            </p:custDataLst>
          </p:nvPr>
        </p:nvSpPr>
        <p:spPr>
          <a:xfrm>
            <a:off x="3667125" y="1109345"/>
            <a:ext cx="3684270" cy="5362575"/>
          </a:xfrm>
          <a:custGeom>
            <a:avLst/>
            <a:gdLst>
              <a:gd name="sw" fmla="*/ 1 w 5801"/>
              <a:gd name="sh" fmla="*/ 1 h 8445"/>
              <a:gd name="mins" fmla="min sw sh"/>
              <a:gd name="dsw" fmla="+- 0 sw mins"/>
              <a:gd name="dsh" fmla="+- 0 sh mins"/>
              <a:gd name="p0x0" fmla="*/ 420 w 5801"/>
              <a:gd name="p0y0" fmla="*/ 0 h 8445"/>
              <a:gd name="p0x1" fmla="*/ 5381 w 5801"/>
              <a:gd name="p0y1" fmla="*/ 0 h 8445"/>
              <a:gd name="p0x2" fmla="*/ 5613 w 5801"/>
              <a:gd name="p0y2" fmla="*/ 0 h 8445"/>
              <a:gd name="p0x3" fmla="*/ 5801 w 5801"/>
              <a:gd name="p0y3" fmla="*/ 188 h 8445"/>
              <a:gd name="p0x4" fmla="*/ 5801 w 5801"/>
              <a:gd name="p0y4" fmla="*/ 420 h 8445"/>
              <a:gd name="p0x5" fmla="*/ 5801 w 5801"/>
              <a:gd name="p0y5" fmla="*/ 8025 h 8445"/>
              <a:gd name="p0x6" fmla="*/ 5801 w 5801"/>
              <a:gd name="p0y6" fmla="*/ 8256 h 8445"/>
              <a:gd name="p0x7" fmla="*/ 5613 w 5801"/>
              <a:gd name="p0y7" fmla="*/ 8445 h 8445"/>
              <a:gd name="p0x8" fmla="*/ 5381 w 5801"/>
              <a:gd name="p0y8" fmla="*/ 8445 h 8445"/>
              <a:gd name="p0x9" fmla="*/ 420 w 5801"/>
              <a:gd name="p0y9" fmla="*/ 8445 h 8445"/>
              <a:gd name="p0x10" fmla="*/ 188 w 5801"/>
              <a:gd name="p0y10" fmla="*/ 8445 h 8445"/>
              <a:gd name="p0x11" fmla="*/ 0 w 5801"/>
              <a:gd name="p0y11" fmla="*/ 8256 h 8445"/>
              <a:gd name="p0x12" fmla="*/ 0 w 5801"/>
              <a:gd name="p0y12" fmla="*/ 8025 h 8445"/>
              <a:gd name="p0x13" fmla="*/ 0 w 5801"/>
              <a:gd name="p0y13" fmla="*/ 420 h 8445"/>
              <a:gd name="p0x14" fmla="*/ 0 w 5801"/>
              <a:gd name="p0y14" fmla="*/ 188 h 8445"/>
              <a:gd name="p0x15" fmla="*/ 188 w 5801"/>
              <a:gd name="p0y15" fmla="*/ 0 h 8445"/>
              <a:gd name="p0x16" fmla="*/ 420 w 5801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任意多边形 71"/>
          <p:cNvSpPr/>
          <p:nvPr>
            <p:custDataLst>
              <p:tags r:id="rId17"/>
            </p:custDataLst>
          </p:nvPr>
        </p:nvSpPr>
        <p:spPr>
          <a:xfrm>
            <a:off x="5052060" y="2357120"/>
            <a:ext cx="914400" cy="352425"/>
          </a:xfrm>
          <a:custGeom>
            <a:avLst/>
            <a:gdLst>
              <a:gd name="sw" fmla="*/ 1 w 1440"/>
              <a:gd name="sh" fmla="*/ 1 h 555"/>
              <a:gd name="mins" fmla="min sw sh"/>
              <a:gd name="dsw" fmla="+- 0 sw mins"/>
              <a:gd name="dsh" fmla="+- 0 sh mins"/>
              <a:gd name="p0x0" fmla="*/ 277 w 1440"/>
              <a:gd name="p0y0" fmla="*/ 0 h 555"/>
              <a:gd name="p0x1" fmla="*/ 1162 w 1440"/>
              <a:gd name="p0y1" fmla="*/ 0 h 555"/>
              <a:gd name="p0x2" fmla="*/ 1315 w 1440"/>
              <a:gd name="p0y2" fmla="*/ 0 h 555"/>
              <a:gd name="p0x3" fmla="*/ 1440 w 1440"/>
              <a:gd name="p0y3" fmla="*/ 124 h 555"/>
              <a:gd name="p0x4" fmla="*/ 1440 w 1440"/>
              <a:gd name="p0y4" fmla="*/ 277 h 555"/>
              <a:gd name="p0x5" fmla="*/ 1440 w 1440"/>
              <a:gd name="p0y5" fmla="*/ 430 h 555"/>
              <a:gd name="p0x6" fmla="*/ 1315 w 1440"/>
              <a:gd name="p0y6" fmla="*/ 555 h 555"/>
              <a:gd name="p0x7" fmla="*/ 1162 w 1440"/>
              <a:gd name="p0y7" fmla="*/ 555 h 555"/>
              <a:gd name="p0x8" fmla="*/ 277 w 1440"/>
              <a:gd name="p0y8" fmla="*/ 555 h 555"/>
              <a:gd name="p0x9" fmla="*/ 124 w 1440"/>
              <a:gd name="p0y9" fmla="*/ 555 h 555"/>
              <a:gd name="p0x10" fmla="*/ 0 w 1440"/>
              <a:gd name="p0y10" fmla="*/ 430 h 555"/>
              <a:gd name="p0x11" fmla="*/ 0 w 1440"/>
              <a:gd name="p0y11" fmla="*/ 277 h 555"/>
              <a:gd name="p0x12" fmla="*/ 0 w 1440"/>
              <a:gd name="p0y12" fmla="*/ 124 h 555"/>
              <a:gd name="p0x13" fmla="*/ 124 w 1440"/>
              <a:gd name="p0y13" fmla="*/ 0 h 555"/>
              <a:gd name="p0x14" fmla="*/ 277 w 1440"/>
              <a:gd name="p0y14" fmla="*/ 0 h 5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E3E8F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文本框 72"/>
          <p:cNvSpPr txBox="1"/>
          <p:nvPr>
            <p:custDataLst>
              <p:tags r:id="rId18"/>
            </p:custDataLst>
          </p:nvPr>
        </p:nvSpPr>
        <p:spPr>
          <a:xfrm>
            <a:off x="5128473" y="2433638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>
                <a:solidFill>
                  <a:srgbClr val="001A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</a:t>
            </a:r>
            <a:endParaRPr sz="1200">
              <a:solidFill>
                <a:srgbClr val="001A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文本框 73"/>
          <p:cNvSpPr txBox="1"/>
          <p:nvPr>
            <p:custDataLst>
              <p:tags r:id="rId19"/>
            </p:custDataLst>
          </p:nvPr>
        </p:nvSpPr>
        <p:spPr>
          <a:xfrm>
            <a:off x="4088533" y="2846070"/>
            <a:ext cx="2842022" cy="13658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139065" algn="ctr">
              <a:lnSpc>
                <a:spcPct val="104000"/>
              </a:lnSpc>
            </a:pPr>
            <a:r>
              <a:rPr lang="en-US" altLang="en-US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multi-hot </a:t>
            </a:r>
            <a:r>
              <a:rPr lang="zh-CN" altLang="en-US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能制造更多</a:t>
            </a:r>
            <a:r>
              <a:rPr lang="en-US" altLang="zh-CN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eviction</a:t>
            </a:r>
            <a:r>
              <a:rPr lang="zh-CN" altLang="en-US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，但早期版本仍主要体现为</a:t>
            </a:r>
            <a:r>
              <a:rPr lang="en-US" sz="21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eviction quality </a:t>
            </a:r>
            <a:r>
              <a:rPr lang="zh-CN" sz="21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改善</a:t>
            </a:r>
            <a:endParaRPr lang="zh-CN" sz="21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5" name="文本框 74"/>
          <p:cNvSpPr txBox="1"/>
          <p:nvPr>
            <p:custDataLst>
              <p:tags r:id="rId20"/>
            </p:custDataLst>
          </p:nvPr>
        </p:nvSpPr>
        <p:spPr>
          <a:xfrm>
            <a:off x="3890289" y="4295775"/>
            <a:ext cx="323850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35560" algn="ctr">
              <a:lnSpc>
                <a:spcPct val="133000"/>
              </a:lnSpc>
            </a:pPr>
            <a:r>
              <a:rPr 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prefix hit rate </a:t>
            </a:r>
            <a:r>
              <a:rPr 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没有稳定拉开差距，说明单纯增加热点数量不足以从根本上解决缓存效率问题</a:t>
            </a:r>
            <a:endParaRPr lang="zh-CN"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6" name="任意多边形 75"/>
          <p:cNvSpPr/>
          <p:nvPr>
            <p:custDataLst>
              <p:tags r:id="rId21"/>
            </p:custDataLst>
          </p:nvPr>
        </p:nvSpPr>
        <p:spPr>
          <a:xfrm>
            <a:off x="7608570" y="1109345"/>
            <a:ext cx="3684270" cy="5362575"/>
          </a:xfrm>
          <a:custGeom>
            <a:avLst/>
            <a:gdLst>
              <a:gd name="sw" fmla="*/ 1 w 5801"/>
              <a:gd name="sh" fmla="*/ 1 h 8445"/>
              <a:gd name="mins" fmla="min sw sh"/>
              <a:gd name="dsw" fmla="+- 0 sw mins"/>
              <a:gd name="dsh" fmla="+- 0 sh mins"/>
              <a:gd name="p0x0" fmla="*/ 420 w 5801"/>
              <a:gd name="p0y0" fmla="*/ 0 h 8445"/>
              <a:gd name="p0x1" fmla="*/ 5381 w 5801"/>
              <a:gd name="p0y1" fmla="*/ 0 h 8445"/>
              <a:gd name="p0x2" fmla="*/ 5613 w 5801"/>
              <a:gd name="p0y2" fmla="*/ 0 h 8445"/>
              <a:gd name="p0x3" fmla="*/ 5801 w 5801"/>
              <a:gd name="p0y3" fmla="*/ 188 h 8445"/>
              <a:gd name="p0x4" fmla="*/ 5801 w 5801"/>
              <a:gd name="p0y4" fmla="*/ 420 h 8445"/>
              <a:gd name="p0x5" fmla="*/ 5801 w 5801"/>
              <a:gd name="p0y5" fmla="*/ 8025 h 8445"/>
              <a:gd name="p0x6" fmla="*/ 5801 w 5801"/>
              <a:gd name="p0y6" fmla="*/ 8256 h 8445"/>
              <a:gd name="p0x7" fmla="*/ 5613 w 5801"/>
              <a:gd name="p0y7" fmla="*/ 8445 h 8445"/>
              <a:gd name="p0x8" fmla="*/ 5381 w 5801"/>
              <a:gd name="p0y8" fmla="*/ 8445 h 8445"/>
              <a:gd name="p0x9" fmla="*/ 420 w 5801"/>
              <a:gd name="p0y9" fmla="*/ 8445 h 8445"/>
              <a:gd name="p0x10" fmla="*/ 188 w 5801"/>
              <a:gd name="p0y10" fmla="*/ 8445 h 8445"/>
              <a:gd name="p0x11" fmla="*/ 0 w 5801"/>
              <a:gd name="p0y11" fmla="*/ 8256 h 8445"/>
              <a:gd name="p0x12" fmla="*/ 0 w 5801"/>
              <a:gd name="p0y12" fmla="*/ 8025 h 8445"/>
              <a:gd name="p0x13" fmla="*/ 0 w 5801"/>
              <a:gd name="p0y13" fmla="*/ 420 h 8445"/>
              <a:gd name="p0x14" fmla="*/ 0 w 5801"/>
              <a:gd name="p0y14" fmla="*/ 188 h 8445"/>
              <a:gd name="p0x15" fmla="*/ 188 w 5801"/>
              <a:gd name="p0y15" fmla="*/ 0 h 8445"/>
              <a:gd name="p0x16" fmla="*/ 420 w 5801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272EC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文本框 78"/>
          <p:cNvSpPr txBox="1"/>
          <p:nvPr>
            <p:custDataLst>
              <p:tags r:id="rId22"/>
            </p:custDataLst>
          </p:nvPr>
        </p:nvSpPr>
        <p:spPr>
          <a:xfrm>
            <a:off x="7975848" y="2889250"/>
            <a:ext cx="2950216" cy="801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只改</a:t>
            </a:r>
            <a:r>
              <a:rPr lang="en-US" altLang="zh-CN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victim selection </a:t>
            </a:r>
            <a:r>
              <a:rPr lang="zh-CN" altLang="en-US" sz="24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不够</a:t>
            </a:r>
            <a:endParaRPr lang="zh-CN" altLang="en-US" sz="24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0" name="文本框 79"/>
          <p:cNvSpPr txBox="1"/>
          <p:nvPr>
            <p:custDataLst>
              <p:tags r:id="rId23"/>
            </p:custDataLst>
          </p:nvPr>
        </p:nvSpPr>
        <p:spPr>
          <a:xfrm>
            <a:off x="7818914" y="3773170"/>
            <a:ext cx="3233137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50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需要更轻、更明确的</a:t>
            </a:r>
            <a:r>
              <a:rPr sz="1500" b="1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family_protect</a:t>
            </a:r>
            <a:r>
              <a:rPr sz="240"/>
              <a:t> </a:t>
            </a:r>
            <a:r>
              <a:rPr sz="150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机制，还需要</a:t>
            </a:r>
            <a:r>
              <a:rPr sz="1500" b="1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admission control</a:t>
            </a:r>
            <a:r>
              <a:rPr sz="240"/>
              <a:t> </a:t>
            </a:r>
            <a:r>
              <a:rPr sz="1500">
                <a:solidFill>
                  <a:srgbClr val="FFFFFF">
                    <a:alpha val="9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限制冷长尾污染</a:t>
            </a:r>
            <a:endParaRPr sz="1500">
              <a:solidFill>
                <a:srgbClr val="FFFFFF">
                  <a:alpha val="9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zh-CN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V4 Family-Protect</a:t>
            </a:r>
            <a:endParaRPr lang="en-US" altLang="zh-CN"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205740" y="1035050"/>
            <a:ext cx="5381625" cy="2581275"/>
          </a:xfrm>
          <a:custGeom>
            <a:avLst/>
            <a:gdLst>
              <a:gd name="sw" fmla="*/ 1 w 8475"/>
              <a:gd name="sh" fmla="*/ 1 h 4065"/>
              <a:gd name="mins" fmla="min sw sh"/>
              <a:gd name="dsw" fmla="+- 0 sw mins"/>
              <a:gd name="dsh" fmla="+- 0 sh mins"/>
              <a:gd name="p0x0" fmla="*/ 420 w 8475"/>
              <a:gd name="p0y0" fmla="*/ 0 h 4065"/>
              <a:gd name="p0x1" fmla="*/ 8055 w 8475"/>
              <a:gd name="p0y1" fmla="*/ 0 h 4065"/>
              <a:gd name="p0x2" fmla="*/ 8286 w 8475"/>
              <a:gd name="p0y2" fmla="*/ 0 h 4065"/>
              <a:gd name="p0x3" fmla="*/ 8475 w 8475"/>
              <a:gd name="p0y3" fmla="*/ 188 h 4065"/>
              <a:gd name="p0x4" fmla="*/ 8475 w 8475"/>
              <a:gd name="p0y4" fmla="*/ 420 h 4065"/>
              <a:gd name="p0x5" fmla="*/ 8475 w 8475"/>
              <a:gd name="p0y5" fmla="*/ 3645 h 4065"/>
              <a:gd name="p0x6" fmla="*/ 8475 w 8475"/>
              <a:gd name="p0y6" fmla="*/ 3876 h 4065"/>
              <a:gd name="p0x7" fmla="*/ 8286 w 8475"/>
              <a:gd name="p0y7" fmla="*/ 4065 h 4065"/>
              <a:gd name="p0x8" fmla="*/ 8055 w 8475"/>
              <a:gd name="p0y8" fmla="*/ 4065 h 4065"/>
              <a:gd name="p0x9" fmla="*/ 420 w 8475"/>
              <a:gd name="p0y9" fmla="*/ 4065 h 4065"/>
              <a:gd name="p0x10" fmla="*/ 188 w 8475"/>
              <a:gd name="p0y10" fmla="*/ 4065 h 4065"/>
              <a:gd name="p0x11" fmla="*/ 0 w 8475"/>
              <a:gd name="p0y11" fmla="*/ 3876 h 4065"/>
              <a:gd name="p0x12" fmla="*/ 0 w 8475"/>
              <a:gd name="p0y12" fmla="*/ 3645 h 4065"/>
              <a:gd name="p0x13" fmla="*/ 0 w 8475"/>
              <a:gd name="p0y13" fmla="*/ 420 h 4065"/>
              <a:gd name="p0x14" fmla="*/ 0 w 8475"/>
              <a:gd name="p0y14" fmla="*/ 188 h 4065"/>
              <a:gd name="p0x15" fmla="*/ 188 w 8475"/>
              <a:gd name="p0y15" fmla="*/ 0 h 4065"/>
              <a:gd name="p0x16" fmla="*/ 420 w 847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任意多边形 1"/>
          <p:cNvSpPr/>
          <p:nvPr>
            <p:custDataLst>
              <p:tags r:id="rId3"/>
            </p:custDataLst>
          </p:nvPr>
        </p:nvSpPr>
        <p:spPr>
          <a:xfrm>
            <a:off x="401320" y="11747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6522" t="-3067" r="-6522" b="-3067"/>
          <a:stretch>
            <a:fillRect/>
          </a:stretch>
        </p:blipFill>
        <p:spPr>
          <a:xfrm>
            <a:off x="487045" y="1255395"/>
            <a:ext cx="247650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934720" y="1201560"/>
            <a:ext cx="3301232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Family-Protect </a:t>
            </a:r>
            <a:r>
              <a:rPr lang="zh-CN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硬桶策略</a:t>
            </a:r>
            <a:endParaRPr lang="zh-CN"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331470" y="1593850"/>
            <a:ext cx="5130800" cy="9385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shared-aware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软分数可解释性强，但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层排序开销大，大候选窗口下性能不稳定，因此设计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family-protect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硬桶策略</a:t>
            </a:r>
            <a:endParaRPr lang="zh-CN" altLang="en-US"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401320" y="2322830"/>
            <a:ext cx="1586865" cy="800100"/>
          </a:xfrm>
          <a:custGeom>
            <a:avLst/>
            <a:gdLst>
              <a:gd name="sw" fmla="*/ 1 w 2499"/>
              <a:gd name="sh" fmla="*/ 1 h 1260"/>
              <a:gd name="mins" fmla="min sw sh"/>
              <a:gd name="dsw" fmla="+- 0 sw mins"/>
              <a:gd name="dsh" fmla="+- 0 sh mins"/>
              <a:gd name="p0x0" fmla="*/ 300 w 2499"/>
              <a:gd name="p0y0" fmla="*/ 0 h 1260"/>
              <a:gd name="p0x1" fmla="*/ 2199 w 2499"/>
              <a:gd name="p0y1" fmla="*/ 0 h 1260"/>
              <a:gd name="p0x2" fmla="*/ 2365 w 2499"/>
              <a:gd name="p0y2" fmla="*/ 0 h 1260"/>
              <a:gd name="p0x3" fmla="*/ 2499 w 2499"/>
              <a:gd name="p0y3" fmla="*/ 134 h 1260"/>
              <a:gd name="p0x4" fmla="*/ 2499 w 2499"/>
              <a:gd name="p0y4" fmla="*/ 300 h 1260"/>
              <a:gd name="p0x5" fmla="*/ 2499 w 2499"/>
              <a:gd name="p0y5" fmla="*/ 960 h 1260"/>
              <a:gd name="p0x6" fmla="*/ 2499 w 2499"/>
              <a:gd name="p0y6" fmla="*/ 1125 h 1260"/>
              <a:gd name="p0x7" fmla="*/ 2365 w 2499"/>
              <a:gd name="p0y7" fmla="*/ 1260 h 1260"/>
              <a:gd name="p0x8" fmla="*/ 2199 w 2499"/>
              <a:gd name="p0y8" fmla="*/ 1260 h 1260"/>
              <a:gd name="p0x9" fmla="*/ 300 w 2499"/>
              <a:gd name="p0y9" fmla="*/ 1260 h 1260"/>
              <a:gd name="p0x10" fmla="*/ 134 w 2499"/>
              <a:gd name="p0y10" fmla="*/ 1260 h 1260"/>
              <a:gd name="p0x11" fmla="*/ 0 w 2499"/>
              <a:gd name="p0y11" fmla="*/ 1125 h 1260"/>
              <a:gd name="p0x12" fmla="*/ 0 w 2499"/>
              <a:gd name="p0y12" fmla="*/ 960 h 1260"/>
              <a:gd name="p0x13" fmla="*/ 0 w 2499"/>
              <a:gd name="p0y13" fmla="*/ 300 h 1260"/>
              <a:gd name="p0x14" fmla="*/ 0 w 2499"/>
              <a:gd name="p0y14" fmla="*/ 134 h 1260"/>
              <a:gd name="p0x15" fmla="*/ 134 w 2499"/>
              <a:gd name="p0y15" fmla="*/ 0 h 1260"/>
              <a:gd name="p0x16" fmla="*/ 300 w 2499"/>
              <a:gd name="p0y16" fmla="*/ 0 h 12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661619" y="2421020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命中次数</a:t>
            </a:r>
            <a:endParaRPr sz="210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1"/>
            </p:custDataLst>
          </p:nvPr>
        </p:nvSpPr>
        <p:spPr>
          <a:xfrm>
            <a:off x="941645" y="2808688"/>
            <a:ext cx="65915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≥ </a:t>
            </a:r>
            <a:r>
              <a:rPr lang="zh-CN" sz="12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阈值</a:t>
            </a:r>
            <a:endParaRPr lang="zh-CN" sz="120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2"/>
            </p:custDataLst>
          </p:nvPr>
        </p:nvSpPr>
        <p:spPr>
          <a:xfrm>
            <a:off x="2102485" y="2322830"/>
            <a:ext cx="1587500" cy="800100"/>
          </a:xfrm>
          <a:custGeom>
            <a:avLst/>
            <a:gdLst>
              <a:gd name="sw" fmla="*/ 1 w 2499"/>
              <a:gd name="sh" fmla="*/ 1 h 1260"/>
              <a:gd name="mins" fmla="min sw sh"/>
              <a:gd name="dsw" fmla="+- 0 sw mins"/>
              <a:gd name="dsh" fmla="+- 0 sh mins"/>
              <a:gd name="p0x0" fmla="*/ 300 w 2499"/>
              <a:gd name="p0y0" fmla="*/ 0 h 1260"/>
              <a:gd name="p0x1" fmla="*/ 2199 w 2499"/>
              <a:gd name="p0y1" fmla="*/ 0 h 1260"/>
              <a:gd name="p0x2" fmla="*/ 2365 w 2499"/>
              <a:gd name="p0y2" fmla="*/ 0 h 1260"/>
              <a:gd name="p0x3" fmla="*/ 2499 w 2499"/>
              <a:gd name="p0y3" fmla="*/ 134 h 1260"/>
              <a:gd name="p0x4" fmla="*/ 2499 w 2499"/>
              <a:gd name="p0y4" fmla="*/ 300 h 1260"/>
              <a:gd name="p0x5" fmla="*/ 2499 w 2499"/>
              <a:gd name="p0y5" fmla="*/ 960 h 1260"/>
              <a:gd name="p0x6" fmla="*/ 2499 w 2499"/>
              <a:gd name="p0y6" fmla="*/ 1125 h 1260"/>
              <a:gd name="p0x7" fmla="*/ 2365 w 2499"/>
              <a:gd name="p0y7" fmla="*/ 1260 h 1260"/>
              <a:gd name="p0x8" fmla="*/ 2199 w 2499"/>
              <a:gd name="p0y8" fmla="*/ 1260 h 1260"/>
              <a:gd name="p0x9" fmla="*/ 300 w 2499"/>
              <a:gd name="p0y9" fmla="*/ 1260 h 1260"/>
              <a:gd name="p0x10" fmla="*/ 134 w 2499"/>
              <a:gd name="p0y10" fmla="*/ 1260 h 1260"/>
              <a:gd name="p0x11" fmla="*/ 0 w 2499"/>
              <a:gd name="p0y11" fmla="*/ 1125 h 1260"/>
              <a:gd name="p0x12" fmla="*/ 0 w 2499"/>
              <a:gd name="p0y12" fmla="*/ 960 h 1260"/>
              <a:gd name="p0x13" fmla="*/ 0 w 2499"/>
              <a:gd name="p0y13" fmla="*/ 300 h 1260"/>
              <a:gd name="p0x14" fmla="*/ 0 w 2499"/>
              <a:gd name="p0y14" fmla="*/ 134 h 1260"/>
              <a:gd name="p0x15" fmla="*/ 134 w 2499"/>
              <a:gd name="p0y15" fmla="*/ 0 h 1260"/>
              <a:gd name="p0x16" fmla="*/ 300 w 2499"/>
              <a:gd name="p0y16" fmla="*/ 0 h 12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3"/>
            </p:custDataLst>
          </p:nvPr>
        </p:nvSpPr>
        <p:spPr>
          <a:xfrm>
            <a:off x="2496744" y="2421020"/>
            <a:ext cx="1066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共享度</a:t>
            </a:r>
            <a:endParaRPr sz="210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4"/>
            </p:custDataLst>
          </p:nvPr>
        </p:nvSpPr>
        <p:spPr>
          <a:xfrm>
            <a:off x="2643419" y="2808688"/>
            <a:ext cx="65915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≥ </a:t>
            </a:r>
            <a:r>
              <a:rPr lang="zh-CN" sz="12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阈值</a:t>
            </a:r>
            <a:endParaRPr lang="zh-CN" sz="120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5"/>
            </p:custDataLst>
          </p:nvPr>
        </p:nvSpPr>
        <p:spPr>
          <a:xfrm>
            <a:off x="3804285" y="2322830"/>
            <a:ext cx="1587500" cy="800100"/>
          </a:xfrm>
          <a:custGeom>
            <a:avLst/>
            <a:gdLst>
              <a:gd name="sw" fmla="*/ 1 w 2499"/>
              <a:gd name="sh" fmla="*/ 1 h 1260"/>
              <a:gd name="mins" fmla="min sw sh"/>
              <a:gd name="dsw" fmla="+- 0 sw mins"/>
              <a:gd name="dsh" fmla="+- 0 sh mins"/>
              <a:gd name="p0x0" fmla="*/ 300 w 2499"/>
              <a:gd name="p0y0" fmla="*/ 0 h 1260"/>
              <a:gd name="p0x1" fmla="*/ 2199 w 2499"/>
              <a:gd name="p0y1" fmla="*/ 0 h 1260"/>
              <a:gd name="p0x2" fmla="*/ 2365 w 2499"/>
              <a:gd name="p0y2" fmla="*/ 0 h 1260"/>
              <a:gd name="p0x3" fmla="*/ 2499 w 2499"/>
              <a:gd name="p0y3" fmla="*/ 134 h 1260"/>
              <a:gd name="p0x4" fmla="*/ 2499 w 2499"/>
              <a:gd name="p0y4" fmla="*/ 300 h 1260"/>
              <a:gd name="p0x5" fmla="*/ 2499 w 2499"/>
              <a:gd name="p0y5" fmla="*/ 960 h 1260"/>
              <a:gd name="p0x6" fmla="*/ 2499 w 2499"/>
              <a:gd name="p0y6" fmla="*/ 1125 h 1260"/>
              <a:gd name="p0x7" fmla="*/ 2365 w 2499"/>
              <a:gd name="p0y7" fmla="*/ 1260 h 1260"/>
              <a:gd name="p0x8" fmla="*/ 2199 w 2499"/>
              <a:gd name="p0y8" fmla="*/ 1260 h 1260"/>
              <a:gd name="p0x9" fmla="*/ 300 w 2499"/>
              <a:gd name="p0y9" fmla="*/ 1260 h 1260"/>
              <a:gd name="p0x10" fmla="*/ 134 w 2499"/>
              <a:gd name="p0y10" fmla="*/ 1260 h 1260"/>
              <a:gd name="p0x11" fmla="*/ 0 w 2499"/>
              <a:gd name="p0y11" fmla="*/ 1125 h 1260"/>
              <a:gd name="p0x12" fmla="*/ 0 w 2499"/>
              <a:gd name="p0y12" fmla="*/ 960 h 1260"/>
              <a:gd name="p0x13" fmla="*/ 0 w 2499"/>
              <a:gd name="p0y13" fmla="*/ 300 h 1260"/>
              <a:gd name="p0x14" fmla="*/ 0 w 2499"/>
              <a:gd name="p0y14" fmla="*/ 134 h 1260"/>
              <a:gd name="p0x15" fmla="*/ 134 w 2499"/>
              <a:gd name="p0y15" fmla="*/ 0 h 1260"/>
              <a:gd name="p0x16" fmla="*/ 300 w 2499"/>
              <a:gd name="p0y16" fmla="*/ 0 h 12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4198518" y="2421020"/>
            <a:ext cx="1066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分支数</a:t>
            </a:r>
            <a:endParaRPr sz="210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7"/>
            </p:custDataLst>
          </p:nvPr>
        </p:nvSpPr>
        <p:spPr>
          <a:xfrm>
            <a:off x="4345194" y="2808688"/>
            <a:ext cx="65915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≥ </a:t>
            </a:r>
            <a:r>
              <a:rPr lang="zh-CN" sz="12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阈值</a:t>
            </a:r>
            <a:endParaRPr lang="zh-CN" sz="120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8"/>
            </p:custDataLst>
          </p:nvPr>
        </p:nvSpPr>
        <p:spPr>
          <a:xfrm>
            <a:off x="401320" y="3253654"/>
            <a:ext cx="49911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满足任一条件即标记为受保护块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9"/>
            </p:custDataLst>
          </p:nvPr>
        </p:nvSpPr>
        <p:spPr>
          <a:xfrm>
            <a:off x="205740" y="3816350"/>
            <a:ext cx="5381625" cy="2581275"/>
          </a:xfrm>
          <a:custGeom>
            <a:avLst/>
            <a:gdLst>
              <a:gd name="sw" fmla="*/ 1 w 8475"/>
              <a:gd name="sh" fmla="*/ 1 h 4065"/>
              <a:gd name="mins" fmla="min sw sh"/>
              <a:gd name="dsw" fmla="+- 0 sw mins"/>
              <a:gd name="dsh" fmla="+- 0 sh mins"/>
              <a:gd name="p0x0" fmla="*/ 420 w 8475"/>
              <a:gd name="p0y0" fmla="*/ 0 h 4065"/>
              <a:gd name="p0x1" fmla="*/ 8055 w 8475"/>
              <a:gd name="p0y1" fmla="*/ 0 h 4065"/>
              <a:gd name="p0x2" fmla="*/ 8286 w 8475"/>
              <a:gd name="p0y2" fmla="*/ 0 h 4065"/>
              <a:gd name="p0x3" fmla="*/ 8475 w 8475"/>
              <a:gd name="p0y3" fmla="*/ 188 h 4065"/>
              <a:gd name="p0x4" fmla="*/ 8475 w 8475"/>
              <a:gd name="p0y4" fmla="*/ 420 h 4065"/>
              <a:gd name="p0x5" fmla="*/ 8475 w 8475"/>
              <a:gd name="p0y5" fmla="*/ 3645 h 4065"/>
              <a:gd name="p0x6" fmla="*/ 8475 w 8475"/>
              <a:gd name="p0y6" fmla="*/ 3876 h 4065"/>
              <a:gd name="p0x7" fmla="*/ 8286 w 8475"/>
              <a:gd name="p0y7" fmla="*/ 4065 h 4065"/>
              <a:gd name="p0x8" fmla="*/ 8055 w 8475"/>
              <a:gd name="p0y8" fmla="*/ 4065 h 4065"/>
              <a:gd name="p0x9" fmla="*/ 420 w 8475"/>
              <a:gd name="p0y9" fmla="*/ 4065 h 4065"/>
              <a:gd name="p0x10" fmla="*/ 188 w 8475"/>
              <a:gd name="p0y10" fmla="*/ 4065 h 4065"/>
              <a:gd name="p0x11" fmla="*/ 0 w 8475"/>
              <a:gd name="p0y11" fmla="*/ 3876 h 4065"/>
              <a:gd name="p0x12" fmla="*/ 0 w 8475"/>
              <a:gd name="p0y12" fmla="*/ 3645 h 4065"/>
              <a:gd name="p0x13" fmla="*/ 0 w 8475"/>
              <a:gd name="p0y13" fmla="*/ 420 h 4065"/>
              <a:gd name="p0x14" fmla="*/ 0 w 8475"/>
              <a:gd name="p0y14" fmla="*/ 188 h 4065"/>
              <a:gd name="p0x15" fmla="*/ 188 w 8475"/>
              <a:gd name="p0y15" fmla="*/ 0 h 4065"/>
              <a:gd name="p0x16" fmla="*/ 420 w 847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20"/>
            </p:custDataLst>
          </p:nvPr>
        </p:nvSpPr>
        <p:spPr>
          <a:xfrm>
            <a:off x="401320" y="40119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487045" y="4092575"/>
            <a:ext cx="247650" cy="25273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934720" y="403860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优先级逻辑</a:t>
            </a:r>
            <a:endParaRPr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5"/>
            </p:custDataLst>
          </p:nvPr>
        </p:nvSpPr>
        <p:spPr>
          <a:xfrm>
            <a:off x="401320" y="464312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6"/>
            </p:custDataLst>
          </p:nvPr>
        </p:nvSpPr>
        <p:spPr>
          <a:xfrm>
            <a:off x="507362" y="4693234"/>
            <a:ext cx="340366" cy="2390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65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sz="165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7"/>
            </p:custDataLst>
          </p:nvPr>
        </p:nvSpPr>
        <p:spPr>
          <a:xfrm>
            <a:off x="858520" y="4548531"/>
            <a:ext cx="45339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真空闲块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8"/>
            </p:custDataLst>
          </p:nvPr>
        </p:nvSpPr>
        <p:spPr>
          <a:xfrm>
            <a:off x="858520" y="4839043"/>
            <a:ext cx="45339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最先分配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29"/>
            </p:custDataLst>
          </p:nvPr>
        </p:nvSpPr>
        <p:spPr>
          <a:xfrm>
            <a:off x="401320" y="522097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30"/>
            </p:custDataLst>
          </p:nvPr>
        </p:nvSpPr>
        <p:spPr>
          <a:xfrm>
            <a:off x="507362" y="5271059"/>
            <a:ext cx="340366" cy="2390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65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sz="165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31"/>
            </p:custDataLst>
          </p:nvPr>
        </p:nvSpPr>
        <p:spPr>
          <a:xfrm>
            <a:off x="858520" y="5126355"/>
            <a:ext cx="45339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普通缓存块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32"/>
            </p:custDataLst>
          </p:nvPr>
        </p:nvSpPr>
        <p:spPr>
          <a:xfrm>
            <a:off x="858520" y="5416868"/>
            <a:ext cx="45339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优先驱逐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33"/>
            </p:custDataLst>
          </p:nvPr>
        </p:nvSpPr>
        <p:spPr>
          <a:xfrm>
            <a:off x="401320" y="579882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34"/>
            </p:custDataLst>
          </p:nvPr>
        </p:nvSpPr>
        <p:spPr>
          <a:xfrm>
            <a:off x="507362" y="5848883"/>
            <a:ext cx="340366" cy="2390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165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sz="165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5"/>
            </p:custDataLst>
          </p:nvPr>
        </p:nvSpPr>
        <p:spPr>
          <a:xfrm>
            <a:off x="858520" y="5704179"/>
            <a:ext cx="45339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受保护块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36"/>
            </p:custDataLst>
          </p:nvPr>
        </p:nvSpPr>
        <p:spPr>
          <a:xfrm>
            <a:off x="858520" y="5994692"/>
            <a:ext cx="45339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最后考虑驱逐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37"/>
            </p:custDataLst>
          </p:nvPr>
        </p:nvSpPr>
        <p:spPr>
          <a:xfrm>
            <a:off x="5863590" y="1035050"/>
            <a:ext cx="5381625" cy="2581275"/>
          </a:xfrm>
          <a:custGeom>
            <a:avLst/>
            <a:gdLst>
              <a:gd name="sw" fmla="*/ 1 w 8475"/>
              <a:gd name="sh" fmla="*/ 1 h 4065"/>
              <a:gd name="mins" fmla="min sw sh"/>
              <a:gd name="dsw" fmla="+- 0 sw mins"/>
              <a:gd name="dsh" fmla="+- 0 sh mins"/>
              <a:gd name="p0x0" fmla="*/ 420 w 8475"/>
              <a:gd name="p0y0" fmla="*/ 0 h 4065"/>
              <a:gd name="p0x1" fmla="*/ 8055 w 8475"/>
              <a:gd name="p0y1" fmla="*/ 0 h 4065"/>
              <a:gd name="p0x2" fmla="*/ 8286 w 8475"/>
              <a:gd name="p0y2" fmla="*/ 0 h 4065"/>
              <a:gd name="p0x3" fmla="*/ 8475 w 8475"/>
              <a:gd name="p0y3" fmla="*/ 188 h 4065"/>
              <a:gd name="p0x4" fmla="*/ 8475 w 8475"/>
              <a:gd name="p0y4" fmla="*/ 420 h 4065"/>
              <a:gd name="p0x5" fmla="*/ 8475 w 8475"/>
              <a:gd name="p0y5" fmla="*/ 3645 h 4065"/>
              <a:gd name="p0x6" fmla="*/ 8475 w 8475"/>
              <a:gd name="p0y6" fmla="*/ 3876 h 4065"/>
              <a:gd name="p0x7" fmla="*/ 8286 w 8475"/>
              <a:gd name="p0y7" fmla="*/ 4065 h 4065"/>
              <a:gd name="p0x8" fmla="*/ 8055 w 8475"/>
              <a:gd name="p0y8" fmla="*/ 4065 h 4065"/>
              <a:gd name="p0x9" fmla="*/ 420 w 8475"/>
              <a:gd name="p0y9" fmla="*/ 4065 h 4065"/>
              <a:gd name="p0x10" fmla="*/ 188 w 8475"/>
              <a:gd name="p0y10" fmla="*/ 4065 h 4065"/>
              <a:gd name="p0x11" fmla="*/ 0 w 8475"/>
              <a:gd name="p0y11" fmla="*/ 3876 h 4065"/>
              <a:gd name="p0x12" fmla="*/ 0 w 8475"/>
              <a:gd name="p0y12" fmla="*/ 3645 h 4065"/>
              <a:gd name="p0x13" fmla="*/ 0 w 8475"/>
              <a:gd name="p0y13" fmla="*/ 420 h 4065"/>
              <a:gd name="p0x14" fmla="*/ 0 w 8475"/>
              <a:gd name="p0y14" fmla="*/ 188 h 4065"/>
              <a:gd name="p0x15" fmla="*/ 188 w 8475"/>
              <a:gd name="p0y15" fmla="*/ 0 h 4065"/>
              <a:gd name="p0x16" fmla="*/ 420 w 847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>
            <p:custDataLst>
              <p:tags r:id="rId38"/>
            </p:custDataLst>
          </p:nvPr>
        </p:nvSpPr>
        <p:spPr>
          <a:xfrm>
            <a:off x="6059170" y="12306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-2000" t="-7681" r="-2000" b="-7681"/>
          <a:stretch>
            <a:fillRect/>
          </a:stretch>
        </p:blipFill>
        <p:spPr>
          <a:xfrm>
            <a:off x="6144895" y="1311275"/>
            <a:ext cx="247650" cy="252730"/>
          </a:xfrm>
          <a:prstGeom prst="rect">
            <a:avLst/>
          </a:prstGeom>
        </p:spPr>
      </p:pic>
      <p:sp>
        <p:nvSpPr>
          <p:cNvPr id="38" name="文本框 37"/>
          <p:cNvSpPr txBox="1"/>
          <p:nvPr>
            <p:custDataLst>
              <p:tags r:id="rId42"/>
            </p:custDataLst>
          </p:nvPr>
        </p:nvSpPr>
        <p:spPr>
          <a:xfrm>
            <a:off x="6592570" y="1257300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遇到问题</a:t>
            </a:r>
            <a:endParaRPr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43"/>
            </p:custDataLst>
          </p:nvPr>
        </p:nvSpPr>
        <p:spPr>
          <a:xfrm>
            <a:off x="6059170" y="198691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4AF2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44"/>
            </p:custDataLst>
          </p:nvPr>
        </p:nvSpPr>
        <p:spPr>
          <a:xfrm>
            <a:off x="6249670" y="1856480"/>
            <a:ext cx="4914005" cy="346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候选窗口超过</a:t>
            </a:r>
            <a:r>
              <a:rPr lang="en-US" sz="1575" b="1" spc="-1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</a:t>
            </a:r>
            <a:r>
              <a:rPr lang="zh-CN" altLang="en-US" sz="1575" b="1" spc="-1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块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时，排序开销占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CPU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总耗时的</a:t>
            </a:r>
            <a:r>
              <a:rPr sz="1575" b="1" spc="-1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8%</a:t>
            </a:r>
            <a:endParaRPr sz="1575" b="1" spc="-15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45"/>
            </p:custDataLst>
          </p:nvPr>
        </p:nvSpPr>
        <p:spPr>
          <a:xfrm>
            <a:off x="6059170" y="242125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4AF2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46"/>
            </p:custDataLst>
          </p:nvPr>
        </p:nvSpPr>
        <p:spPr>
          <a:xfrm>
            <a:off x="6249670" y="2290763"/>
            <a:ext cx="4800600" cy="346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端到端吞吐比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LRU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低</a:t>
            </a:r>
            <a:r>
              <a:rPr sz="1575" b="1" spc="-1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3%</a:t>
            </a:r>
            <a:r>
              <a:rPr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左右，性能不稳定</a:t>
            </a:r>
            <a:endParaRPr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47"/>
            </p:custDataLst>
          </p:nvPr>
        </p:nvSpPr>
        <p:spPr>
          <a:xfrm>
            <a:off x="6059170" y="285496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4AF2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>
            <p:custDataLst>
              <p:tags r:id="rId48"/>
            </p:custDataLst>
          </p:nvPr>
        </p:nvSpPr>
        <p:spPr>
          <a:xfrm>
            <a:off x="6249670" y="2726950"/>
            <a:ext cx="48006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即使简化为硬桶策略，仍需对所有候选块按所属桶排序，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层排序的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overhead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仍然较高</a:t>
            </a:r>
            <a:endParaRPr lang="zh-CN" altLang="en-US"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49"/>
            </p:custDataLst>
          </p:nvPr>
        </p:nvSpPr>
        <p:spPr>
          <a:xfrm>
            <a:off x="5863590" y="3816350"/>
            <a:ext cx="5381625" cy="2581275"/>
          </a:xfrm>
          <a:custGeom>
            <a:avLst/>
            <a:gdLst>
              <a:gd name="sw" fmla="*/ 1 w 8475"/>
              <a:gd name="sh" fmla="*/ 1 h 4065"/>
              <a:gd name="mins" fmla="min sw sh"/>
              <a:gd name="dsw" fmla="+- 0 sw mins"/>
              <a:gd name="dsh" fmla="+- 0 sh mins"/>
              <a:gd name="p0x0" fmla="*/ 420 w 8475"/>
              <a:gd name="p0y0" fmla="*/ 0 h 4065"/>
              <a:gd name="p0x1" fmla="*/ 8055 w 8475"/>
              <a:gd name="p0y1" fmla="*/ 0 h 4065"/>
              <a:gd name="p0x2" fmla="*/ 8286 w 8475"/>
              <a:gd name="p0y2" fmla="*/ 0 h 4065"/>
              <a:gd name="p0x3" fmla="*/ 8475 w 8475"/>
              <a:gd name="p0y3" fmla="*/ 188 h 4065"/>
              <a:gd name="p0x4" fmla="*/ 8475 w 8475"/>
              <a:gd name="p0y4" fmla="*/ 420 h 4065"/>
              <a:gd name="p0x5" fmla="*/ 8475 w 8475"/>
              <a:gd name="p0y5" fmla="*/ 3645 h 4065"/>
              <a:gd name="p0x6" fmla="*/ 8475 w 8475"/>
              <a:gd name="p0y6" fmla="*/ 3876 h 4065"/>
              <a:gd name="p0x7" fmla="*/ 8286 w 8475"/>
              <a:gd name="p0y7" fmla="*/ 4065 h 4065"/>
              <a:gd name="p0x8" fmla="*/ 8055 w 8475"/>
              <a:gd name="p0y8" fmla="*/ 4065 h 4065"/>
              <a:gd name="p0x9" fmla="*/ 420 w 8475"/>
              <a:gd name="p0y9" fmla="*/ 4065 h 4065"/>
              <a:gd name="p0x10" fmla="*/ 188 w 8475"/>
              <a:gd name="p0y10" fmla="*/ 4065 h 4065"/>
              <a:gd name="p0x11" fmla="*/ 0 w 8475"/>
              <a:gd name="p0y11" fmla="*/ 3876 h 4065"/>
              <a:gd name="p0x12" fmla="*/ 0 w 8475"/>
              <a:gd name="p0y12" fmla="*/ 3645 h 4065"/>
              <a:gd name="p0x13" fmla="*/ 0 w 8475"/>
              <a:gd name="p0y13" fmla="*/ 420 h 4065"/>
              <a:gd name="p0x14" fmla="*/ 0 w 8475"/>
              <a:gd name="p0y14" fmla="*/ 188 h 4065"/>
              <a:gd name="p0x15" fmla="*/ 188 w 8475"/>
              <a:gd name="p0y15" fmla="*/ 0 h 4065"/>
              <a:gd name="p0x16" fmla="*/ 420 w 8475"/>
              <a:gd name="p0y16" fmla="*/ 0 h 40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053AD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任意多边形 45"/>
          <p:cNvSpPr/>
          <p:nvPr>
            <p:custDataLst>
              <p:tags r:id="rId50"/>
            </p:custDataLst>
          </p:nvPr>
        </p:nvSpPr>
        <p:spPr>
          <a:xfrm>
            <a:off x="6059170" y="401193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7" name="图片 46"/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 l="-9067" t="-10303" r="-9067" b="-10303"/>
          <a:stretch>
            <a:fillRect/>
          </a:stretch>
        </p:blipFill>
        <p:spPr>
          <a:xfrm>
            <a:off x="6127750" y="4092575"/>
            <a:ext cx="281305" cy="252730"/>
          </a:xfrm>
          <a:prstGeom prst="rect">
            <a:avLst/>
          </a:prstGeom>
        </p:spPr>
      </p:pic>
      <p:sp>
        <p:nvSpPr>
          <p:cNvPr id="48" name="文本框 47"/>
          <p:cNvSpPr txBox="1"/>
          <p:nvPr>
            <p:custDataLst>
              <p:tags r:id="rId54"/>
            </p:custDataLst>
          </p:nvPr>
        </p:nvSpPr>
        <p:spPr>
          <a:xfrm>
            <a:off x="6592570" y="4038600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下一步思路</a:t>
            </a:r>
            <a:endParaRPr sz="2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任意多边形 48"/>
          <p:cNvSpPr/>
          <p:nvPr>
            <p:custDataLst>
              <p:tags r:id="rId55"/>
            </p:custDataLst>
          </p:nvPr>
        </p:nvSpPr>
        <p:spPr>
          <a:xfrm>
            <a:off x="6059170" y="476059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>
            <p:custDataLst>
              <p:tags r:id="rId56"/>
            </p:custDataLst>
          </p:nvPr>
        </p:nvSpPr>
        <p:spPr>
          <a:xfrm>
            <a:off x="6249670" y="4630188"/>
            <a:ext cx="4800600" cy="3467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取消全量排序逻辑，改为</a:t>
            </a:r>
            <a:r>
              <a:rPr sz="1575" b="1" spc="-15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线性遍历</a:t>
            </a:r>
            <a:r>
              <a:rPr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选择驱逐块</a:t>
            </a:r>
            <a:endParaRPr sz="15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任意多边形 50"/>
          <p:cNvSpPr/>
          <p:nvPr>
            <p:custDataLst>
              <p:tags r:id="rId57"/>
            </p:custDataLst>
          </p:nvPr>
        </p:nvSpPr>
        <p:spPr>
          <a:xfrm>
            <a:off x="6059170" y="519493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>
            <p:custDataLst>
              <p:tags r:id="rId58"/>
            </p:custDataLst>
          </p:nvPr>
        </p:nvSpPr>
        <p:spPr>
          <a:xfrm>
            <a:off x="6249670" y="5066376"/>
            <a:ext cx="5143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按</a:t>
            </a:r>
            <a:r>
              <a:rPr lang="en-US" altLang="zh-CN"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LRU</a:t>
            </a:r>
            <a:r>
              <a:rPr lang="zh-CN" altLang="en-US"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顺序遍历候选块，遇到未保护块直接选为驱逐对象</a:t>
            </a:r>
            <a:endParaRPr lang="zh-CN" altLang="en-US" sz="15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3" name="任意多边形 52"/>
          <p:cNvSpPr/>
          <p:nvPr>
            <p:custDataLst>
              <p:tags r:id="rId59"/>
            </p:custDataLst>
          </p:nvPr>
        </p:nvSpPr>
        <p:spPr>
          <a:xfrm>
            <a:off x="6059170" y="561403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>
              <a:alpha val="14118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4" name="文本框 53"/>
          <p:cNvSpPr txBox="1"/>
          <p:nvPr>
            <p:custDataLst>
              <p:tags r:id="rId60"/>
            </p:custDataLst>
          </p:nvPr>
        </p:nvSpPr>
        <p:spPr>
          <a:xfrm>
            <a:off x="6249670" y="5483571"/>
            <a:ext cx="4800600" cy="6666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时间复杂度降为</a:t>
            </a:r>
            <a:r>
              <a:rPr sz="1575" b="1" spc="-15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O(n)</a:t>
            </a:r>
            <a:r>
              <a:rPr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且无需排序计算，预计开销降低</a:t>
            </a:r>
            <a:endParaRPr sz="15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3000"/>
              </a:lnSpc>
            </a:pPr>
            <a:r>
              <a:rPr sz="1575" b="1" spc="-15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70%</a:t>
            </a:r>
            <a:r>
              <a:rPr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以上</a:t>
            </a:r>
            <a:endParaRPr sz="15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55" name="文本框 54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zh-CN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V5 Admission Control</a:t>
            </a:r>
            <a:endParaRPr lang="en-US" altLang="zh-CN"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6" name="任意多边形 55"/>
          <p:cNvSpPr/>
          <p:nvPr>
            <p:custDataLst>
              <p:tags r:id="rId2"/>
            </p:custDataLst>
          </p:nvPr>
        </p:nvSpPr>
        <p:spPr>
          <a:xfrm>
            <a:off x="253365" y="1102360"/>
            <a:ext cx="11039475" cy="1790700"/>
          </a:xfrm>
          <a:custGeom>
            <a:avLst/>
            <a:gdLst>
              <a:gd name="sw" fmla="*/ 1 w 17385"/>
              <a:gd name="sh" fmla="*/ 1 h 2820"/>
              <a:gd name="mins" fmla="min sw sh"/>
              <a:gd name="dsw" fmla="+- 0 sw mins"/>
              <a:gd name="dsh" fmla="+- 0 sh mins"/>
              <a:gd name="p0x0" fmla="*/ 420 w 17385"/>
              <a:gd name="p0y0" fmla="*/ 0 h 2820"/>
              <a:gd name="p0x1" fmla="*/ 16965 w 17385"/>
              <a:gd name="p0y1" fmla="*/ 0 h 2820"/>
              <a:gd name="p0x2" fmla="*/ 17196 w 17385"/>
              <a:gd name="p0y2" fmla="*/ 0 h 2820"/>
              <a:gd name="p0x3" fmla="*/ 17385 w 17385"/>
              <a:gd name="p0y3" fmla="*/ 188 h 2820"/>
              <a:gd name="p0x4" fmla="*/ 17385 w 17385"/>
              <a:gd name="p0y4" fmla="*/ 420 h 2820"/>
              <a:gd name="p0x5" fmla="*/ 17385 w 17385"/>
              <a:gd name="p0y5" fmla="*/ 2400 h 2820"/>
              <a:gd name="p0x6" fmla="*/ 17385 w 17385"/>
              <a:gd name="p0y6" fmla="*/ 2631 h 2820"/>
              <a:gd name="p0x7" fmla="*/ 17196 w 17385"/>
              <a:gd name="p0y7" fmla="*/ 2820 h 2820"/>
              <a:gd name="p0x8" fmla="*/ 16965 w 17385"/>
              <a:gd name="p0y8" fmla="*/ 2820 h 2820"/>
              <a:gd name="p0x9" fmla="*/ 420 w 17385"/>
              <a:gd name="p0y9" fmla="*/ 2820 h 2820"/>
              <a:gd name="p0x10" fmla="*/ 188 w 17385"/>
              <a:gd name="p0y10" fmla="*/ 2820 h 2820"/>
              <a:gd name="p0x11" fmla="*/ 0 w 17385"/>
              <a:gd name="p0y11" fmla="*/ 2631 h 2820"/>
              <a:gd name="p0x12" fmla="*/ 0 w 17385"/>
              <a:gd name="p0y12" fmla="*/ 2400 h 2820"/>
              <a:gd name="p0x13" fmla="*/ 0 w 17385"/>
              <a:gd name="p0y13" fmla="*/ 420 h 2820"/>
              <a:gd name="p0x14" fmla="*/ 0 w 17385"/>
              <a:gd name="p0y14" fmla="*/ 188 h 2820"/>
              <a:gd name="p0x15" fmla="*/ 188 w 17385"/>
              <a:gd name="p0y15" fmla="*/ 0 h 2820"/>
              <a:gd name="p0x16" fmla="*/ 420 w 17385"/>
              <a:gd name="p0y16" fmla="*/ 0 h 28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272EC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>
            <p:custDataLst>
              <p:tags r:id="rId3"/>
            </p:custDataLst>
          </p:nvPr>
        </p:nvSpPr>
        <p:spPr>
          <a:xfrm>
            <a:off x="2172894" y="1596549"/>
            <a:ext cx="7200976" cy="46958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7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从入口减少冷块污染，避免驱逐阶段被动选块</a:t>
            </a:r>
            <a:endParaRPr sz="27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4"/>
            </p:custDataLst>
          </p:nvPr>
        </p:nvSpPr>
        <p:spPr>
          <a:xfrm>
            <a:off x="2556723" y="2124234"/>
            <a:ext cx="6433395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lang="zh-CN" altLang="en-US"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初版逻辑：当缓存空闲率低于阈值时，所有请求仅允许缓存前</a:t>
            </a:r>
            <a:r>
              <a:rPr lang="en-US" altLang="zh-CN"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N</a:t>
            </a:r>
            <a:r>
              <a:rPr lang="zh-CN" altLang="en-US" sz="15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个锚点块</a:t>
            </a:r>
            <a:endParaRPr lang="zh-CN" altLang="en-US" sz="15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9" name="任意多边形 58"/>
          <p:cNvSpPr/>
          <p:nvPr>
            <p:custDataLst>
              <p:tags r:id="rId5"/>
            </p:custDataLst>
          </p:nvPr>
        </p:nvSpPr>
        <p:spPr>
          <a:xfrm>
            <a:off x="253365" y="3131185"/>
            <a:ext cx="5419725" cy="3333750"/>
          </a:xfrm>
          <a:custGeom>
            <a:avLst/>
            <a:gdLst>
              <a:gd name="sw" fmla="*/ 1 w 8535"/>
              <a:gd name="sh" fmla="*/ 1 h 5249"/>
              <a:gd name="mins" fmla="min sw sh"/>
              <a:gd name="dsw" fmla="+- 0 sw mins"/>
              <a:gd name="dsh" fmla="+- 0 sh mins"/>
              <a:gd name="p0x0" fmla="*/ 420 w 8535"/>
              <a:gd name="p0y0" fmla="*/ 0 h 5249"/>
              <a:gd name="p0x1" fmla="*/ 8115 w 8535"/>
              <a:gd name="p0y1" fmla="*/ 0 h 5249"/>
              <a:gd name="p0x2" fmla="*/ 8346 w 8535"/>
              <a:gd name="p0y2" fmla="*/ 0 h 5249"/>
              <a:gd name="p0x3" fmla="*/ 8535 w 8535"/>
              <a:gd name="p0y3" fmla="*/ 188 h 5249"/>
              <a:gd name="p0x4" fmla="*/ 8535 w 8535"/>
              <a:gd name="p0y4" fmla="*/ 420 h 5249"/>
              <a:gd name="p0x5" fmla="*/ 8535 w 8535"/>
              <a:gd name="p0y5" fmla="*/ 4829 h 5249"/>
              <a:gd name="p0x6" fmla="*/ 8535 w 8535"/>
              <a:gd name="p0y6" fmla="*/ 5061 h 5249"/>
              <a:gd name="p0x7" fmla="*/ 8346 w 8535"/>
              <a:gd name="p0y7" fmla="*/ 5249 h 5249"/>
              <a:gd name="p0x8" fmla="*/ 8115 w 8535"/>
              <a:gd name="p0y8" fmla="*/ 5249 h 5249"/>
              <a:gd name="p0x9" fmla="*/ 420 w 8535"/>
              <a:gd name="p0y9" fmla="*/ 5249 h 5249"/>
              <a:gd name="p0x10" fmla="*/ 188 w 8535"/>
              <a:gd name="p0y10" fmla="*/ 5249 h 5249"/>
              <a:gd name="p0x11" fmla="*/ 0 w 8535"/>
              <a:gd name="p0y11" fmla="*/ 5061 h 5249"/>
              <a:gd name="p0x12" fmla="*/ 0 w 8535"/>
              <a:gd name="p0y12" fmla="*/ 4829 h 5249"/>
              <a:gd name="p0x13" fmla="*/ 0 w 8535"/>
              <a:gd name="p0y13" fmla="*/ 420 h 5249"/>
              <a:gd name="p0x14" fmla="*/ 0 w 8535"/>
              <a:gd name="p0y14" fmla="*/ 188 h 5249"/>
              <a:gd name="p0x15" fmla="*/ 188 w 8535"/>
              <a:gd name="p0y15" fmla="*/ 0 h 5249"/>
              <a:gd name="p0x16" fmla="*/ 420 w 8535"/>
              <a:gd name="p0y16" fmla="*/ 0 h 524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任意多边形 59"/>
          <p:cNvSpPr/>
          <p:nvPr>
            <p:custDataLst>
              <p:tags r:id="rId6"/>
            </p:custDataLst>
          </p:nvPr>
        </p:nvSpPr>
        <p:spPr>
          <a:xfrm>
            <a:off x="448945" y="33267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1" name="图片 60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2000" t="-7681" r="-2000" b="-7681"/>
          <a:stretch>
            <a:fillRect/>
          </a:stretch>
        </p:blipFill>
        <p:spPr>
          <a:xfrm>
            <a:off x="534670" y="3407410"/>
            <a:ext cx="247650" cy="252730"/>
          </a:xfrm>
          <a:prstGeom prst="rect">
            <a:avLst/>
          </a:prstGeom>
        </p:spPr>
      </p:pic>
      <p:sp>
        <p:nvSpPr>
          <p:cNvPr id="62" name="文本框 61"/>
          <p:cNvSpPr txBox="1"/>
          <p:nvPr>
            <p:custDataLst>
              <p:tags r:id="rId10"/>
            </p:custDataLst>
          </p:nvPr>
        </p:nvSpPr>
        <p:spPr>
          <a:xfrm>
            <a:off x="982345" y="3353435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遇到问题</a:t>
            </a:r>
            <a:endParaRPr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62"/>
          <p:cNvSpPr txBox="1"/>
          <p:nvPr>
            <p:custDataLst>
              <p:tags r:id="rId11"/>
            </p:custDataLst>
          </p:nvPr>
        </p:nvSpPr>
        <p:spPr>
          <a:xfrm>
            <a:off x="448945" y="4050665"/>
            <a:ext cx="50292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具体表现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文本框 63"/>
          <p:cNvSpPr txBox="1"/>
          <p:nvPr>
            <p:custDataLst>
              <p:tags r:id="rId12"/>
            </p:custDataLst>
          </p:nvPr>
        </p:nvSpPr>
        <p:spPr>
          <a:xfrm>
            <a:off x="448945" y="4325937"/>
            <a:ext cx="5029200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新出现的热点家族首次请求时，因缓存空闲率低于阈值，被限制仅缓存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24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个锚点块，后续第二次访问时</a:t>
            </a:r>
            <a:r>
              <a:rPr lang="zh-CN" altLang="en-US"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前缀命中率从预期的</a:t>
            </a:r>
            <a:r>
              <a:rPr lang="en-US" altLang="zh-CN"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82%</a:t>
            </a:r>
            <a:r>
              <a:rPr lang="zh-CN" altLang="en-US"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降到</a:t>
            </a:r>
            <a:r>
              <a:rPr lang="en-US" altLang="zh-CN"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31%</a:t>
            </a: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，收益被抵消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/>
          <p:cNvSpPr txBox="1"/>
          <p:nvPr>
            <p:custDataLst>
              <p:tags r:id="rId13"/>
            </p:custDataLst>
          </p:nvPr>
        </p:nvSpPr>
        <p:spPr>
          <a:xfrm>
            <a:off x="448945" y="5278352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根因分析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任意多边形 65"/>
          <p:cNvSpPr/>
          <p:nvPr>
            <p:custDataLst>
              <p:tags r:id="rId14"/>
            </p:custDataLst>
          </p:nvPr>
        </p:nvSpPr>
        <p:spPr>
          <a:xfrm>
            <a:off x="1287145" y="5285105"/>
            <a:ext cx="1219200" cy="238125"/>
          </a:xfrm>
          <a:custGeom>
            <a:avLst/>
            <a:gdLst>
              <a:gd name="sw" fmla="*/ 1 w 1920"/>
              <a:gd name="sh" fmla="*/ 1 h 375"/>
              <a:gd name="mins" fmla="min sw sh"/>
              <a:gd name="dsw" fmla="+- 0 sw mins"/>
              <a:gd name="dsh" fmla="+- 0 sh mins"/>
              <a:gd name="p0x0" fmla="*/ 180 w 1920"/>
              <a:gd name="p0y0" fmla="*/ 0 h 375"/>
              <a:gd name="p0x1" fmla="*/ 1740 w 1920"/>
              <a:gd name="p0y1" fmla="*/ 0 h 375"/>
              <a:gd name="p0x2" fmla="*/ 1839 w 1920"/>
              <a:gd name="p0y2" fmla="*/ 0 h 375"/>
              <a:gd name="p0x3" fmla="*/ 1920 w 1920"/>
              <a:gd name="p0y3" fmla="*/ 80 h 375"/>
              <a:gd name="p0x4" fmla="*/ 1920 w 1920"/>
              <a:gd name="p0y4" fmla="*/ 180 h 375"/>
              <a:gd name="p0x5" fmla="*/ 1920 w 1920"/>
              <a:gd name="p0y5" fmla="*/ 195 h 375"/>
              <a:gd name="p0x6" fmla="*/ 1920 w 1920"/>
              <a:gd name="p0y6" fmla="*/ 294 h 375"/>
              <a:gd name="p0x7" fmla="*/ 1839 w 1920"/>
              <a:gd name="p0y7" fmla="*/ 375 h 375"/>
              <a:gd name="p0x8" fmla="*/ 1740 w 1920"/>
              <a:gd name="p0y8" fmla="*/ 375 h 375"/>
              <a:gd name="p0x9" fmla="*/ 180 w 1920"/>
              <a:gd name="p0y9" fmla="*/ 375 h 375"/>
              <a:gd name="p0x10" fmla="*/ 80 w 1920"/>
              <a:gd name="p0y10" fmla="*/ 375 h 375"/>
              <a:gd name="p0x11" fmla="*/ 0 w 1920"/>
              <a:gd name="p0y11" fmla="*/ 294 h 375"/>
              <a:gd name="p0x12" fmla="*/ 0 w 1920"/>
              <a:gd name="p0y12" fmla="*/ 195 h 375"/>
              <a:gd name="p0x13" fmla="*/ 0 w 1920"/>
              <a:gd name="p0y13" fmla="*/ 180 h 375"/>
              <a:gd name="p0x14" fmla="*/ 0 w 1920"/>
              <a:gd name="p0y14" fmla="*/ 80 h 375"/>
              <a:gd name="p0x15" fmla="*/ 80 w 1920"/>
              <a:gd name="p0y15" fmla="*/ 0 h 375"/>
              <a:gd name="p0x16" fmla="*/ 180 w 1920"/>
              <a:gd name="p0y16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4E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7" name="文本框 66"/>
          <p:cNvSpPr txBox="1"/>
          <p:nvPr>
            <p:custDataLst>
              <p:tags r:id="rId15"/>
            </p:custDataLst>
          </p:nvPr>
        </p:nvSpPr>
        <p:spPr>
          <a:xfrm>
            <a:off x="1363345" y="5304545"/>
            <a:ext cx="1219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74D0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误伤高价值热点</a:t>
            </a:r>
            <a:endParaRPr sz="1200">
              <a:solidFill>
                <a:srgbClr val="674D0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文本框 67"/>
          <p:cNvSpPr txBox="1"/>
          <p:nvPr>
            <p:custDataLst>
              <p:tags r:id="rId16"/>
            </p:custDataLst>
          </p:nvPr>
        </p:nvSpPr>
        <p:spPr>
          <a:xfrm>
            <a:off x="448945" y="5553624"/>
            <a:ext cx="502920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准入逻辑仅依赖全局空闲率，没有判断请求本身是否有复用潜力，误伤了首次出现的高价值热点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任意多边形 68"/>
          <p:cNvSpPr/>
          <p:nvPr>
            <p:custDataLst>
              <p:tags r:id="rId17"/>
            </p:custDataLst>
          </p:nvPr>
        </p:nvSpPr>
        <p:spPr>
          <a:xfrm>
            <a:off x="5873115" y="3131185"/>
            <a:ext cx="5419725" cy="3333750"/>
          </a:xfrm>
          <a:custGeom>
            <a:avLst/>
            <a:gdLst>
              <a:gd name="sw" fmla="*/ 1 w 8535"/>
              <a:gd name="sh" fmla="*/ 1 h 5249"/>
              <a:gd name="mins" fmla="min sw sh"/>
              <a:gd name="dsw" fmla="+- 0 sw mins"/>
              <a:gd name="dsh" fmla="+- 0 sh mins"/>
              <a:gd name="p0x0" fmla="*/ 420 w 8535"/>
              <a:gd name="p0y0" fmla="*/ 0 h 5249"/>
              <a:gd name="p0x1" fmla="*/ 8115 w 8535"/>
              <a:gd name="p0y1" fmla="*/ 0 h 5249"/>
              <a:gd name="p0x2" fmla="*/ 8346 w 8535"/>
              <a:gd name="p0y2" fmla="*/ 0 h 5249"/>
              <a:gd name="p0x3" fmla="*/ 8535 w 8535"/>
              <a:gd name="p0y3" fmla="*/ 188 h 5249"/>
              <a:gd name="p0x4" fmla="*/ 8535 w 8535"/>
              <a:gd name="p0y4" fmla="*/ 420 h 5249"/>
              <a:gd name="p0x5" fmla="*/ 8535 w 8535"/>
              <a:gd name="p0y5" fmla="*/ 4829 h 5249"/>
              <a:gd name="p0x6" fmla="*/ 8535 w 8535"/>
              <a:gd name="p0y6" fmla="*/ 5061 h 5249"/>
              <a:gd name="p0x7" fmla="*/ 8346 w 8535"/>
              <a:gd name="p0y7" fmla="*/ 5249 h 5249"/>
              <a:gd name="p0x8" fmla="*/ 8115 w 8535"/>
              <a:gd name="p0y8" fmla="*/ 5249 h 5249"/>
              <a:gd name="p0x9" fmla="*/ 420 w 8535"/>
              <a:gd name="p0y9" fmla="*/ 5249 h 5249"/>
              <a:gd name="p0x10" fmla="*/ 188 w 8535"/>
              <a:gd name="p0y10" fmla="*/ 5249 h 5249"/>
              <a:gd name="p0x11" fmla="*/ 0 w 8535"/>
              <a:gd name="p0y11" fmla="*/ 5061 h 5249"/>
              <a:gd name="p0x12" fmla="*/ 0 w 8535"/>
              <a:gd name="p0y12" fmla="*/ 4829 h 5249"/>
              <a:gd name="p0x13" fmla="*/ 0 w 8535"/>
              <a:gd name="p0y13" fmla="*/ 420 h 5249"/>
              <a:gd name="p0x14" fmla="*/ 0 w 8535"/>
              <a:gd name="p0y14" fmla="*/ 188 h 5249"/>
              <a:gd name="p0x15" fmla="*/ 188 w 8535"/>
              <a:gd name="p0y15" fmla="*/ 0 h 5249"/>
              <a:gd name="p0x16" fmla="*/ 420 w 8535"/>
              <a:gd name="p0y16" fmla="*/ 0 h 524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任意多边形 69"/>
          <p:cNvSpPr/>
          <p:nvPr>
            <p:custDataLst>
              <p:tags r:id="rId18"/>
            </p:custDataLst>
          </p:nvPr>
        </p:nvSpPr>
        <p:spPr>
          <a:xfrm>
            <a:off x="6068695" y="33267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1" name="图片 70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-9067" t="-3067" r="-9067" b="-3067"/>
          <a:stretch>
            <a:fillRect/>
          </a:stretch>
        </p:blipFill>
        <p:spPr>
          <a:xfrm>
            <a:off x="6137275" y="3407410"/>
            <a:ext cx="281305" cy="252730"/>
          </a:xfrm>
          <a:prstGeom prst="rect">
            <a:avLst/>
          </a:prstGeom>
        </p:spPr>
      </p:pic>
      <p:sp>
        <p:nvSpPr>
          <p:cNvPr id="72" name="文本框 71"/>
          <p:cNvSpPr txBox="1"/>
          <p:nvPr>
            <p:custDataLst>
              <p:tags r:id="rId22"/>
            </p:custDataLst>
          </p:nvPr>
        </p:nvSpPr>
        <p:spPr>
          <a:xfrm>
            <a:off x="6602095" y="3353435"/>
            <a:ext cx="18669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核心改进思路</a:t>
            </a:r>
            <a:endParaRPr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文本框 72"/>
          <p:cNvSpPr txBox="1"/>
          <p:nvPr>
            <p:custDataLst>
              <p:tags r:id="rId23"/>
            </p:custDataLst>
          </p:nvPr>
        </p:nvSpPr>
        <p:spPr>
          <a:xfrm>
            <a:off x="6068695" y="4187806"/>
            <a:ext cx="1714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新增复用状态标记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任意多边形 73"/>
          <p:cNvSpPr/>
          <p:nvPr>
            <p:custDataLst>
              <p:tags r:id="rId24"/>
            </p:custDataLst>
          </p:nvPr>
        </p:nvSpPr>
        <p:spPr>
          <a:xfrm>
            <a:off x="7668895" y="4194810"/>
            <a:ext cx="762000" cy="238125"/>
          </a:xfrm>
          <a:custGeom>
            <a:avLst/>
            <a:gdLst>
              <a:gd name="sw" fmla="*/ 1 w 1200"/>
              <a:gd name="sh" fmla="*/ 1 h 375"/>
              <a:gd name="mins" fmla="min sw sh"/>
              <a:gd name="dsw" fmla="+- 0 sw mins"/>
              <a:gd name="dsh" fmla="+- 0 sh mins"/>
              <a:gd name="p0x0" fmla="*/ 180 w 1200"/>
              <a:gd name="p0y0" fmla="*/ 0 h 375"/>
              <a:gd name="p0x1" fmla="*/ 1020 w 1200"/>
              <a:gd name="p0y1" fmla="*/ 0 h 375"/>
              <a:gd name="p0x2" fmla="*/ 1119 w 1200"/>
              <a:gd name="p0y2" fmla="*/ 0 h 375"/>
              <a:gd name="p0x3" fmla="*/ 1200 w 1200"/>
              <a:gd name="p0y3" fmla="*/ 80 h 375"/>
              <a:gd name="p0x4" fmla="*/ 1200 w 1200"/>
              <a:gd name="p0y4" fmla="*/ 180 h 375"/>
              <a:gd name="p0x5" fmla="*/ 1200 w 1200"/>
              <a:gd name="p0y5" fmla="*/ 195 h 375"/>
              <a:gd name="p0x6" fmla="*/ 1200 w 1200"/>
              <a:gd name="p0y6" fmla="*/ 294 h 375"/>
              <a:gd name="p0x7" fmla="*/ 1119 w 1200"/>
              <a:gd name="p0y7" fmla="*/ 375 h 375"/>
              <a:gd name="p0x8" fmla="*/ 1020 w 1200"/>
              <a:gd name="p0y8" fmla="*/ 375 h 375"/>
              <a:gd name="p0x9" fmla="*/ 180 w 1200"/>
              <a:gd name="p0y9" fmla="*/ 375 h 375"/>
              <a:gd name="p0x10" fmla="*/ 80 w 1200"/>
              <a:gd name="p0y10" fmla="*/ 375 h 375"/>
              <a:gd name="p0x11" fmla="*/ 0 w 1200"/>
              <a:gd name="p0y11" fmla="*/ 294 h 375"/>
              <a:gd name="p0x12" fmla="*/ 0 w 1200"/>
              <a:gd name="p0y12" fmla="*/ 195 h 375"/>
              <a:gd name="p0x13" fmla="*/ 0 w 1200"/>
              <a:gd name="p0y13" fmla="*/ 180 h 375"/>
              <a:gd name="p0x14" fmla="*/ 0 w 1200"/>
              <a:gd name="p0y14" fmla="*/ 80 h 375"/>
              <a:gd name="p0x15" fmla="*/ 80 w 1200"/>
              <a:gd name="p0y15" fmla="*/ 0 h 375"/>
              <a:gd name="p0x16" fmla="*/ 180 w 1200"/>
              <a:gd name="p0y16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文本框 74"/>
          <p:cNvSpPr txBox="1"/>
          <p:nvPr>
            <p:custDataLst>
              <p:tags r:id="rId25"/>
            </p:custDataLst>
          </p:nvPr>
        </p:nvSpPr>
        <p:spPr>
          <a:xfrm>
            <a:off x="7745095" y="421400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关键机制</a:t>
            </a:r>
            <a:endParaRPr sz="120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文本框 75"/>
          <p:cNvSpPr txBox="1"/>
          <p:nvPr>
            <p:custDataLst>
              <p:tags r:id="rId26"/>
            </p:custDataLst>
          </p:nvPr>
        </p:nvSpPr>
        <p:spPr>
          <a:xfrm>
            <a:off x="6068695" y="4463079"/>
            <a:ext cx="502920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记录请求的前缀命中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数，若命中数超过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（即已有部分前缀被缓存，属于有复用潜力的请求），则允许完整缓存</a:t>
            </a:r>
            <a:endParaRPr lang="zh-CN" altLang="en-US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7" name="文本框 76"/>
          <p:cNvSpPr txBox="1"/>
          <p:nvPr>
            <p:custDataLst>
              <p:tags r:id="rId27"/>
            </p:custDataLst>
          </p:nvPr>
        </p:nvSpPr>
        <p:spPr>
          <a:xfrm>
            <a:off x="6068695" y="5141201"/>
            <a:ext cx="50292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精准限制策略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文本框 77"/>
          <p:cNvSpPr txBox="1"/>
          <p:nvPr>
            <p:custDataLst>
              <p:tags r:id="rId28"/>
            </p:custDataLst>
          </p:nvPr>
        </p:nvSpPr>
        <p:spPr>
          <a:xfrm>
            <a:off x="6068695" y="5416474"/>
            <a:ext cx="502920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仅对完全无前缀命中的长冷请求做缓存长度限制，避免误伤有复用潜力的新热点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Request-aware</a:t>
            </a:r>
            <a:r>
              <a:rPr lang="zh-CN" altLang="en-US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en-US" altLang="zh-CN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Length-aware Admission</a:t>
            </a:r>
            <a:endParaRPr lang="en-US" altLang="zh-CN"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253365" y="1109345"/>
            <a:ext cx="5419725" cy="1310640"/>
          </a:xfrm>
          <a:custGeom>
            <a:avLst/>
            <a:gdLst>
              <a:gd name="sw" fmla="*/ 1 w 8535"/>
              <a:gd name="sh" fmla="*/ 1 h 2063"/>
              <a:gd name="mins" fmla="min sw sh"/>
              <a:gd name="dsw" fmla="+- 0 sw mins"/>
              <a:gd name="dsh" fmla="+- 0 sh mins"/>
              <a:gd name="p0x0" fmla="*/ 420 w 8535"/>
              <a:gd name="p0y0" fmla="*/ 0 h 2063"/>
              <a:gd name="p0x1" fmla="*/ 8115 w 8535"/>
              <a:gd name="p0y1" fmla="*/ 0 h 2063"/>
              <a:gd name="p0x2" fmla="*/ 8346 w 8535"/>
              <a:gd name="p0y2" fmla="*/ 0 h 2063"/>
              <a:gd name="p0x3" fmla="*/ 8535 w 8535"/>
              <a:gd name="p0y3" fmla="*/ 188 h 2063"/>
              <a:gd name="p0x4" fmla="*/ 8535 w 8535"/>
              <a:gd name="p0y4" fmla="*/ 420 h 2063"/>
              <a:gd name="p0x5" fmla="*/ 8535 w 8535"/>
              <a:gd name="p0y5" fmla="*/ 1643 h 2063"/>
              <a:gd name="p0x6" fmla="*/ 8535 w 8535"/>
              <a:gd name="p0y6" fmla="*/ 1875 h 2063"/>
              <a:gd name="p0x7" fmla="*/ 8346 w 8535"/>
              <a:gd name="p0y7" fmla="*/ 2063 h 2063"/>
              <a:gd name="p0x8" fmla="*/ 8115 w 8535"/>
              <a:gd name="p0y8" fmla="*/ 2063 h 2063"/>
              <a:gd name="p0x9" fmla="*/ 420 w 8535"/>
              <a:gd name="p0y9" fmla="*/ 2063 h 2063"/>
              <a:gd name="p0x10" fmla="*/ 188 w 8535"/>
              <a:gd name="p0y10" fmla="*/ 2063 h 2063"/>
              <a:gd name="p0x11" fmla="*/ 0 w 8535"/>
              <a:gd name="p0y11" fmla="*/ 1875 h 2063"/>
              <a:gd name="p0x12" fmla="*/ 0 w 8535"/>
              <a:gd name="p0y12" fmla="*/ 1643 h 2063"/>
              <a:gd name="p0x13" fmla="*/ 0 w 8535"/>
              <a:gd name="p0y13" fmla="*/ 420 h 2063"/>
              <a:gd name="p0x14" fmla="*/ 0 w 8535"/>
              <a:gd name="p0y14" fmla="*/ 188 h 2063"/>
              <a:gd name="p0x15" fmla="*/ 188 w 8535"/>
              <a:gd name="p0y15" fmla="*/ 0 h 2063"/>
              <a:gd name="p0x16" fmla="*/ 420 w 8535"/>
              <a:gd name="p0y16" fmla="*/ 0 h 206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任意多边形 1"/>
          <p:cNvSpPr/>
          <p:nvPr>
            <p:custDataLst>
              <p:tags r:id="rId3"/>
            </p:custDataLst>
          </p:nvPr>
        </p:nvSpPr>
        <p:spPr>
          <a:xfrm>
            <a:off x="448945" y="155511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534670" y="1635760"/>
            <a:ext cx="247650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020445" y="1288732"/>
            <a:ext cx="44577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Request-aware</a:t>
            </a:r>
            <a:r>
              <a:rPr lang="zh-CN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准入</a:t>
            </a:r>
            <a:endParaRPr lang="zh-CN"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1020445" y="1661160"/>
            <a:ext cx="445770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前缀命中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token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数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≥10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的请求允许完整缓存，完全无命中的长冷请求才限制缓存长度</a:t>
            </a:r>
            <a:endParaRPr lang="zh-CN" altLang="en-US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5873115" y="1109345"/>
            <a:ext cx="5419725" cy="1310640"/>
          </a:xfrm>
          <a:custGeom>
            <a:avLst/>
            <a:gdLst>
              <a:gd name="sw" fmla="*/ 1 w 8535"/>
              <a:gd name="sh" fmla="*/ 1 h 2063"/>
              <a:gd name="mins" fmla="min sw sh"/>
              <a:gd name="dsw" fmla="+- 0 sw mins"/>
              <a:gd name="dsh" fmla="+- 0 sh mins"/>
              <a:gd name="p0x0" fmla="*/ 420 w 8535"/>
              <a:gd name="p0y0" fmla="*/ 0 h 2063"/>
              <a:gd name="p0x1" fmla="*/ 8115 w 8535"/>
              <a:gd name="p0y1" fmla="*/ 0 h 2063"/>
              <a:gd name="p0x2" fmla="*/ 8346 w 8535"/>
              <a:gd name="p0y2" fmla="*/ 0 h 2063"/>
              <a:gd name="p0x3" fmla="*/ 8535 w 8535"/>
              <a:gd name="p0y3" fmla="*/ 188 h 2063"/>
              <a:gd name="p0x4" fmla="*/ 8535 w 8535"/>
              <a:gd name="p0y4" fmla="*/ 420 h 2063"/>
              <a:gd name="p0x5" fmla="*/ 8535 w 8535"/>
              <a:gd name="p0y5" fmla="*/ 1643 h 2063"/>
              <a:gd name="p0x6" fmla="*/ 8535 w 8535"/>
              <a:gd name="p0y6" fmla="*/ 1875 h 2063"/>
              <a:gd name="p0x7" fmla="*/ 8346 w 8535"/>
              <a:gd name="p0y7" fmla="*/ 2063 h 2063"/>
              <a:gd name="p0x8" fmla="*/ 8115 w 8535"/>
              <a:gd name="p0y8" fmla="*/ 2063 h 2063"/>
              <a:gd name="p0x9" fmla="*/ 420 w 8535"/>
              <a:gd name="p0y9" fmla="*/ 2063 h 2063"/>
              <a:gd name="p0x10" fmla="*/ 188 w 8535"/>
              <a:gd name="p0y10" fmla="*/ 2063 h 2063"/>
              <a:gd name="p0x11" fmla="*/ 0 w 8535"/>
              <a:gd name="p0y11" fmla="*/ 1875 h 2063"/>
              <a:gd name="p0x12" fmla="*/ 0 w 8535"/>
              <a:gd name="p0y12" fmla="*/ 1643 h 2063"/>
              <a:gd name="p0x13" fmla="*/ 0 w 8535"/>
              <a:gd name="p0y13" fmla="*/ 420 h 2063"/>
              <a:gd name="p0x14" fmla="*/ 0 w 8535"/>
              <a:gd name="p0y14" fmla="*/ 188 h 2063"/>
              <a:gd name="p0x15" fmla="*/ 188 w 8535"/>
              <a:gd name="p0y15" fmla="*/ 0 h 2063"/>
              <a:gd name="p0x16" fmla="*/ 420 w 8535"/>
              <a:gd name="p0y16" fmla="*/ 0 h 206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0"/>
            </p:custDataLst>
          </p:nvPr>
        </p:nvSpPr>
        <p:spPr>
          <a:xfrm>
            <a:off x="6068695" y="155511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-5653" r="-5653"/>
          <a:stretch>
            <a:fillRect/>
          </a:stretch>
        </p:blipFill>
        <p:spPr>
          <a:xfrm>
            <a:off x="6137275" y="1635760"/>
            <a:ext cx="281305" cy="25273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6640195" y="1288732"/>
            <a:ext cx="44577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Length-aware</a:t>
            </a:r>
            <a:r>
              <a:rPr lang="zh-CN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准入</a:t>
            </a:r>
            <a:endParaRPr lang="zh-CN"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6640195" y="1661160"/>
            <a:ext cx="4457700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prompt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长度低于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800token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的短请求不限制缓存，仅超过长度阈值的长冷请求在低空闲率下最多缓存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24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个前缀块</a:t>
            </a:r>
            <a:endParaRPr lang="zh-CN" altLang="en-US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6"/>
            </p:custDataLst>
          </p:nvPr>
        </p:nvSpPr>
        <p:spPr>
          <a:xfrm>
            <a:off x="253365" y="2658110"/>
            <a:ext cx="5419725" cy="1606550"/>
          </a:xfrm>
          <a:custGeom>
            <a:avLst/>
            <a:gdLst>
              <a:gd name="sw" fmla="*/ 1 w 8535"/>
              <a:gd name="sh" fmla="*/ 1 h 2530"/>
              <a:gd name="mins" fmla="min sw sh"/>
              <a:gd name="dsw" fmla="+- 0 sw mins"/>
              <a:gd name="dsh" fmla="+- 0 sh mins"/>
              <a:gd name="p0x0" fmla="*/ 420 w 8535"/>
              <a:gd name="p0y0" fmla="*/ 0 h 2530"/>
              <a:gd name="p0x1" fmla="*/ 8115 w 8535"/>
              <a:gd name="p0y1" fmla="*/ 0 h 2530"/>
              <a:gd name="p0x2" fmla="*/ 8346 w 8535"/>
              <a:gd name="p0y2" fmla="*/ 0 h 2530"/>
              <a:gd name="p0x3" fmla="*/ 8535 w 8535"/>
              <a:gd name="p0y3" fmla="*/ 188 h 2530"/>
              <a:gd name="p0x4" fmla="*/ 8535 w 8535"/>
              <a:gd name="p0y4" fmla="*/ 420 h 2530"/>
              <a:gd name="p0x5" fmla="*/ 8535 w 8535"/>
              <a:gd name="p0y5" fmla="*/ 2110 h 2530"/>
              <a:gd name="p0x6" fmla="*/ 8535 w 8535"/>
              <a:gd name="p0y6" fmla="*/ 2342 h 2530"/>
              <a:gd name="p0x7" fmla="*/ 8346 w 8535"/>
              <a:gd name="p0y7" fmla="*/ 2530 h 2530"/>
              <a:gd name="p0x8" fmla="*/ 8115 w 8535"/>
              <a:gd name="p0y8" fmla="*/ 2530 h 2530"/>
              <a:gd name="p0x9" fmla="*/ 420 w 8535"/>
              <a:gd name="p0y9" fmla="*/ 2530 h 2530"/>
              <a:gd name="p0x10" fmla="*/ 188 w 8535"/>
              <a:gd name="p0y10" fmla="*/ 2530 h 2530"/>
              <a:gd name="p0x11" fmla="*/ 0 w 8535"/>
              <a:gd name="p0y11" fmla="*/ 2342 h 2530"/>
              <a:gd name="p0x12" fmla="*/ 0 w 8535"/>
              <a:gd name="p0y12" fmla="*/ 2110 h 2530"/>
              <a:gd name="p0x13" fmla="*/ 0 w 8535"/>
              <a:gd name="p0y13" fmla="*/ 420 h 2530"/>
              <a:gd name="p0x14" fmla="*/ 0 w 8535"/>
              <a:gd name="p0y14" fmla="*/ 188 h 2530"/>
              <a:gd name="p0x15" fmla="*/ 188 w 8535"/>
              <a:gd name="p0y15" fmla="*/ 0 h 2530"/>
              <a:gd name="p0x16" fmla="*/ 420 w 8535"/>
              <a:gd name="p0y16" fmla="*/ 0 h 25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7"/>
            </p:custDataLst>
          </p:nvPr>
        </p:nvSpPr>
        <p:spPr>
          <a:xfrm>
            <a:off x="448945" y="280670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2381" t="-6333" r="-2381" b="-6333"/>
          <a:stretch>
            <a:fillRect/>
          </a:stretch>
        </p:blipFill>
        <p:spPr>
          <a:xfrm>
            <a:off x="515620" y="2868295"/>
            <a:ext cx="209550" cy="21463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906145" y="2820162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调参细节</a:t>
            </a:r>
            <a:endParaRPr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22"/>
            </p:custDataLst>
          </p:nvPr>
        </p:nvSpPr>
        <p:spPr>
          <a:xfrm>
            <a:off x="448945" y="3329940"/>
            <a:ext cx="28575" cy="47625"/>
          </a:xfrm>
          <a:custGeom>
            <a:avLst/>
            <a:gdLst>
              <a:gd name="sw" fmla="*/ 1 w 45"/>
              <a:gd name="sh" fmla="*/ 1 h 75"/>
              <a:gd name="mins" fmla="min sw sh"/>
              <a:gd name="dsw" fmla="+- 0 sw mins"/>
              <a:gd name="dsh" fmla="+- 0 sh mins"/>
              <a:gd name="p0x0" fmla="*/ 22 w 45"/>
              <a:gd name="p0y0" fmla="*/ 0 h 75"/>
              <a:gd name="p0x1" fmla="*/ 35 w 45"/>
              <a:gd name="p0y1" fmla="*/ 0 h 75"/>
              <a:gd name="p0x2" fmla="*/ 45 w 45"/>
              <a:gd name="p0y2" fmla="*/ 16 h 75"/>
              <a:gd name="p0x3" fmla="*/ 45 w 45"/>
              <a:gd name="p0y3" fmla="*/ 37 h 75"/>
              <a:gd name="p0x4" fmla="*/ 45 w 45"/>
              <a:gd name="p0y4" fmla="*/ 58 h 75"/>
              <a:gd name="p0x5" fmla="*/ 35 w 45"/>
              <a:gd name="p0y5" fmla="*/ 75 h 75"/>
              <a:gd name="p0x6" fmla="*/ 22 w 45"/>
              <a:gd name="p0y6" fmla="*/ 75 h 75"/>
              <a:gd name="p0x7" fmla="*/ 10 w 45"/>
              <a:gd name="p0y7" fmla="*/ 75 h 75"/>
              <a:gd name="p0x8" fmla="*/ 0 w 45"/>
              <a:gd name="p0y8" fmla="*/ 58 h 75"/>
              <a:gd name="p0x9" fmla="*/ 0 w 45"/>
              <a:gd name="p0y9" fmla="*/ 37 h 75"/>
              <a:gd name="p0x10" fmla="*/ 0 w 45"/>
              <a:gd name="p0y10" fmla="*/ 16 h 75"/>
              <a:gd name="p0x11" fmla="*/ 10 w 45"/>
              <a:gd name="p0y11" fmla="*/ 0 h 75"/>
              <a:gd name="p0x12" fmla="*/ 22 w 4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23"/>
            </p:custDataLst>
          </p:nvPr>
        </p:nvSpPr>
        <p:spPr>
          <a:xfrm>
            <a:off x="554320" y="3201905"/>
            <a:ext cx="4923834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长度阈值测试了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500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800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1200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三个值，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800token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时既能覆盖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90%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的普通短请求，又能识别出长冷请求</a:t>
            </a:r>
            <a:endParaRPr lang="zh-CN" altLang="en-US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4"/>
            </p:custDataLst>
          </p:nvPr>
        </p:nvSpPr>
        <p:spPr>
          <a:xfrm>
            <a:off x="448945" y="3794760"/>
            <a:ext cx="29845" cy="47625"/>
          </a:xfrm>
          <a:custGeom>
            <a:avLst/>
            <a:gdLst>
              <a:gd name="sw" fmla="*/ 1 w 47"/>
              <a:gd name="sh" fmla="*/ 1 h 75"/>
              <a:gd name="mins" fmla="min sw sh"/>
              <a:gd name="dsw" fmla="+- 0 sw mins"/>
              <a:gd name="dsh" fmla="+- 0 sh mins"/>
              <a:gd name="p0x0" fmla="*/ 23 w 47"/>
              <a:gd name="p0y0" fmla="*/ 0 h 75"/>
              <a:gd name="p0x1" fmla="*/ 23 w 47"/>
              <a:gd name="p0y1" fmla="*/ 0 h 75"/>
              <a:gd name="p0x2" fmla="*/ 36 w 47"/>
              <a:gd name="p0y2" fmla="*/ 0 h 75"/>
              <a:gd name="p0x3" fmla="*/ 47 w 47"/>
              <a:gd name="p0y3" fmla="*/ 16 h 75"/>
              <a:gd name="p0x4" fmla="*/ 47 w 47"/>
              <a:gd name="p0y4" fmla="*/ 37 h 75"/>
              <a:gd name="p0x5" fmla="*/ 47 w 47"/>
              <a:gd name="p0y5" fmla="*/ 58 h 75"/>
              <a:gd name="p0x6" fmla="*/ 36 w 47"/>
              <a:gd name="p0y6" fmla="*/ 75 h 75"/>
              <a:gd name="p0x7" fmla="*/ 23 w 47"/>
              <a:gd name="p0y7" fmla="*/ 75 h 75"/>
              <a:gd name="p0x8" fmla="*/ 23 w 47"/>
              <a:gd name="p0y8" fmla="*/ 75 h 75"/>
              <a:gd name="p0x9" fmla="*/ 10 w 47"/>
              <a:gd name="p0y9" fmla="*/ 75 h 75"/>
              <a:gd name="p0x10" fmla="*/ 0 w 47"/>
              <a:gd name="p0y10" fmla="*/ 58 h 75"/>
              <a:gd name="p0x11" fmla="*/ 0 w 47"/>
              <a:gd name="p0y11" fmla="*/ 37 h 75"/>
              <a:gd name="p0x12" fmla="*/ 0 w 47"/>
              <a:gd name="p0y12" fmla="*/ 16 h 75"/>
              <a:gd name="p0x13" fmla="*/ 10 w 47"/>
              <a:gd name="p0y13" fmla="*/ 0 h 75"/>
              <a:gd name="p0x14" fmla="*/ 23 w 47"/>
              <a:gd name="p0y14" fmla="*/ 0 h 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25"/>
            </p:custDataLst>
          </p:nvPr>
        </p:nvSpPr>
        <p:spPr>
          <a:xfrm>
            <a:off x="555130" y="3666401"/>
            <a:ext cx="492301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锚点块数测试了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16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24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32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四个值，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24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块时既能限制冷块污染，又不会截断大多数热点的公共前缀</a:t>
            </a:r>
            <a:endParaRPr lang="zh-CN" altLang="en-US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6"/>
            </p:custDataLst>
          </p:nvPr>
        </p:nvSpPr>
        <p:spPr>
          <a:xfrm>
            <a:off x="5873115" y="2658110"/>
            <a:ext cx="5419725" cy="1606550"/>
          </a:xfrm>
          <a:custGeom>
            <a:avLst/>
            <a:gdLst>
              <a:gd name="sw" fmla="*/ 1 w 8535"/>
              <a:gd name="sh" fmla="*/ 1 h 2530"/>
              <a:gd name="mins" fmla="min sw sh"/>
              <a:gd name="dsw" fmla="+- 0 sw mins"/>
              <a:gd name="dsh" fmla="+- 0 sh mins"/>
              <a:gd name="p0x0" fmla="*/ 420 w 8535"/>
              <a:gd name="p0y0" fmla="*/ 0 h 2530"/>
              <a:gd name="p0x1" fmla="*/ 8115 w 8535"/>
              <a:gd name="p0y1" fmla="*/ 0 h 2530"/>
              <a:gd name="p0x2" fmla="*/ 8346 w 8535"/>
              <a:gd name="p0y2" fmla="*/ 0 h 2530"/>
              <a:gd name="p0x3" fmla="*/ 8535 w 8535"/>
              <a:gd name="p0y3" fmla="*/ 188 h 2530"/>
              <a:gd name="p0x4" fmla="*/ 8535 w 8535"/>
              <a:gd name="p0y4" fmla="*/ 420 h 2530"/>
              <a:gd name="p0x5" fmla="*/ 8535 w 8535"/>
              <a:gd name="p0y5" fmla="*/ 2110 h 2530"/>
              <a:gd name="p0x6" fmla="*/ 8535 w 8535"/>
              <a:gd name="p0y6" fmla="*/ 2342 h 2530"/>
              <a:gd name="p0x7" fmla="*/ 8346 w 8535"/>
              <a:gd name="p0y7" fmla="*/ 2530 h 2530"/>
              <a:gd name="p0x8" fmla="*/ 8115 w 8535"/>
              <a:gd name="p0y8" fmla="*/ 2530 h 2530"/>
              <a:gd name="p0x9" fmla="*/ 420 w 8535"/>
              <a:gd name="p0y9" fmla="*/ 2530 h 2530"/>
              <a:gd name="p0x10" fmla="*/ 188 w 8535"/>
              <a:gd name="p0y10" fmla="*/ 2530 h 2530"/>
              <a:gd name="p0x11" fmla="*/ 0 w 8535"/>
              <a:gd name="p0y11" fmla="*/ 2342 h 2530"/>
              <a:gd name="p0x12" fmla="*/ 0 w 8535"/>
              <a:gd name="p0y12" fmla="*/ 2110 h 2530"/>
              <a:gd name="p0x13" fmla="*/ 0 w 8535"/>
              <a:gd name="p0y13" fmla="*/ 420 h 2530"/>
              <a:gd name="p0x14" fmla="*/ 0 w 8535"/>
              <a:gd name="p0y14" fmla="*/ 188 h 2530"/>
              <a:gd name="p0x15" fmla="*/ 188 w 8535"/>
              <a:gd name="p0y15" fmla="*/ 0 h 2530"/>
              <a:gd name="p0x16" fmla="*/ 420 w 8535"/>
              <a:gd name="p0y16" fmla="*/ 0 h 25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27"/>
            </p:custDataLst>
          </p:nvPr>
        </p:nvSpPr>
        <p:spPr>
          <a:xfrm>
            <a:off x="6068695" y="285305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 l="-4889" t="-9123" r="-4889" b="-9123"/>
          <a:stretch>
            <a:fillRect/>
          </a:stretch>
        </p:blipFill>
        <p:spPr>
          <a:xfrm>
            <a:off x="6161405" y="2915285"/>
            <a:ext cx="156845" cy="213995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31"/>
            </p:custDataLst>
          </p:nvPr>
        </p:nvSpPr>
        <p:spPr>
          <a:xfrm>
            <a:off x="6525895" y="2866968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最终参数</a:t>
            </a:r>
            <a:endParaRPr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2"/>
            </p:custDataLst>
          </p:nvPr>
        </p:nvSpPr>
        <p:spPr>
          <a:xfrm>
            <a:off x="6068695" y="3163570"/>
            <a:ext cx="2457450" cy="1053465"/>
          </a:xfrm>
          <a:custGeom>
            <a:avLst/>
            <a:gdLst>
              <a:gd name="sw" fmla="*/ 1 w 3870"/>
              <a:gd name="sh" fmla="*/ 1 h 1658"/>
              <a:gd name="mins" fmla="min sw sh"/>
              <a:gd name="dsw" fmla="+- 0 sw mins"/>
              <a:gd name="dsh" fmla="+- 0 sh mins"/>
              <a:gd name="p0x0" fmla="*/ 300 w 3870"/>
              <a:gd name="p0y0" fmla="*/ 0 h 1658"/>
              <a:gd name="p0x1" fmla="*/ 3570 w 3870"/>
              <a:gd name="p0y1" fmla="*/ 0 h 1658"/>
              <a:gd name="p0x2" fmla="*/ 3735 w 3870"/>
              <a:gd name="p0y2" fmla="*/ 0 h 1658"/>
              <a:gd name="p0x3" fmla="*/ 3870 w 3870"/>
              <a:gd name="p0y3" fmla="*/ 134 h 1658"/>
              <a:gd name="p0x4" fmla="*/ 3870 w 3870"/>
              <a:gd name="p0y4" fmla="*/ 300 h 1658"/>
              <a:gd name="p0x5" fmla="*/ 3870 w 3870"/>
              <a:gd name="p0y5" fmla="*/ 1358 h 1658"/>
              <a:gd name="p0x6" fmla="*/ 3870 w 3870"/>
              <a:gd name="p0y6" fmla="*/ 1524 h 1658"/>
              <a:gd name="p0x7" fmla="*/ 3735 w 3870"/>
              <a:gd name="p0y7" fmla="*/ 1658 h 1658"/>
              <a:gd name="p0x8" fmla="*/ 3570 w 3870"/>
              <a:gd name="p0y8" fmla="*/ 1658 h 1658"/>
              <a:gd name="p0x9" fmla="*/ 300 w 3870"/>
              <a:gd name="p0y9" fmla="*/ 1658 h 1658"/>
              <a:gd name="p0x10" fmla="*/ 134 w 3870"/>
              <a:gd name="p0y10" fmla="*/ 1658 h 1658"/>
              <a:gd name="p0x11" fmla="*/ 0 w 3870"/>
              <a:gd name="p0y11" fmla="*/ 1524 h 1658"/>
              <a:gd name="p0x12" fmla="*/ 0 w 3870"/>
              <a:gd name="p0y12" fmla="*/ 1358 h 1658"/>
              <a:gd name="p0x13" fmla="*/ 0 w 3870"/>
              <a:gd name="p0y13" fmla="*/ 300 h 1658"/>
              <a:gd name="p0x14" fmla="*/ 0 w 3870"/>
              <a:gd name="p0y14" fmla="*/ 134 h 1658"/>
              <a:gd name="p0x15" fmla="*/ 134 w 3870"/>
              <a:gd name="p0y15" fmla="*/ 0 h 1658"/>
              <a:gd name="p0x16" fmla="*/ 300 w 3870"/>
              <a:gd name="p0y16" fmla="*/ 0 h 165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33"/>
            </p:custDataLst>
          </p:nvPr>
        </p:nvSpPr>
        <p:spPr>
          <a:xfrm>
            <a:off x="6545916" y="3242777"/>
            <a:ext cx="2036417" cy="6515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420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800</a:t>
            </a:r>
            <a:r>
              <a:rPr sz="150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token</a:t>
            </a:r>
            <a:endParaRPr sz="150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4"/>
            </p:custDataLst>
          </p:nvPr>
        </p:nvSpPr>
        <p:spPr>
          <a:xfrm>
            <a:off x="6992544" y="3902802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长度阈值</a:t>
            </a:r>
            <a:endParaRPr sz="120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35"/>
            </p:custDataLst>
          </p:nvPr>
        </p:nvSpPr>
        <p:spPr>
          <a:xfrm>
            <a:off x="8640445" y="3163570"/>
            <a:ext cx="2457450" cy="1053465"/>
          </a:xfrm>
          <a:custGeom>
            <a:avLst/>
            <a:gdLst>
              <a:gd name="sw" fmla="*/ 1 w 3870"/>
              <a:gd name="sh" fmla="*/ 1 h 1658"/>
              <a:gd name="mins" fmla="min sw sh"/>
              <a:gd name="dsw" fmla="+- 0 sw mins"/>
              <a:gd name="dsh" fmla="+- 0 sh mins"/>
              <a:gd name="p0x0" fmla="*/ 300 w 3870"/>
              <a:gd name="p0y0" fmla="*/ 0 h 1658"/>
              <a:gd name="p0x1" fmla="*/ 3570 w 3870"/>
              <a:gd name="p0y1" fmla="*/ 0 h 1658"/>
              <a:gd name="p0x2" fmla="*/ 3735 w 3870"/>
              <a:gd name="p0y2" fmla="*/ 0 h 1658"/>
              <a:gd name="p0x3" fmla="*/ 3870 w 3870"/>
              <a:gd name="p0y3" fmla="*/ 134 h 1658"/>
              <a:gd name="p0x4" fmla="*/ 3870 w 3870"/>
              <a:gd name="p0y4" fmla="*/ 300 h 1658"/>
              <a:gd name="p0x5" fmla="*/ 3870 w 3870"/>
              <a:gd name="p0y5" fmla="*/ 1358 h 1658"/>
              <a:gd name="p0x6" fmla="*/ 3870 w 3870"/>
              <a:gd name="p0y6" fmla="*/ 1524 h 1658"/>
              <a:gd name="p0x7" fmla="*/ 3735 w 3870"/>
              <a:gd name="p0y7" fmla="*/ 1658 h 1658"/>
              <a:gd name="p0x8" fmla="*/ 3570 w 3870"/>
              <a:gd name="p0y8" fmla="*/ 1658 h 1658"/>
              <a:gd name="p0x9" fmla="*/ 300 w 3870"/>
              <a:gd name="p0y9" fmla="*/ 1658 h 1658"/>
              <a:gd name="p0x10" fmla="*/ 134 w 3870"/>
              <a:gd name="p0y10" fmla="*/ 1658 h 1658"/>
              <a:gd name="p0x11" fmla="*/ 0 w 3870"/>
              <a:gd name="p0y11" fmla="*/ 1524 h 1658"/>
              <a:gd name="p0x12" fmla="*/ 0 w 3870"/>
              <a:gd name="p0y12" fmla="*/ 1358 h 1658"/>
              <a:gd name="p0x13" fmla="*/ 0 w 3870"/>
              <a:gd name="p0y13" fmla="*/ 300 h 1658"/>
              <a:gd name="p0x14" fmla="*/ 0 w 3870"/>
              <a:gd name="p0y14" fmla="*/ 134 h 1658"/>
              <a:gd name="p0x15" fmla="*/ 134 w 3870"/>
              <a:gd name="p0y15" fmla="*/ 0 h 1658"/>
              <a:gd name="p0x16" fmla="*/ 300 w 3870"/>
              <a:gd name="p0y16" fmla="*/ 0 h 165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36"/>
            </p:custDataLst>
          </p:nvPr>
        </p:nvSpPr>
        <p:spPr>
          <a:xfrm>
            <a:off x="9441069" y="3242777"/>
            <a:ext cx="1389612" cy="6515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420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</a:t>
            </a:r>
            <a:r>
              <a:rPr sz="150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块</a:t>
            </a:r>
            <a:endParaRPr sz="150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37"/>
            </p:custDataLst>
          </p:nvPr>
        </p:nvSpPr>
        <p:spPr>
          <a:xfrm>
            <a:off x="9564294" y="3902802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锚点块数</a:t>
            </a:r>
            <a:endParaRPr sz="120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38"/>
            </p:custDataLst>
          </p:nvPr>
        </p:nvSpPr>
        <p:spPr>
          <a:xfrm>
            <a:off x="253365" y="4464685"/>
            <a:ext cx="11039475" cy="2007235"/>
          </a:xfrm>
          <a:custGeom>
            <a:avLst/>
            <a:gdLst>
              <a:gd name="sw" fmla="*/ 1 w 17385"/>
              <a:gd name="sh" fmla="*/ 1 h 3160"/>
              <a:gd name="mins" fmla="min sw sh"/>
              <a:gd name="dsw" fmla="+- 0 sw mins"/>
              <a:gd name="dsh" fmla="+- 0 sh mins"/>
              <a:gd name="p0x0" fmla="*/ 420 w 17385"/>
              <a:gd name="p0y0" fmla="*/ 0 h 3160"/>
              <a:gd name="p0x1" fmla="*/ 16965 w 17385"/>
              <a:gd name="p0y1" fmla="*/ 0 h 3160"/>
              <a:gd name="p0x2" fmla="*/ 17196 w 17385"/>
              <a:gd name="p0y2" fmla="*/ 0 h 3160"/>
              <a:gd name="p0x3" fmla="*/ 17385 w 17385"/>
              <a:gd name="p0y3" fmla="*/ 188 h 3160"/>
              <a:gd name="p0x4" fmla="*/ 17385 w 17385"/>
              <a:gd name="p0y4" fmla="*/ 420 h 3160"/>
              <a:gd name="p0x5" fmla="*/ 17385 w 17385"/>
              <a:gd name="p0y5" fmla="*/ 2740 h 3160"/>
              <a:gd name="p0x6" fmla="*/ 17385 w 17385"/>
              <a:gd name="p0y6" fmla="*/ 2972 h 3160"/>
              <a:gd name="p0x7" fmla="*/ 17196 w 17385"/>
              <a:gd name="p0y7" fmla="*/ 3160 h 3160"/>
              <a:gd name="p0x8" fmla="*/ 16965 w 17385"/>
              <a:gd name="p0y8" fmla="*/ 3160 h 3160"/>
              <a:gd name="p0x9" fmla="*/ 420 w 17385"/>
              <a:gd name="p0y9" fmla="*/ 3160 h 3160"/>
              <a:gd name="p0x10" fmla="*/ 188 w 17385"/>
              <a:gd name="p0y10" fmla="*/ 3160 h 3160"/>
              <a:gd name="p0x11" fmla="*/ 0 w 17385"/>
              <a:gd name="p0y11" fmla="*/ 2972 h 3160"/>
              <a:gd name="p0x12" fmla="*/ 0 w 17385"/>
              <a:gd name="p0y12" fmla="*/ 2740 h 3160"/>
              <a:gd name="p0x13" fmla="*/ 0 w 17385"/>
              <a:gd name="p0y13" fmla="*/ 420 h 3160"/>
              <a:gd name="p0x14" fmla="*/ 0 w 17385"/>
              <a:gd name="p0y14" fmla="*/ 188 h 3160"/>
              <a:gd name="p0x15" fmla="*/ 188 w 17385"/>
              <a:gd name="p0y15" fmla="*/ 0 h 3160"/>
              <a:gd name="p0x16" fmla="*/ 420 w 17385"/>
              <a:gd name="p0y16" fmla="*/ 0 h 31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>
            <p:custDataLst>
              <p:tags r:id="rId39"/>
            </p:custDataLst>
          </p:nvPr>
        </p:nvSpPr>
        <p:spPr>
          <a:xfrm>
            <a:off x="448945" y="466026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l="-2381" t="-12593" r="-2381" b="-12593"/>
          <a:stretch>
            <a:fillRect/>
          </a:stretch>
        </p:blipFill>
        <p:spPr>
          <a:xfrm>
            <a:off x="515620" y="4721860"/>
            <a:ext cx="209550" cy="214630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43"/>
            </p:custDataLst>
          </p:nvPr>
        </p:nvSpPr>
        <p:spPr>
          <a:xfrm>
            <a:off x="906145" y="4673889"/>
            <a:ext cx="11430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优化效果</a:t>
            </a:r>
            <a:endParaRPr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44"/>
            </p:custDataLst>
          </p:nvPr>
        </p:nvSpPr>
        <p:spPr>
          <a:xfrm>
            <a:off x="993651" y="5330657"/>
            <a:ext cx="1136971" cy="4619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30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35</a:t>
            </a:r>
            <a:r>
              <a:rPr sz="24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endParaRPr sz="24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45"/>
            </p:custDataLst>
          </p:nvPr>
        </p:nvSpPr>
        <p:spPr>
          <a:xfrm>
            <a:off x="857253" y="5811669"/>
            <a:ext cx="12002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冷长尾块减少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矩形 37"/>
          <p:cNvSpPr/>
          <p:nvPr>
            <p:custDataLst>
              <p:tags r:id="rId46"/>
            </p:custDataLst>
          </p:nvPr>
        </p:nvSpPr>
        <p:spPr>
          <a:xfrm>
            <a:off x="2446655" y="5506720"/>
            <a:ext cx="95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47"/>
            </p:custDataLst>
          </p:nvPr>
        </p:nvSpPr>
        <p:spPr>
          <a:xfrm>
            <a:off x="3291634" y="5330657"/>
            <a:ext cx="1374724" cy="4619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30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sz="24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endParaRPr sz="24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48"/>
            </p:custDataLst>
          </p:nvPr>
        </p:nvSpPr>
        <p:spPr>
          <a:xfrm>
            <a:off x="3016971" y="5811669"/>
            <a:ext cx="17145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热点首次请求完整率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矩形 40"/>
          <p:cNvSpPr/>
          <p:nvPr>
            <p:custDataLst>
              <p:tags r:id="rId49"/>
            </p:custDataLst>
          </p:nvPr>
        </p:nvSpPr>
        <p:spPr>
          <a:xfrm>
            <a:off x="5120640" y="5506720"/>
            <a:ext cx="95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>
            <p:custDataLst>
              <p:tags r:id="rId50"/>
            </p:custDataLst>
          </p:nvPr>
        </p:nvSpPr>
        <p:spPr>
          <a:xfrm>
            <a:off x="5913171" y="5330657"/>
            <a:ext cx="1136971" cy="4619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30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85</a:t>
            </a:r>
            <a:r>
              <a:rPr sz="24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endParaRPr sz="2400" b="1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51"/>
            </p:custDataLst>
          </p:nvPr>
        </p:nvSpPr>
        <p:spPr>
          <a:xfrm>
            <a:off x="5691048" y="5811669"/>
            <a:ext cx="13716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后续回访命中率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矩形 43"/>
          <p:cNvSpPr/>
          <p:nvPr>
            <p:custDataLst>
              <p:tags r:id="rId52"/>
            </p:custDataLst>
          </p:nvPr>
        </p:nvSpPr>
        <p:spPr>
          <a:xfrm>
            <a:off x="7451725" y="5506720"/>
            <a:ext cx="95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53"/>
            </p:custDataLst>
          </p:nvPr>
        </p:nvSpPr>
        <p:spPr>
          <a:xfrm>
            <a:off x="8022215" y="5133546"/>
            <a:ext cx="2667000" cy="11200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热点家族首次请求的缓存完整率从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30%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升到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100%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，后续回访命中率稳定保持在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85%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以上，不会出现误伤导致的命中率下降</a:t>
            </a:r>
            <a:endParaRPr lang="zh-CN" altLang="en-US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zh-CN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V7 Phased Hot Revisit</a:t>
            </a:r>
            <a:endParaRPr lang="en-US" altLang="zh-CN"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253365" y="1109345"/>
            <a:ext cx="4842510" cy="4314825"/>
          </a:xfrm>
          <a:custGeom>
            <a:avLst/>
            <a:gdLst>
              <a:gd name="sw" fmla="*/ 1 w 7625"/>
              <a:gd name="sh" fmla="*/ 1 h 6795"/>
              <a:gd name="mins" fmla="min sw sh"/>
              <a:gd name="dsw" fmla="+- 0 sw mins"/>
              <a:gd name="dsh" fmla="+- 0 sh mins"/>
              <a:gd name="p0x0" fmla="*/ 420 w 7625"/>
              <a:gd name="p0y0" fmla="*/ 0 h 6795"/>
              <a:gd name="p0x1" fmla="*/ 7205 w 7625"/>
              <a:gd name="p0y1" fmla="*/ 0 h 6795"/>
              <a:gd name="p0x2" fmla="*/ 7437 w 7625"/>
              <a:gd name="p0y2" fmla="*/ 0 h 6795"/>
              <a:gd name="p0x3" fmla="*/ 7625 w 7625"/>
              <a:gd name="p0y3" fmla="*/ 188 h 6795"/>
              <a:gd name="p0x4" fmla="*/ 7625 w 7625"/>
              <a:gd name="p0y4" fmla="*/ 420 h 6795"/>
              <a:gd name="p0x5" fmla="*/ 7625 w 7625"/>
              <a:gd name="p0y5" fmla="*/ 6375 h 6795"/>
              <a:gd name="p0x6" fmla="*/ 7625 w 7625"/>
              <a:gd name="p0y6" fmla="*/ 6606 h 6795"/>
              <a:gd name="p0x7" fmla="*/ 7437 w 7625"/>
              <a:gd name="p0y7" fmla="*/ 6795 h 6795"/>
              <a:gd name="p0x8" fmla="*/ 7205 w 7625"/>
              <a:gd name="p0y8" fmla="*/ 6795 h 6795"/>
              <a:gd name="p0x9" fmla="*/ 420 w 7625"/>
              <a:gd name="p0y9" fmla="*/ 6795 h 6795"/>
              <a:gd name="p0x10" fmla="*/ 188 w 7625"/>
              <a:gd name="p0y10" fmla="*/ 6795 h 6795"/>
              <a:gd name="p0x11" fmla="*/ 0 w 7625"/>
              <a:gd name="p0y11" fmla="*/ 6606 h 6795"/>
              <a:gd name="p0x12" fmla="*/ 0 w 7625"/>
              <a:gd name="p0y12" fmla="*/ 6375 h 6795"/>
              <a:gd name="p0x13" fmla="*/ 0 w 7625"/>
              <a:gd name="p0y13" fmla="*/ 420 h 6795"/>
              <a:gd name="p0x14" fmla="*/ 0 w 7625"/>
              <a:gd name="p0y14" fmla="*/ 188 h 6795"/>
              <a:gd name="p0x15" fmla="*/ 188 w 7625"/>
              <a:gd name="p0y15" fmla="*/ 0 h 6795"/>
              <a:gd name="p0x16" fmla="*/ 420 w 7625"/>
              <a:gd name="p0y16" fmla="*/ 0 h 67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562654" y="1288732"/>
            <a:ext cx="4224556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en-US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LRU vs family_protect </a:t>
            </a:r>
            <a:r>
              <a:rPr lang="zh-CN"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核心指标对比</a:t>
            </a:r>
            <a:endParaRPr lang="zh-CN"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6" name="图表 5"/>
          <p:cNvGraphicFramePr/>
          <p:nvPr/>
        </p:nvGraphicFramePr>
        <p:xfrm>
          <a:off x="448945" y="2082800"/>
          <a:ext cx="4448175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253365" y="5624195"/>
            <a:ext cx="4842510" cy="847725"/>
          </a:xfrm>
          <a:custGeom>
            <a:avLst/>
            <a:gdLst>
              <a:gd name="sw" fmla="*/ 1 w 7625"/>
              <a:gd name="sh" fmla="*/ 1 h 1335"/>
              <a:gd name="mins" fmla="min sw sh"/>
              <a:gd name="dsw" fmla="+- 0 sw mins"/>
              <a:gd name="dsh" fmla="+- 0 sh mins"/>
              <a:gd name="p0x0" fmla="*/ 420 w 7625"/>
              <a:gd name="p0y0" fmla="*/ 0 h 1335"/>
              <a:gd name="p0x1" fmla="*/ 7205 w 7625"/>
              <a:gd name="p0y1" fmla="*/ 0 h 1335"/>
              <a:gd name="p0x2" fmla="*/ 7437 w 7625"/>
              <a:gd name="p0y2" fmla="*/ 0 h 1335"/>
              <a:gd name="p0x3" fmla="*/ 7625 w 7625"/>
              <a:gd name="p0y3" fmla="*/ 188 h 1335"/>
              <a:gd name="p0x4" fmla="*/ 7625 w 7625"/>
              <a:gd name="p0y4" fmla="*/ 420 h 1335"/>
              <a:gd name="p0x5" fmla="*/ 7625 w 7625"/>
              <a:gd name="p0y5" fmla="*/ 915 h 1335"/>
              <a:gd name="p0x6" fmla="*/ 7625 w 7625"/>
              <a:gd name="p0y6" fmla="*/ 1146 h 1335"/>
              <a:gd name="p0x7" fmla="*/ 7437 w 7625"/>
              <a:gd name="p0y7" fmla="*/ 1335 h 1335"/>
              <a:gd name="p0x8" fmla="*/ 7205 w 7625"/>
              <a:gd name="p0y8" fmla="*/ 1335 h 1335"/>
              <a:gd name="p0x9" fmla="*/ 420 w 7625"/>
              <a:gd name="p0y9" fmla="*/ 1335 h 1335"/>
              <a:gd name="p0x10" fmla="*/ 188 w 7625"/>
              <a:gd name="p0y10" fmla="*/ 1335 h 1335"/>
              <a:gd name="p0x11" fmla="*/ 0 w 7625"/>
              <a:gd name="p0y11" fmla="*/ 1146 h 1335"/>
              <a:gd name="p0x12" fmla="*/ 0 w 7625"/>
              <a:gd name="p0y12" fmla="*/ 915 h 1335"/>
              <a:gd name="p0x13" fmla="*/ 0 w 7625"/>
              <a:gd name="p0y13" fmla="*/ 420 h 1335"/>
              <a:gd name="p0x14" fmla="*/ 0 w 7625"/>
              <a:gd name="p0y14" fmla="*/ 188 h 1335"/>
              <a:gd name="p0x15" fmla="*/ 188 w 7625"/>
              <a:gd name="p0y15" fmla="*/ 0 h 1335"/>
              <a:gd name="p0x16" fmla="*/ 420 w 7625"/>
              <a:gd name="p0y16" fmla="*/ 0 h 13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578133" y="5735003"/>
            <a:ext cx="2152355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2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rebuilt-from-eviction </a:t>
            </a:r>
            <a:r>
              <a:rPr lang="zh-CN" sz="12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降幅</a:t>
            </a:r>
            <a:endParaRPr lang="zh-CN" sz="12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965086" y="5950267"/>
            <a:ext cx="1378372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4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47 → 0</a:t>
            </a:r>
            <a:endParaRPr sz="24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>
            <p:custDataLst>
              <p:tags r:id="rId8"/>
            </p:custDataLst>
          </p:nvPr>
        </p:nvSpPr>
        <p:spPr>
          <a:xfrm>
            <a:off x="2835910" y="5857875"/>
            <a:ext cx="9525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3256886" y="5735003"/>
            <a:ext cx="1667170" cy="207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2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prefix hit tokens </a:t>
            </a:r>
            <a:r>
              <a:rPr lang="zh-CN" sz="12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提升</a:t>
            </a:r>
            <a:endParaRPr lang="zh-CN" sz="12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3261868" y="5950267"/>
            <a:ext cx="1710480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400" b="1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+752</a:t>
            </a:r>
            <a:r>
              <a:rPr sz="13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(+9.8%)</a:t>
            </a:r>
            <a:endParaRPr sz="13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1"/>
            </p:custDataLst>
          </p:nvPr>
        </p:nvSpPr>
        <p:spPr>
          <a:xfrm>
            <a:off x="5372100" y="1109345"/>
            <a:ext cx="5920740" cy="1654175"/>
          </a:xfrm>
          <a:custGeom>
            <a:avLst/>
            <a:gdLst>
              <a:gd name="sw" fmla="*/ 1 w 9324"/>
              <a:gd name="sh" fmla="*/ 1 h 2604"/>
              <a:gd name="mins" fmla="min sw sh"/>
              <a:gd name="dsw" fmla="+- 0 sw mins"/>
              <a:gd name="dsh" fmla="+- 0 sh mins"/>
              <a:gd name="p0a3dx" fmla="*/ dsw 9388 1"/>
              <a:gd name="p0a3dy" fmla="*/ dsh 2167 1"/>
              <a:gd name="p0x0" fmla="*/ 420 w 9324"/>
              <a:gd name="p0y0" fmla="*/ 0 h 2604"/>
              <a:gd name="p0x1" fmla="*/ 8904 w 9324"/>
              <a:gd name="p0y1" fmla="*/ 0 h 2604"/>
              <a:gd name="p0x2" fmla="*/ 9135 w 9324"/>
              <a:gd name="p0y2" fmla="*/ 0 h 2604"/>
              <a:gd name="p0x3" fmla="*/ 9324 w 9324"/>
              <a:gd name="p0y3" fmla="*/ 188 h 2604"/>
              <a:gd name="p0x4" fmla="*/ 9324 w 9324"/>
              <a:gd name="p0y4" fmla="*/ 420 h 2604"/>
              <a:gd name="p0x5s" fmla="*/ 9324 mins 1"/>
              <a:gd name="p0x5" fmla="+- p0x5s p0a3dx 0"/>
              <a:gd name="p0y5s" fmla="*/ 2184 mins 1"/>
              <a:gd name="p0y5" fmla="+- p0y5s p0a3dy 0"/>
              <a:gd name="p0x6s" fmla="*/ 9324 mins 1"/>
              <a:gd name="p0x6" fmla="+- p0x6s p0a3dx 0"/>
              <a:gd name="p0y6s" fmla="*/ 2416 mins 1"/>
              <a:gd name="p0y6" fmla="+- p0y6s p0a3dy 0"/>
              <a:gd name="p0x7s" fmla="*/ 9135 mins 1"/>
              <a:gd name="p0x7" fmla="+- p0x7s p0a3dx 0"/>
              <a:gd name="p0y7s" fmla="*/ 2604 mins 1"/>
              <a:gd name="p0y7" fmla="+- p0y7s p0a3dy 0"/>
              <a:gd name="p0x8s" fmla="*/ 8904 mins 1"/>
              <a:gd name="p0x8" fmla="+- p0x8s p0a3dx 0"/>
              <a:gd name="p0y8s" fmla="*/ 2604 mins 1"/>
              <a:gd name="p0y8" fmla="+- p0y8s p0a3dy 0"/>
              <a:gd name="p0x9" fmla="*/ 420 w 9324"/>
              <a:gd name="p0y9" fmla="*/ 2604 h 2604"/>
              <a:gd name="p0x10" fmla="*/ 188 w 9324"/>
              <a:gd name="p0y10" fmla="*/ 2604 h 2604"/>
              <a:gd name="p0x11" fmla="*/ 0 w 9324"/>
              <a:gd name="p0y11" fmla="*/ 2416 h 2604"/>
              <a:gd name="p0x12" fmla="*/ 0 w 9324"/>
              <a:gd name="p0y12" fmla="*/ 2184 h 2604"/>
              <a:gd name="p0x13" fmla="*/ 0 w 9324"/>
              <a:gd name="p0y13" fmla="*/ 420 h 2604"/>
              <a:gd name="p0x14" fmla="*/ 0 w 9324"/>
              <a:gd name="p0y14" fmla="*/ 188 h 2604"/>
              <a:gd name="p0x15" fmla="*/ 188 w 9324"/>
              <a:gd name="p0y15" fmla="*/ 0 h 2604"/>
              <a:gd name="p0x16" fmla="*/ 420 w 9324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12"/>
            </p:custDataLst>
          </p:nvPr>
        </p:nvSpPr>
        <p:spPr>
          <a:xfrm>
            <a:off x="5567045" y="17265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5652770" y="1807845"/>
            <a:ext cx="247650" cy="252095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6139161" y="1429969"/>
            <a:ext cx="495873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动机</a:t>
            </a:r>
            <a:endParaRPr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7"/>
            </p:custDataLst>
          </p:nvPr>
        </p:nvSpPr>
        <p:spPr>
          <a:xfrm>
            <a:off x="6139161" y="1803349"/>
            <a:ext cx="4958734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验证项目最关心的链路：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hot warmup → cold pressure evicts hot prefix → hot revisit pays recompute</a:t>
            </a:r>
            <a:endParaRPr lang="en-US" altLang="zh-CN"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8"/>
            </p:custDataLst>
          </p:nvPr>
        </p:nvSpPr>
        <p:spPr>
          <a:xfrm>
            <a:off x="5372100" y="2963545"/>
            <a:ext cx="5920740" cy="1654175"/>
          </a:xfrm>
          <a:custGeom>
            <a:avLst/>
            <a:gdLst>
              <a:gd name="sw" fmla="*/ 1 w 9324"/>
              <a:gd name="sh" fmla="*/ 1 h 2604"/>
              <a:gd name="mins" fmla="min sw sh"/>
              <a:gd name="dsw" fmla="+- 0 sw mins"/>
              <a:gd name="dsh" fmla="+- 0 sh mins"/>
              <a:gd name="p0x0" fmla="*/ 420 w 9324"/>
              <a:gd name="p0y0" fmla="*/ 0 h 2604"/>
              <a:gd name="p0x1" fmla="*/ 8904 w 9324"/>
              <a:gd name="p0y1" fmla="*/ 0 h 2604"/>
              <a:gd name="p0x2" fmla="*/ 9135 w 9324"/>
              <a:gd name="p0y2" fmla="*/ 0 h 2604"/>
              <a:gd name="p0x3" fmla="*/ 9324 w 9324"/>
              <a:gd name="p0y3" fmla="*/ 188 h 2604"/>
              <a:gd name="p0x4" fmla="*/ 9324 w 9324"/>
              <a:gd name="p0y4" fmla="*/ 420 h 2604"/>
              <a:gd name="p0x5" fmla="*/ 9324 w 9324"/>
              <a:gd name="p0y5" fmla="*/ 2184 h 2604"/>
              <a:gd name="p0x6" fmla="*/ 9324 w 9324"/>
              <a:gd name="p0y6" fmla="*/ 2416 h 2604"/>
              <a:gd name="p0x7" fmla="*/ 9135 w 9324"/>
              <a:gd name="p0y7" fmla="*/ 2604 h 2604"/>
              <a:gd name="p0x8" fmla="*/ 8904 w 9324"/>
              <a:gd name="p0y8" fmla="*/ 2604 h 2604"/>
              <a:gd name="p0x9" fmla="*/ 420 w 9324"/>
              <a:gd name="p0y9" fmla="*/ 2604 h 2604"/>
              <a:gd name="p0x10" fmla="*/ 188 w 9324"/>
              <a:gd name="p0y10" fmla="*/ 2604 h 2604"/>
              <a:gd name="p0x11" fmla="*/ 0 w 9324"/>
              <a:gd name="p0y11" fmla="*/ 2416 h 2604"/>
              <a:gd name="p0x12" fmla="*/ 0 w 9324"/>
              <a:gd name="p0y12" fmla="*/ 2184 h 2604"/>
              <a:gd name="p0x13" fmla="*/ 0 w 9324"/>
              <a:gd name="p0y13" fmla="*/ 420 h 2604"/>
              <a:gd name="p0x14" fmla="*/ 0 w 9324"/>
              <a:gd name="p0y14" fmla="*/ 188 h 2604"/>
              <a:gd name="p0x15" fmla="*/ 188 w 9324"/>
              <a:gd name="p0y15" fmla="*/ 0 h 2604"/>
              <a:gd name="p0x16" fmla="*/ 420 w 9324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19"/>
            </p:custDataLst>
          </p:nvPr>
        </p:nvSpPr>
        <p:spPr>
          <a:xfrm>
            <a:off x="5567045" y="35807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2000" t="-10152" r="-2000" b="-10152"/>
          <a:stretch>
            <a:fillRect/>
          </a:stretch>
        </p:blipFill>
        <p:spPr>
          <a:xfrm>
            <a:off x="5652770" y="3662045"/>
            <a:ext cx="247650" cy="252095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3"/>
            </p:custDataLst>
          </p:nvPr>
        </p:nvSpPr>
        <p:spPr>
          <a:xfrm>
            <a:off x="6139161" y="2979420"/>
            <a:ext cx="495873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典型结果</a:t>
            </a:r>
            <a:endParaRPr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4"/>
            </p:custDataLst>
          </p:nvPr>
        </p:nvSpPr>
        <p:spPr>
          <a:xfrm>
            <a:off x="6139161" y="3352800"/>
            <a:ext cx="4958734" cy="12430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LRU</a:t>
            </a:r>
            <a:r>
              <a:rPr lang="zh-CN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rebuilt-from-eviction blocks = 47, prefix hit tokens = 7680</a:t>
            </a:r>
            <a:endParaRPr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33000"/>
              </a:lnSpc>
            </a:pPr>
            <a:r>
              <a:rPr lang="en-US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family_protect</a:t>
            </a:r>
            <a:r>
              <a:rPr lang="zh-CN" altLang="en-US"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rebuilt-from-eviction blocks = 0, prefix hit tokens = 8432</a:t>
            </a:r>
            <a:endParaRPr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5"/>
            </p:custDataLst>
          </p:nvPr>
        </p:nvSpPr>
        <p:spPr>
          <a:xfrm>
            <a:off x="5372100" y="4817745"/>
            <a:ext cx="5920740" cy="1654175"/>
          </a:xfrm>
          <a:custGeom>
            <a:avLst/>
            <a:gdLst>
              <a:gd name="sw" fmla="*/ 1 w 9324"/>
              <a:gd name="sh" fmla="*/ 1 h 2604"/>
              <a:gd name="mins" fmla="min sw sh"/>
              <a:gd name="dsw" fmla="+- 0 sw mins"/>
              <a:gd name="dsh" fmla="+- 0 sh mins"/>
              <a:gd name="p0x0" fmla="*/ 420 w 9324"/>
              <a:gd name="p0y0" fmla="*/ 0 h 2604"/>
              <a:gd name="p0x1" fmla="*/ 8904 w 9324"/>
              <a:gd name="p0y1" fmla="*/ 0 h 2604"/>
              <a:gd name="p0x2" fmla="*/ 9135 w 9324"/>
              <a:gd name="p0y2" fmla="*/ 0 h 2604"/>
              <a:gd name="p0x3" fmla="*/ 9324 w 9324"/>
              <a:gd name="p0y3" fmla="*/ 188 h 2604"/>
              <a:gd name="p0x4" fmla="*/ 9324 w 9324"/>
              <a:gd name="p0y4" fmla="*/ 420 h 2604"/>
              <a:gd name="p0x5" fmla="*/ 9324 w 9324"/>
              <a:gd name="p0y5" fmla="*/ 2184 h 2604"/>
              <a:gd name="p0x6" fmla="*/ 9324 w 9324"/>
              <a:gd name="p0y6" fmla="*/ 2416 h 2604"/>
              <a:gd name="p0x7" fmla="*/ 9135 w 9324"/>
              <a:gd name="p0y7" fmla="*/ 2604 h 2604"/>
              <a:gd name="p0x8" fmla="*/ 8904 w 9324"/>
              <a:gd name="p0y8" fmla="*/ 2604 h 2604"/>
              <a:gd name="p0x9" fmla="*/ 420 w 9324"/>
              <a:gd name="p0y9" fmla="*/ 2604 h 2604"/>
              <a:gd name="p0x10" fmla="*/ 188 w 9324"/>
              <a:gd name="p0y10" fmla="*/ 2604 h 2604"/>
              <a:gd name="p0x11" fmla="*/ 0 w 9324"/>
              <a:gd name="p0y11" fmla="*/ 2416 h 2604"/>
              <a:gd name="p0x12" fmla="*/ 0 w 9324"/>
              <a:gd name="p0y12" fmla="*/ 2184 h 2604"/>
              <a:gd name="p0x13" fmla="*/ 0 w 9324"/>
              <a:gd name="p0y13" fmla="*/ 420 h 2604"/>
              <a:gd name="p0x14" fmla="*/ 0 w 9324"/>
              <a:gd name="p0y14" fmla="*/ 188 h 2604"/>
              <a:gd name="p0x15" fmla="*/ 188 w 9324"/>
              <a:gd name="p0y15" fmla="*/ 0 h 2604"/>
              <a:gd name="p0x16" fmla="*/ 420 w 9324"/>
              <a:gd name="p0y16" fmla="*/ 0 h 260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26"/>
            </p:custDataLst>
          </p:nvPr>
        </p:nvSpPr>
        <p:spPr>
          <a:xfrm>
            <a:off x="5567045" y="543496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1404" t="-897" r="-1404" b="-897"/>
          <a:stretch>
            <a:fillRect/>
          </a:stretch>
        </p:blipFill>
        <p:spPr>
          <a:xfrm>
            <a:off x="5683885" y="5516245"/>
            <a:ext cx="186055" cy="252095"/>
          </a:xfrm>
          <a:prstGeom prst="rect">
            <a:avLst/>
          </a:prstGeom>
        </p:spPr>
      </p:pic>
      <p:sp>
        <p:nvSpPr>
          <p:cNvPr id="27" name="文本框 26"/>
          <p:cNvSpPr txBox="1"/>
          <p:nvPr>
            <p:custDataLst>
              <p:tags r:id="rId30"/>
            </p:custDataLst>
          </p:nvPr>
        </p:nvSpPr>
        <p:spPr>
          <a:xfrm>
            <a:off x="6139161" y="4985994"/>
            <a:ext cx="495873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意义</a:t>
            </a:r>
            <a:endParaRPr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31"/>
            </p:custDataLst>
          </p:nvPr>
        </p:nvSpPr>
        <p:spPr>
          <a:xfrm>
            <a:off x="6139161" y="5359374"/>
            <a:ext cx="4958734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比单纯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evicted blocks 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下降更有说服力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——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证明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LRU 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真的误驱逐了后面还会回访的热点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prefix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KVFabric 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真的把这部分</a:t>
            </a:r>
            <a:r>
              <a:rPr lang="en-US" altLang="zh-CN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rebuilt-from-eviction </a:t>
            </a:r>
            <a:r>
              <a:rPr lang="zh-CN" altLang="en-US" sz="150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压掉了</a:t>
            </a:r>
            <a:endParaRPr lang="zh-CN" altLang="en-US" sz="150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zh-CN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V8 Ambiguous Hot Revisit</a:t>
            </a:r>
            <a:endParaRPr lang="en-US" altLang="zh-CN"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205740" y="1128395"/>
            <a:ext cx="3367405" cy="5362575"/>
          </a:xfrm>
          <a:custGeom>
            <a:avLst/>
            <a:gdLst>
              <a:gd name="sw" fmla="*/ 1 w 5303"/>
              <a:gd name="sh" fmla="*/ 1 h 8445"/>
              <a:gd name="mins" fmla="min sw sh"/>
              <a:gd name="dsw" fmla="+- 0 sw mins"/>
              <a:gd name="dsh" fmla="+- 0 sh mins"/>
              <a:gd name="p0x0" fmla="*/ 420 w 5303"/>
              <a:gd name="p0y0" fmla="*/ 0 h 8445"/>
              <a:gd name="p0x1" fmla="*/ 4883 w 5303"/>
              <a:gd name="p0y1" fmla="*/ 0 h 8445"/>
              <a:gd name="p0x2" fmla="*/ 5115 w 5303"/>
              <a:gd name="p0y2" fmla="*/ 0 h 8445"/>
              <a:gd name="p0x3" fmla="*/ 5303 w 5303"/>
              <a:gd name="p0y3" fmla="*/ 188 h 8445"/>
              <a:gd name="p0x4" fmla="*/ 5303 w 5303"/>
              <a:gd name="p0y4" fmla="*/ 420 h 8445"/>
              <a:gd name="p0x5" fmla="*/ 5303 w 5303"/>
              <a:gd name="p0y5" fmla="*/ 8025 h 8445"/>
              <a:gd name="p0x6" fmla="*/ 5303 w 5303"/>
              <a:gd name="p0y6" fmla="*/ 8256 h 8445"/>
              <a:gd name="p0x7" fmla="*/ 5115 w 5303"/>
              <a:gd name="p0y7" fmla="*/ 8445 h 8445"/>
              <a:gd name="p0x8" fmla="*/ 4883 w 5303"/>
              <a:gd name="p0y8" fmla="*/ 8445 h 8445"/>
              <a:gd name="p0x9" fmla="*/ 420 w 5303"/>
              <a:gd name="p0y9" fmla="*/ 8445 h 8445"/>
              <a:gd name="p0x10" fmla="*/ 188 w 5303"/>
              <a:gd name="p0y10" fmla="*/ 8445 h 8445"/>
              <a:gd name="p0x11" fmla="*/ 0 w 5303"/>
              <a:gd name="p0y11" fmla="*/ 8256 h 8445"/>
              <a:gd name="p0x12" fmla="*/ 0 w 5303"/>
              <a:gd name="p0y12" fmla="*/ 8025 h 8445"/>
              <a:gd name="p0x13" fmla="*/ 0 w 5303"/>
              <a:gd name="p0y13" fmla="*/ 420 h 8445"/>
              <a:gd name="p0x14" fmla="*/ 0 w 5303"/>
              <a:gd name="p0y14" fmla="*/ 188 h 8445"/>
              <a:gd name="p0x15" fmla="*/ 188 w 5303"/>
              <a:gd name="p0y15" fmla="*/ 0 h 8445"/>
              <a:gd name="p0x16" fmla="*/ 420 w 5303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任意多边形 1"/>
          <p:cNvSpPr/>
          <p:nvPr>
            <p:custDataLst>
              <p:tags r:id="rId3"/>
            </p:custDataLst>
          </p:nvPr>
        </p:nvSpPr>
        <p:spPr>
          <a:xfrm>
            <a:off x="1680210" y="212471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2000" t="-2933" r="-2000" b="-2933"/>
          <a:stretch>
            <a:fillRect/>
          </a:stretch>
        </p:blipFill>
        <p:spPr>
          <a:xfrm>
            <a:off x="1765935" y="2205990"/>
            <a:ext cx="247650" cy="25209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1489847" y="2642321"/>
            <a:ext cx="8001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动机</a:t>
            </a:r>
            <a:endParaRPr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8"/>
            </p:custDataLst>
          </p:nvPr>
        </p:nvSpPr>
        <p:spPr>
          <a:xfrm>
            <a:off x="477520" y="314388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-7143" r="-7143"/>
          <a:stretch>
            <a:fillRect/>
          </a:stretch>
        </p:blipFill>
        <p:spPr>
          <a:xfrm>
            <a:off x="534670" y="3201035"/>
            <a:ext cx="152400" cy="1524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858520" y="3130001"/>
            <a:ext cx="2443753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冷热区分明显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858520" y="3405273"/>
            <a:ext cx="2443753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phased hot revisit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能证明热点误驱逐，但原有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workload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中冷热边界过于清晰</a:t>
            </a:r>
            <a:endParaRPr lang="zh-CN" altLang="en-US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4"/>
            </p:custDataLst>
          </p:nvPr>
        </p:nvSpPr>
        <p:spPr>
          <a:xfrm>
            <a:off x="477520" y="439547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-3333" t="-3333" r="-3333" b="-3333"/>
          <a:stretch>
            <a:fillRect/>
          </a:stretch>
        </p:blipFill>
        <p:spPr>
          <a:xfrm>
            <a:off x="534670" y="4452620"/>
            <a:ext cx="152400" cy="15240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8"/>
            </p:custDataLst>
          </p:nvPr>
        </p:nvSpPr>
        <p:spPr>
          <a:xfrm>
            <a:off x="858520" y="4381500"/>
            <a:ext cx="2443753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验证策略非简单保护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9"/>
            </p:custDataLst>
          </p:nvPr>
        </p:nvSpPr>
        <p:spPr>
          <a:xfrm>
            <a:off x="858520" y="4656772"/>
            <a:ext cx="2443753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新增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ambiguous workload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，验证策略不是简单保护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看起来深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"</a:t>
            </a:r>
            <a:r>
              <a:rPr lang="zh-CN" alt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prefix</a:t>
            </a:r>
            <a:endParaRPr lang="en-US" altLang="zh-CN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20"/>
            </p:custDataLst>
          </p:nvPr>
        </p:nvSpPr>
        <p:spPr>
          <a:xfrm>
            <a:off x="3830320" y="1128395"/>
            <a:ext cx="3790315" cy="5362575"/>
          </a:xfrm>
          <a:custGeom>
            <a:avLst/>
            <a:gdLst>
              <a:gd name="sw" fmla="*/ 1 w 5968"/>
              <a:gd name="sh" fmla="*/ 1 h 8445"/>
              <a:gd name="mins" fmla="min sw sh"/>
              <a:gd name="dsw" fmla="+- 0 sw mins"/>
              <a:gd name="dsh" fmla="+- 0 sh mins"/>
              <a:gd name="p0x0" fmla="*/ 420 w 5968"/>
              <a:gd name="p0y0" fmla="*/ 0 h 8445"/>
              <a:gd name="p0x1" fmla="*/ 5548 w 5968"/>
              <a:gd name="p0y1" fmla="*/ 0 h 8445"/>
              <a:gd name="p0x2" fmla="*/ 5780 w 5968"/>
              <a:gd name="p0y2" fmla="*/ 0 h 8445"/>
              <a:gd name="p0x3" fmla="*/ 5968 w 5968"/>
              <a:gd name="p0y3" fmla="*/ 188 h 8445"/>
              <a:gd name="p0x4" fmla="*/ 5968 w 5968"/>
              <a:gd name="p0y4" fmla="*/ 420 h 8445"/>
              <a:gd name="p0x5" fmla="*/ 5968 w 5968"/>
              <a:gd name="p0y5" fmla="*/ 8025 h 8445"/>
              <a:gd name="p0x6" fmla="*/ 5968 w 5968"/>
              <a:gd name="p0y6" fmla="*/ 8256 h 8445"/>
              <a:gd name="p0x7" fmla="*/ 5780 w 5968"/>
              <a:gd name="p0y7" fmla="*/ 8445 h 8445"/>
              <a:gd name="p0x8" fmla="*/ 5548 w 5968"/>
              <a:gd name="p0y8" fmla="*/ 8445 h 8445"/>
              <a:gd name="p0x9" fmla="*/ 420 w 5968"/>
              <a:gd name="p0y9" fmla="*/ 8445 h 8445"/>
              <a:gd name="p0x10" fmla="*/ 188 w 5968"/>
              <a:gd name="p0y10" fmla="*/ 8445 h 8445"/>
              <a:gd name="p0x11" fmla="*/ 0 w 5968"/>
              <a:gd name="p0y11" fmla="*/ 8256 h 8445"/>
              <a:gd name="p0x12" fmla="*/ 0 w 5968"/>
              <a:gd name="p0y12" fmla="*/ 8025 h 8445"/>
              <a:gd name="p0x13" fmla="*/ 0 w 5968"/>
              <a:gd name="p0y13" fmla="*/ 420 h 8445"/>
              <a:gd name="p0x14" fmla="*/ 0 w 5968"/>
              <a:gd name="p0y14" fmla="*/ 188 h 8445"/>
              <a:gd name="p0x15" fmla="*/ 188 w 5968"/>
              <a:gd name="p0y15" fmla="*/ 0 h 8445"/>
              <a:gd name="p0x16" fmla="*/ 420 w 5968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272EC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任意多边形 16"/>
          <p:cNvSpPr/>
          <p:nvPr>
            <p:custDataLst>
              <p:tags r:id="rId21"/>
            </p:custDataLst>
          </p:nvPr>
        </p:nvSpPr>
        <p:spPr>
          <a:xfrm>
            <a:off x="5478145" y="189992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300 w 780"/>
              <a:gd name="p0y0" fmla="*/ 0 h 780"/>
              <a:gd name="p0x1" fmla="*/ 480 w 780"/>
              <a:gd name="p0y1" fmla="*/ 0 h 780"/>
              <a:gd name="p0x2" fmla="*/ 645 w 780"/>
              <a:gd name="p0y2" fmla="*/ 0 h 780"/>
              <a:gd name="p0x3" fmla="*/ 780 w 780"/>
              <a:gd name="p0y3" fmla="*/ 134 h 780"/>
              <a:gd name="p0x4" fmla="*/ 780 w 780"/>
              <a:gd name="p0y4" fmla="*/ 300 h 780"/>
              <a:gd name="p0x5" fmla="*/ 780 w 780"/>
              <a:gd name="p0y5" fmla="*/ 480 h 780"/>
              <a:gd name="p0x6" fmla="*/ 780 w 780"/>
              <a:gd name="p0y6" fmla="*/ 645 h 780"/>
              <a:gd name="p0x7" fmla="*/ 645 w 780"/>
              <a:gd name="p0y7" fmla="*/ 780 h 780"/>
              <a:gd name="p0x8" fmla="*/ 480 w 780"/>
              <a:gd name="p0y8" fmla="*/ 780 h 780"/>
              <a:gd name="p0x9" fmla="*/ 300 w 780"/>
              <a:gd name="p0y9" fmla="*/ 780 h 780"/>
              <a:gd name="p0x10" fmla="*/ 134 w 780"/>
              <a:gd name="p0y10" fmla="*/ 780 h 780"/>
              <a:gd name="p0x11" fmla="*/ 0 w 780"/>
              <a:gd name="p0y11" fmla="*/ 645 h 780"/>
              <a:gd name="p0x12" fmla="*/ 0 w 780"/>
              <a:gd name="p0y12" fmla="*/ 480 h 780"/>
              <a:gd name="p0x13" fmla="*/ 0 w 780"/>
              <a:gd name="p0y13" fmla="*/ 300 h 780"/>
              <a:gd name="p0x14" fmla="*/ 0 w 780"/>
              <a:gd name="p0y14" fmla="*/ 134 h 780"/>
              <a:gd name="p0x15" fmla="*/ 134 w 780"/>
              <a:gd name="p0y15" fmla="*/ 0 h 780"/>
              <a:gd name="p0x16" fmla="*/ 30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/>
          <a:stretch>
            <a:fillRect/>
          </a:stretch>
        </p:blipFill>
        <p:spPr>
          <a:xfrm>
            <a:off x="5592445" y="1995170"/>
            <a:ext cx="266700" cy="30480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5"/>
            </p:custDataLst>
          </p:nvPr>
        </p:nvSpPr>
        <p:spPr>
          <a:xfrm>
            <a:off x="4477877" y="2455545"/>
            <a:ext cx="196244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en-US" sz="2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workload</a:t>
            </a:r>
            <a:r>
              <a:rPr lang="zh-CN" sz="2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特点</a:t>
            </a:r>
            <a:endParaRPr lang="zh-CN" sz="2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26"/>
            </p:custDataLst>
          </p:nvPr>
        </p:nvSpPr>
        <p:spPr>
          <a:xfrm>
            <a:off x="6383020" y="2519045"/>
            <a:ext cx="457200" cy="238125"/>
          </a:xfrm>
          <a:custGeom>
            <a:avLst/>
            <a:gdLst>
              <a:gd name="sw" fmla="*/ 1 w 720"/>
              <a:gd name="sh" fmla="*/ 1 h 375"/>
              <a:gd name="mins" fmla="min sw sh"/>
              <a:gd name="dsw" fmla="+- 0 sw mins"/>
              <a:gd name="dsh" fmla="+- 0 sh mins"/>
              <a:gd name="p0x0" fmla="*/ 180 w 720"/>
              <a:gd name="p0y0" fmla="*/ 0 h 375"/>
              <a:gd name="p0x1" fmla="*/ 540 w 720"/>
              <a:gd name="p0y1" fmla="*/ 0 h 375"/>
              <a:gd name="p0x2" fmla="*/ 639 w 720"/>
              <a:gd name="p0y2" fmla="*/ 0 h 375"/>
              <a:gd name="p0x3" fmla="*/ 720 w 720"/>
              <a:gd name="p0y3" fmla="*/ 80 h 375"/>
              <a:gd name="p0x4" fmla="*/ 720 w 720"/>
              <a:gd name="p0y4" fmla="*/ 180 h 375"/>
              <a:gd name="p0x5" fmla="*/ 720 w 720"/>
              <a:gd name="p0y5" fmla="*/ 195 h 375"/>
              <a:gd name="p0x6" fmla="*/ 720 w 720"/>
              <a:gd name="p0y6" fmla="*/ 294 h 375"/>
              <a:gd name="p0x7" fmla="*/ 639 w 720"/>
              <a:gd name="p0y7" fmla="*/ 375 h 375"/>
              <a:gd name="p0x8" fmla="*/ 540 w 720"/>
              <a:gd name="p0y8" fmla="*/ 375 h 375"/>
              <a:gd name="p0x9" fmla="*/ 180 w 720"/>
              <a:gd name="p0y9" fmla="*/ 375 h 375"/>
              <a:gd name="p0x10" fmla="*/ 80 w 720"/>
              <a:gd name="p0y10" fmla="*/ 375 h 375"/>
              <a:gd name="p0x11" fmla="*/ 0 w 720"/>
              <a:gd name="p0y11" fmla="*/ 294 h 375"/>
              <a:gd name="p0x12" fmla="*/ 0 w 720"/>
              <a:gd name="p0y12" fmla="*/ 195 h 375"/>
              <a:gd name="p0x13" fmla="*/ 0 w 720"/>
              <a:gd name="p0y13" fmla="*/ 180 h 375"/>
              <a:gd name="p0x14" fmla="*/ 0 w 720"/>
              <a:gd name="p0y14" fmla="*/ 80 h 375"/>
              <a:gd name="p0x15" fmla="*/ 80 w 720"/>
              <a:gd name="p0y15" fmla="*/ 0 h 375"/>
              <a:gd name="p0x16" fmla="*/ 180 w 720"/>
              <a:gd name="p0y16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27"/>
            </p:custDataLst>
          </p:nvPr>
        </p:nvSpPr>
        <p:spPr>
          <a:xfrm>
            <a:off x="6459373" y="2538413"/>
            <a:ext cx="457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关键</a:t>
            </a:r>
            <a:endParaRPr sz="120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8"/>
            </p:custDataLst>
          </p:nvPr>
        </p:nvSpPr>
        <p:spPr>
          <a:xfrm>
            <a:off x="4025900" y="2957195"/>
            <a:ext cx="3399155" cy="419100"/>
          </a:xfrm>
          <a:custGeom>
            <a:avLst/>
            <a:gdLst>
              <a:gd name="sw" fmla="*/ 1 w 5353"/>
              <a:gd name="sh" fmla="*/ 1 h 660"/>
              <a:gd name="mins" fmla="min sw sh"/>
              <a:gd name="dsw" fmla="+- 0 sw mins"/>
              <a:gd name="dsh" fmla="+- 0 sh mins"/>
              <a:gd name="p0x0" fmla="*/ 300 w 5353"/>
              <a:gd name="p0y0" fmla="*/ 0 h 660"/>
              <a:gd name="p0x1" fmla="*/ 5053 w 5353"/>
              <a:gd name="p0y1" fmla="*/ 0 h 660"/>
              <a:gd name="p0x2" fmla="*/ 5218 w 5353"/>
              <a:gd name="p0y2" fmla="*/ 0 h 660"/>
              <a:gd name="p0x3" fmla="*/ 5353 w 5353"/>
              <a:gd name="p0y3" fmla="*/ 134 h 660"/>
              <a:gd name="p0x4" fmla="*/ 5353 w 5353"/>
              <a:gd name="p0y4" fmla="*/ 300 h 660"/>
              <a:gd name="p0x5" fmla="*/ 5353 w 5353"/>
              <a:gd name="p0y5" fmla="*/ 360 h 660"/>
              <a:gd name="p0x6" fmla="*/ 5353 w 5353"/>
              <a:gd name="p0y6" fmla="*/ 525 h 660"/>
              <a:gd name="p0x7" fmla="*/ 5218 w 5353"/>
              <a:gd name="p0y7" fmla="*/ 660 h 660"/>
              <a:gd name="p0x8" fmla="*/ 5053 w 5353"/>
              <a:gd name="p0y8" fmla="*/ 660 h 660"/>
              <a:gd name="p0x9" fmla="*/ 300 w 5353"/>
              <a:gd name="p0y9" fmla="*/ 660 h 660"/>
              <a:gd name="p0x10" fmla="*/ 134 w 5353"/>
              <a:gd name="p0y10" fmla="*/ 660 h 660"/>
              <a:gd name="p0x11" fmla="*/ 0 w 5353"/>
              <a:gd name="p0y11" fmla="*/ 525 h 660"/>
              <a:gd name="p0x12" fmla="*/ 0 w 5353"/>
              <a:gd name="p0y12" fmla="*/ 360 h 660"/>
              <a:gd name="p0x13" fmla="*/ 0 w 5353"/>
              <a:gd name="p0y13" fmla="*/ 300 h 660"/>
              <a:gd name="p0x14" fmla="*/ 0 w 5353"/>
              <a:gd name="p0y14" fmla="*/ 134 h 660"/>
              <a:gd name="p0x15" fmla="*/ 134 w 5353"/>
              <a:gd name="p0y15" fmla="*/ 0 h 660"/>
              <a:gd name="p0x16" fmla="*/ 300 w 5353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29"/>
            </p:custDataLst>
          </p:nvPr>
        </p:nvSpPr>
        <p:spPr>
          <a:xfrm>
            <a:off x="4140200" y="30333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 t="-7143" b="-7143"/>
          <a:stretch>
            <a:fillRect/>
          </a:stretch>
        </p:blipFill>
        <p:spPr>
          <a:xfrm>
            <a:off x="4187825" y="3090545"/>
            <a:ext cx="171450" cy="152400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33"/>
            </p:custDataLst>
          </p:nvPr>
        </p:nvSpPr>
        <p:spPr>
          <a:xfrm>
            <a:off x="4521482" y="3033713"/>
            <a:ext cx="2725341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冷族内部也有短期共享</a:t>
            </a:r>
            <a:r>
              <a:rPr lang="en-US" altLang="zh-CN" sz="15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anchor</a:t>
            </a:r>
            <a:endParaRPr lang="en-US" altLang="zh-CN" sz="150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4"/>
            </p:custDataLst>
          </p:nvPr>
        </p:nvSpPr>
        <p:spPr>
          <a:xfrm>
            <a:off x="4025900" y="3490595"/>
            <a:ext cx="3399155" cy="419100"/>
          </a:xfrm>
          <a:custGeom>
            <a:avLst/>
            <a:gdLst>
              <a:gd name="sw" fmla="*/ 1 w 5353"/>
              <a:gd name="sh" fmla="*/ 1 h 660"/>
              <a:gd name="mins" fmla="min sw sh"/>
              <a:gd name="dsw" fmla="+- 0 sw mins"/>
              <a:gd name="dsh" fmla="+- 0 sh mins"/>
              <a:gd name="p0x0" fmla="*/ 300 w 5353"/>
              <a:gd name="p0y0" fmla="*/ 0 h 660"/>
              <a:gd name="p0x1" fmla="*/ 5053 w 5353"/>
              <a:gd name="p0y1" fmla="*/ 0 h 660"/>
              <a:gd name="p0x2" fmla="*/ 5218 w 5353"/>
              <a:gd name="p0y2" fmla="*/ 0 h 660"/>
              <a:gd name="p0x3" fmla="*/ 5353 w 5353"/>
              <a:gd name="p0y3" fmla="*/ 134 h 660"/>
              <a:gd name="p0x4" fmla="*/ 5353 w 5353"/>
              <a:gd name="p0y4" fmla="*/ 300 h 660"/>
              <a:gd name="p0x5" fmla="*/ 5353 w 5353"/>
              <a:gd name="p0y5" fmla="*/ 360 h 660"/>
              <a:gd name="p0x6" fmla="*/ 5353 w 5353"/>
              <a:gd name="p0y6" fmla="*/ 525 h 660"/>
              <a:gd name="p0x7" fmla="*/ 5218 w 5353"/>
              <a:gd name="p0y7" fmla="*/ 660 h 660"/>
              <a:gd name="p0x8" fmla="*/ 5053 w 5353"/>
              <a:gd name="p0y8" fmla="*/ 660 h 660"/>
              <a:gd name="p0x9" fmla="*/ 300 w 5353"/>
              <a:gd name="p0y9" fmla="*/ 660 h 660"/>
              <a:gd name="p0x10" fmla="*/ 134 w 5353"/>
              <a:gd name="p0y10" fmla="*/ 660 h 660"/>
              <a:gd name="p0x11" fmla="*/ 0 w 5353"/>
              <a:gd name="p0y11" fmla="*/ 525 h 660"/>
              <a:gd name="p0x12" fmla="*/ 0 w 5353"/>
              <a:gd name="p0y12" fmla="*/ 360 h 660"/>
              <a:gd name="p0x13" fmla="*/ 0 w 5353"/>
              <a:gd name="p0y13" fmla="*/ 300 h 660"/>
              <a:gd name="p0x14" fmla="*/ 0 w 5353"/>
              <a:gd name="p0y14" fmla="*/ 134 h 660"/>
              <a:gd name="p0x15" fmla="*/ 134 w 5353"/>
              <a:gd name="p0y15" fmla="*/ 0 h 660"/>
              <a:gd name="p0x16" fmla="*/ 300 w 5353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35"/>
            </p:custDataLst>
          </p:nvPr>
        </p:nvSpPr>
        <p:spPr>
          <a:xfrm>
            <a:off x="4140200" y="35667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l="-6250" r="-6250"/>
          <a:stretch>
            <a:fillRect/>
          </a:stretch>
        </p:blipFill>
        <p:spPr>
          <a:xfrm>
            <a:off x="4225925" y="3623945"/>
            <a:ext cx="95250" cy="15240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39"/>
            </p:custDataLst>
          </p:nvPr>
        </p:nvSpPr>
        <p:spPr>
          <a:xfrm>
            <a:off x="4521482" y="3567113"/>
            <a:ext cx="2220887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冷块也表现出较深</a:t>
            </a:r>
            <a:r>
              <a:rPr lang="en-US" altLang="zh-CN" sz="15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prefix</a:t>
            </a:r>
            <a:endParaRPr lang="en-US" altLang="zh-CN" sz="150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40"/>
            </p:custDataLst>
          </p:nvPr>
        </p:nvSpPr>
        <p:spPr>
          <a:xfrm>
            <a:off x="4025900" y="4023995"/>
            <a:ext cx="3399155" cy="419100"/>
          </a:xfrm>
          <a:custGeom>
            <a:avLst/>
            <a:gdLst>
              <a:gd name="sw" fmla="*/ 1 w 5353"/>
              <a:gd name="sh" fmla="*/ 1 h 660"/>
              <a:gd name="mins" fmla="min sw sh"/>
              <a:gd name="dsw" fmla="+- 0 sw mins"/>
              <a:gd name="dsh" fmla="+- 0 sh mins"/>
              <a:gd name="p0x0" fmla="*/ 300 w 5353"/>
              <a:gd name="p0y0" fmla="*/ 0 h 660"/>
              <a:gd name="p0x1" fmla="*/ 5053 w 5353"/>
              <a:gd name="p0y1" fmla="*/ 0 h 660"/>
              <a:gd name="p0x2" fmla="*/ 5218 w 5353"/>
              <a:gd name="p0y2" fmla="*/ 0 h 660"/>
              <a:gd name="p0x3" fmla="*/ 5353 w 5353"/>
              <a:gd name="p0y3" fmla="*/ 134 h 660"/>
              <a:gd name="p0x4" fmla="*/ 5353 w 5353"/>
              <a:gd name="p0y4" fmla="*/ 300 h 660"/>
              <a:gd name="p0x5" fmla="*/ 5353 w 5353"/>
              <a:gd name="p0y5" fmla="*/ 360 h 660"/>
              <a:gd name="p0x6" fmla="*/ 5353 w 5353"/>
              <a:gd name="p0y6" fmla="*/ 525 h 660"/>
              <a:gd name="p0x7" fmla="*/ 5218 w 5353"/>
              <a:gd name="p0y7" fmla="*/ 660 h 660"/>
              <a:gd name="p0x8" fmla="*/ 5053 w 5353"/>
              <a:gd name="p0y8" fmla="*/ 660 h 660"/>
              <a:gd name="p0x9" fmla="*/ 300 w 5353"/>
              <a:gd name="p0y9" fmla="*/ 660 h 660"/>
              <a:gd name="p0x10" fmla="*/ 134 w 5353"/>
              <a:gd name="p0y10" fmla="*/ 660 h 660"/>
              <a:gd name="p0x11" fmla="*/ 0 w 5353"/>
              <a:gd name="p0y11" fmla="*/ 525 h 660"/>
              <a:gd name="p0x12" fmla="*/ 0 w 5353"/>
              <a:gd name="p0y12" fmla="*/ 360 h 660"/>
              <a:gd name="p0x13" fmla="*/ 0 w 5353"/>
              <a:gd name="p0y13" fmla="*/ 300 h 660"/>
              <a:gd name="p0x14" fmla="*/ 0 w 5353"/>
              <a:gd name="p0y14" fmla="*/ 134 h 660"/>
              <a:gd name="p0x15" fmla="*/ 134 w 5353"/>
              <a:gd name="p0y15" fmla="*/ 0 h 660"/>
              <a:gd name="p0x16" fmla="*/ 300 w 5353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>
            <p:custDataLst>
              <p:tags r:id="rId41"/>
            </p:custDataLst>
          </p:nvPr>
        </p:nvSpPr>
        <p:spPr>
          <a:xfrm>
            <a:off x="4140200" y="41001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>
            <a:fillRect/>
          </a:stretch>
        </p:blipFill>
        <p:spPr>
          <a:xfrm>
            <a:off x="4197350" y="4157345"/>
            <a:ext cx="152400" cy="152400"/>
          </a:xfrm>
          <a:prstGeom prst="rect">
            <a:avLst/>
          </a:prstGeom>
        </p:spPr>
      </p:pic>
      <p:sp>
        <p:nvSpPr>
          <p:cNvPr id="33" name="文本框 32"/>
          <p:cNvSpPr txBox="1"/>
          <p:nvPr>
            <p:custDataLst>
              <p:tags r:id="rId45"/>
            </p:custDataLst>
          </p:nvPr>
        </p:nvSpPr>
        <p:spPr>
          <a:xfrm>
            <a:off x="4521482" y="4100513"/>
            <a:ext cx="2764041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冷块也有较高</a:t>
            </a:r>
            <a:r>
              <a:rPr lang="en-US" altLang="zh-CN" sz="15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recompute cost</a:t>
            </a:r>
            <a:endParaRPr lang="en-US" altLang="zh-CN" sz="150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46"/>
            </p:custDataLst>
          </p:nvPr>
        </p:nvSpPr>
        <p:spPr>
          <a:xfrm>
            <a:off x="4025900" y="4557395"/>
            <a:ext cx="3399155" cy="419100"/>
          </a:xfrm>
          <a:custGeom>
            <a:avLst/>
            <a:gdLst>
              <a:gd name="sw" fmla="*/ 1 w 5353"/>
              <a:gd name="sh" fmla="*/ 1 h 660"/>
              <a:gd name="mins" fmla="min sw sh"/>
              <a:gd name="dsw" fmla="+- 0 sw mins"/>
              <a:gd name="dsh" fmla="+- 0 sh mins"/>
              <a:gd name="p0x0" fmla="*/ 300 w 5353"/>
              <a:gd name="p0y0" fmla="*/ 0 h 660"/>
              <a:gd name="p0x1" fmla="*/ 5053 w 5353"/>
              <a:gd name="p0y1" fmla="*/ 0 h 660"/>
              <a:gd name="p0x2" fmla="*/ 5218 w 5353"/>
              <a:gd name="p0y2" fmla="*/ 0 h 660"/>
              <a:gd name="p0x3" fmla="*/ 5353 w 5353"/>
              <a:gd name="p0y3" fmla="*/ 134 h 660"/>
              <a:gd name="p0x4" fmla="*/ 5353 w 5353"/>
              <a:gd name="p0y4" fmla="*/ 300 h 660"/>
              <a:gd name="p0x5" fmla="*/ 5353 w 5353"/>
              <a:gd name="p0y5" fmla="*/ 360 h 660"/>
              <a:gd name="p0x6" fmla="*/ 5353 w 5353"/>
              <a:gd name="p0y6" fmla="*/ 525 h 660"/>
              <a:gd name="p0x7" fmla="*/ 5218 w 5353"/>
              <a:gd name="p0y7" fmla="*/ 660 h 660"/>
              <a:gd name="p0x8" fmla="*/ 5053 w 5353"/>
              <a:gd name="p0y8" fmla="*/ 660 h 660"/>
              <a:gd name="p0x9" fmla="*/ 300 w 5353"/>
              <a:gd name="p0y9" fmla="*/ 660 h 660"/>
              <a:gd name="p0x10" fmla="*/ 134 w 5353"/>
              <a:gd name="p0y10" fmla="*/ 660 h 660"/>
              <a:gd name="p0x11" fmla="*/ 0 w 5353"/>
              <a:gd name="p0y11" fmla="*/ 525 h 660"/>
              <a:gd name="p0x12" fmla="*/ 0 w 5353"/>
              <a:gd name="p0y12" fmla="*/ 360 h 660"/>
              <a:gd name="p0x13" fmla="*/ 0 w 5353"/>
              <a:gd name="p0y13" fmla="*/ 300 h 660"/>
              <a:gd name="p0x14" fmla="*/ 0 w 5353"/>
              <a:gd name="p0y14" fmla="*/ 134 h 660"/>
              <a:gd name="p0x15" fmla="*/ 134 w 5353"/>
              <a:gd name="p0y15" fmla="*/ 0 h 660"/>
              <a:gd name="p0x16" fmla="*/ 300 w 5353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47"/>
            </p:custDataLst>
          </p:nvPr>
        </p:nvSpPr>
        <p:spPr>
          <a:xfrm>
            <a:off x="4140200" y="46335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>
            <a:fillRect/>
          </a:stretch>
        </p:blipFill>
        <p:spPr>
          <a:xfrm>
            <a:off x="4197350" y="4690745"/>
            <a:ext cx="152400" cy="152400"/>
          </a:xfrm>
          <a:prstGeom prst="rect">
            <a:avLst/>
          </a:prstGeom>
        </p:spPr>
      </p:pic>
      <p:sp>
        <p:nvSpPr>
          <p:cNvPr id="37" name="文本框 36"/>
          <p:cNvSpPr txBox="1"/>
          <p:nvPr>
            <p:custDataLst>
              <p:tags r:id="rId51"/>
            </p:custDataLst>
          </p:nvPr>
        </p:nvSpPr>
        <p:spPr>
          <a:xfrm>
            <a:off x="4521482" y="4633913"/>
            <a:ext cx="19050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但冷族不会长期回访</a:t>
            </a:r>
            <a:endParaRPr sz="150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52"/>
            </p:custDataLst>
          </p:nvPr>
        </p:nvSpPr>
        <p:spPr>
          <a:xfrm>
            <a:off x="4025900" y="5090795"/>
            <a:ext cx="3399155" cy="628650"/>
          </a:xfrm>
          <a:custGeom>
            <a:avLst/>
            <a:gdLst>
              <a:gd name="sw" fmla="*/ 1 w 5353"/>
              <a:gd name="sh" fmla="*/ 1 h 990"/>
              <a:gd name="mins" fmla="min sw sh"/>
              <a:gd name="dsw" fmla="+- 0 sw mins"/>
              <a:gd name="dsh" fmla="+- 0 sh mins"/>
              <a:gd name="p0x0" fmla="*/ 300 w 5353"/>
              <a:gd name="p0y0" fmla="*/ 0 h 990"/>
              <a:gd name="p0x1" fmla="*/ 5053 w 5353"/>
              <a:gd name="p0y1" fmla="*/ 0 h 990"/>
              <a:gd name="p0x2" fmla="*/ 5218 w 5353"/>
              <a:gd name="p0y2" fmla="*/ 0 h 990"/>
              <a:gd name="p0x3" fmla="*/ 5353 w 5353"/>
              <a:gd name="p0y3" fmla="*/ 134 h 990"/>
              <a:gd name="p0x4" fmla="*/ 5353 w 5353"/>
              <a:gd name="p0y4" fmla="*/ 300 h 990"/>
              <a:gd name="p0x5" fmla="*/ 5353 w 5353"/>
              <a:gd name="p0y5" fmla="*/ 690 h 990"/>
              <a:gd name="p0x6" fmla="*/ 5353 w 5353"/>
              <a:gd name="p0y6" fmla="*/ 855 h 990"/>
              <a:gd name="p0x7" fmla="*/ 5218 w 5353"/>
              <a:gd name="p0y7" fmla="*/ 990 h 990"/>
              <a:gd name="p0x8" fmla="*/ 5053 w 5353"/>
              <a:gd name="p0y8" fmla="*/ 990 h 990"/>
              <a:gd name="p0x9" fmla="*/ 300 w 5353"/>
              <a:gd name="p0y9" fmla="*/ 990 h 990"/>
              <a:gd name="p0x10" fmla="*/ 134 w 5353"/>
              <a:gd name="p0y10" fmla="*/ 990 h 990"/>
              <a:gd name="p0x11" fmla="*/ 0 w 5353"/>
              <a:gd name="p0y11" fmla="*/ 855 h 990"/>
              <a:gd name="p0x12" fmla="*/ 0 w 5353"/>
              <a:gd name="p0y12" fmla="*/ 690 h 990"/>
              <a:gd name="p0x13" fmla="*/ 0 w 5353"/>
              <a:gd name="p0y13" fmla="*/ 300 h 990"/>
              <a:gd name="p0x14" fmla="*/ 0 w 5353"/>
              <a:gd name="p0y14" fmla="*/ 134 h 990"/>
              <a:gd name="p0x15" fmla="*/ 134 w 5353"/>
              <a:gd name="p0y15" fmla="*/ 0 h 990"/>
              <a:gd name="p0x16" fmla="*/ 300 w 5353"/>
              <a:gd name="p0y16" fmla="*/ 0 h 99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任意多边形 38"/>
          <p:cNvSpPr/>
          <p:nvPr>
            <p:custDataLst>
              <p:tags r:id="rId53"/>
            </p:custDataLst>
          </p:nvPr>
        </p:nvSpPr>
        <p:spPr>
          <a:xfrm>
            <a:off x="4140200" y="527177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0" name="图片 39"/>
          <p:cNvPicPr>
            <a:picLocks noChangeAspect="1"/>
          </p:cNvPicPr>
          <p:nvPr>
            <p:custDataLst>
              <p:tags r:id="rId54"/>
            </p:custDataLst>
          </p:nvPr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 l="-3125" r="-3125"/>
          <a:stretch>
            <a:fillRect/>
          </a:stretch>
        </p:blipFill>
        <p:spPr>
          <a:xfrm>
            <a:off x="4206875" y="5328920"/>
            <a:ext cx="133350" cy="152400"/>
          </a:xfrm>
          <a:prstGeom prst="rect">
            <a:avLst/>
          </a:prstGeom>
        </p:spPr>
      </p:pic>
      <p:sp>
        <p:nvSpPr>
          <p:cNvPr id="41" name="文本框 40"/>
          <p:cNvSpPr txBox="1"/>
          <p:nvPr>
            <p:custDataLst>
              <p:tags r:id="rId57"/>
            </p:custDataLst>
          </p:nvPr>
        </p:nvSpPr>
        <p:spPr>
          <a:xfrm>
            <a:off x="4521482" y="5153025"/>
            <a:ext cx="2789711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5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热点族才会经历</a:t>
            </a:r>
            <a:r>
              <a:rPr lang="en-US" altLang="zh-CN" sz="150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warmup → cold pressure → revisit</a:t>
            </a:r>
            <a:endParaRPr lang="en-US" altLang="zh-CN" sz="150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58"/>
            </p:custDataLst>
          </p:nvPr>
        </p:nvSpPr>
        <p:spPr>
          <a:xfrm>
            <a:off x="7877810" y="1128395"/>
            <a:ext cx="3367405" cy="5362575"/>
          </a:xfrm>
          <a:custGeom>
            <a:avLst/>
            <a:gdLst>
              <a:gd name="sw" fmla="*/ 1 w 5303"/>
              <a:gd name="sh" fmla="*/ 1 h 8445"/>
              <a:gd name="mins" fmla="min sw sh"/>
              <a:gd name="dsw" fmla="+- 0 sw mins"/>
              <a:gd name="dsh" fmla="+- 0 sh mins"/>
              <a:gd name="p0x0" fmla="*/ 420 w 5303"/>
              <a:gd name="p0y0" fmla="*/ 0 h 8445"/>
              <a:gd name="p0x1" fmla="*/ 4883 w 5303"/>
              <a:gd name="p0y1" fmla="*/ 0 h 8445"/>
              <a:gd name="p0x2" fmla="*/ 5115 w 5303"/>
              <a:gd name="p0y2" fmla="*/ 0 h 8445"/>
              <a:gd name="p0x3" fmla="*/ 5303 w 5303"/>
              <a:gd name="p0y3" fmla="*/ 188 h 8445"/>
              <a:gd name="p0x4" fmla="*/ 5303 w 5303"/>
              <a:gd name="p0y4" fmla="*/ 420 h 8445"/>
              <a:gd name="p0x5" fmla="*/ 5303 w 5303"/>
              <a:gd name="p0y5" fmla="*/ 8025 h 8445"/>
              <a:gd name="p0x6" fmla="*/ 5303 w 5303"/>
              <a:gd name="p0y6" fmla="*/ 8256 h 8445"/>
              <a:gd name="p0x7" fmla="*/ 5115 w 5303"/>
              <a:gd name="p0y7" fmla="*/ 8445 h 8445"/>
              <a:gd name="p0x8" fmla="*/ 4883 w 5303"/>
              <a:gd name="p0y8" fmla="*/ 8445 h 8445"/>
              <a:gd name="p0x9" fmla="*/ 420 w 5303"/>
              <a:gd name="p0y9" fmla="*/ 8445 h 8445"/>
              <a:gd name="p0x10" fmla="*/ 188 w 5303"/>
              <a:gd name="p0y10" fmla="*/ 8445 h 8445"/>
              <a:gd name="p0x11" fmla="*/ 0 w 5303"/>
              <a:gd name="p0y11" fmla="*/ 8256 h 8445"/>
              <a:gd name="p0x12" fmla="*/ 0 w 5303"/>
              <a:gd name="p0y12" fmla="*/ 8025 h 8445"/>
              <a:gd name="p0x13" fmla="*/ 0 w 5303"/>
              <a:gd name="p0y13" fmla="*/ 420 h 8445"/>
              <a:gd name="p0x14" fmla="*/ 0 w 5303"/>
              <a:gd name="p0y14" fmla="*/ 188 h 8445"/>
              <a:gd name="p0x15" fmla="*/ 188 w 5303"/>
              <a:gd name="p0y15" fmla="*/ 0 h 8445"/>
              <a:gd name="p0x16" fmla="*/ 420 w 5303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任意多边形 42"/>
          <p:cNvSpPr/>
          <p:nvPr>
            <p:custDataLst>
              <p:tags r:id="rId59"/>
            </p:custDataLst>
          </p:nvPr>
        </p:nvSpPr>
        <p:spPr>
          <a:xfrm>
            <a:off x="9351645" y="212471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4" name="图片 43"/>
          <p:cNvPicPr>
            <a:picLocks noChangeAspect="1"/>
          </p:cNvPicPr>
          <p:nvPr>
            <p:custDataLst>
              <p:tags r:id="rId60"/>
            </p:custDataLst>
          </p:nvPr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rcRect l="-2000" t="-7536" r="-2000" b="-7536"/>
          <a:stretch>
            <a:fillRect/>
          </a:stretch>
        </p:blipFill>
        <p:spPr>
          <a:xfrm>
            <a:off x="9437370" y="2205990"/>
            <a:ext cx="247650" cy="252095"/>
          </a:xfrm>
          <a:prstGeom prst="rect">
            <a:avLst/>
          </a:prstGeom>
        </p:spPr>
      </p:pic>
      <p:sp>
        <p:nvSpPr>
          <p:cNvPr id="45" name="文本框 44"/>
          <p:cNvSpPr txBox="1"/>
          <p:nvPr>
            <p:custDataLst>
              <p:tags r:id="rId63"/>
            </p:custDataLst>
          </p:nvPr>
        </p:nvSpPr>
        <p:spPr>
          <a:xfrm>
            <a:off x="8494960" y="2642321"/>
            <a:ext cx="21336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调参结论与说明</a:t>
            </a:r>
            <a:endParaRPr sz="21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任意多边形 45"/>
          <p:cNvSpPr/>
          <p:nvPr>
            <p:custDataLst>
              <p:tags r:id="rId64"/>
            </p:custDataLst>
          </p:nvPr>
        </p:nvSpPr>
        <p:spPr>
          <a:xfrm>
            <a:off x="8148955" y="314388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7" name="图片 46"/>
          <p:cNvPicPr>
            <a:picLocks noChangeAspect="1"/>
          </p:cNvPicPr>
          <p:nvPr>
            <p:custDataLst>
              <p:tags r:id="rId65"/>
            </p:custDataLst>
          </p:nvPr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rcRect t="-16667" b="-16667"/>
          <a:stretch>
            <a:fillRect/>
          </a:stretch>
        </p:blipFill>
        <p:spPr>
          <a:xfrm>
            <a:off x="8215630" y="3201035"/>
            <a:ext cx="133350" cy="152400"/>
          </a:xfrm>
          <a:prstGeom prst="rect">
            <a:avLst/>
          </a:prstGeom>
        </p:spPr>
      </p:pic>
      <p:sp>
        <p:nvSpPr>
          <p:cNvPr id="48" name="文本框 47"/>
          <p:cNvSpPr txBox="1"/>
          <p:nvPr>
            <p:custDataLst>
              <p:tags r:id="rId68"/>
            </p:custDataLst>
          </p:nvPr>
        </p:nvSpPr>
        <p:spPr>
          <a:xfrm>
            <a:off x="8530384" y="3130001"/>
            <a:ext cx="2443753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参数值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69"/>
            </p:custDataLst>
          </p:nvPr>
        </p:nvSpPr>
        <p:spPr>
          <a:xfrm>
            <a:off x="8530384" y="3405273"/>
            <a:ext cx="2443753" cy="11200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KVFABRIC_PROTECT_MIN_HIT_COUNT=3</a:t>
            </a:r>
            <a:r>
              <a:rPr 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能避免过早保护短期冷族，同时保留真正多次复用的热点</a:t>
            </a:r>
            <a:endParaRPr lang="zh-CN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0" name="任意多边形 49"/>
          <p:cNvSpPr/>
          <p:nvPr>
            <p:custDataLst>
              <p:tags r:id="rId70"/>
            </p:custDataLst>
          </p:nvPr>
        </p:nvSpPr>
        <p:spPr>
          <a:xfrm>
            <a:off x="8148955" y="466979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210 w 420"/>
              <a:gd name="p0y0" fmla="*/ 0 h 420"/>
              <a:gd name="p0x1" fmla="*/ 325 w 420"/>
              <a:gd name="p0y1" fmla="*/ 0 h 420"/>
              <a:gd name="p0x2" fmla="*/ 420 w 420"/>
              <a:gd name="p0y2" fmla="*/ 94 h 420"/>
              <a:gd name="p0x3" fmla="*/ 420 w 420"/>
              <a:gd name="p0y3" fmla="*/ 210 h 420"/>
              <a:gd name="p0x4" fmla="*/ 420 w 420"/>
              <a:gd name="p0y4" fmla="*/ 325 h 420"/>
              <a:gd name="p0x5" fmla="*/ 325 w 420"/>
              <a:gd name="p0y5" fmla="*/ 420 h 420"/>
              <a:gd name="p0x6" fmla="*/ 210 w 420"/>
              <a:gd name="p0y6" fmla="*/ 420 h 420"/>
              <a:gd name="p0x7" fmla="*/ 94 w 420"/>
              <a:gd name="p0y7" fmla="*/ 420 h 420"/>
              <a:gd name="p0x8" fmla="*/ 0 w 420"/>
              <a:gd name="p0y8" fmla="*/ 325 h 420"/>
              <a:gd name="p0x9" fmla="*/ 0 w 420"/>
              <a:gd name="p0y9" fmla="*/ 210 h 420"/>
              <a:gd name="p0x10" fmla="*/ 0 w 420"/>
              <a:gd name="p0y10" fmla="*/ 94 h 420"/>
              <a:gd name="p0x11" fmla="*/ 94 w 420"/>
              <a:gd name="p0y11" fmla="*/ 0 h 420"/>
              <a:gd name="p0x12" fmla="*/ 210 w 420"/>
              <a:gd name="p0y12" fmla="*/ 0 h 4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1" name="图片 50"/>
          <p:cNvPicPr>
            <a:picLocks noChangeAspect="1"/>
          </p:cNvPicPr>
          <p:nvPr>
            <p:custDataLst>
              <p:tags r:id="rId71"/>
            </p:custDataLst>
          </p:nvPr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rcRect t="-3333" b="-3333"/>
          <a:stretch>
            <a:fillRect/>
          </a:stretch>
        </p:blipFill>
        <p:spPr>
          <a:xfrm>
            <a:off x="8206105" y="4726940"/>
            <a:ext cx="152400" cy="152400"/>
          </a:xfrm>
          <a:prstGeom prst="rect">
            <a:avLst/>
          </a:prstGeom>
        </p:spPr>
      </p:pic>
      <p:sp>
        <p:nvSpPr>
          <p:cNvPr id="52" name="文本框 51"/>
          <p:cNvSpPr txBox="1"/>
          <p:nvPr>
            <p:custDataLst>
              <p:tags r:id="rId74"/>
            </p:custDataLst>
          </p:nvPr>
        </p:nvSpPr>
        <p:spPr>
          <a:xfrm>
            <a:off x="8530384" y="4655791"/>
            <a:ext cx="2443753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条件不能太宽</a:t>
            </a:r>
            <a:endParaRPr sz="15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75"/>
            </p:custDataLst>
          </p:nvPr>
        </p:nvSpPr>
        <p:spPr>
          <a:xfrm>
            <a:off x="8530384" y="4931064"/>
            <a:ext cx="248610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protected</a:t>
            </a:r>
            <a:r>
              <a:rPr 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条件不能太宽，否则会把短期冷共享误当成长期热点</a:t>
            </a:r>
            <a:endParaRPr lang="zh-CN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54" name="文本框 53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altLang="zh-CN" sz="24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V9 Family-Protect</a:t>
            </a:r>
            <a:r>
              <a:rPr lang="zh-CN" altLang="en-US" sz="24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热路径优化</a:t>
            </a:r>
            <a:endParaRPr lang="zh-CN" altLang="en-US" sz="24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5" name="任意多边形 54"/>
          <p:cNvSpPr/>
          <p:nvPr>
            <p:custDataLst>
              <p:tags r:id="rId2"/>
            </p:custDataLst>
          </p:nvPr>
        </p:nvSpPr>
        <p:spPr>
          <a:xfrm>
            <a:off x="253365" y="1024255"/>
            <a:ext cx="11039475" cy="652145"/>
          </a:xfrm>
          <a:custGeom>
            <a:avLst/>
            <a:gdLst>
              <a:gd name="sw" fmla="*/ 1 w 17385"/>
              <a:gd name="sh" fmla="*/ 1 h 1027"/>
              <a:gd name="mins" fmla="min sw sh"/>
              <a:gd name="dsw" fmla="+- 0 sw mins"/>
              <a:gd name="dsh" fmla="+- 0 sh mins"/>
              <a:gd name="p0x0" fmla="*/ 420 w 17385"/>
              <a:gd name="p0y0" fmla="*/ 0 h 1027"/>
              <a:gd name="p0x1" fmla="*/ 16965 w 17385"/>
              <a:gd name="p0y1" fmla="*/ 0 h 1027"/>
              <a:gd name="p0x2" fmla="*/ 17196 w 17385"/>
              <a:gd name="p0y2" fmla="*/ 0 h 1027"/>
              <a:gd name="p0x3" fmla="*/ 17385 w 17385"/>
              <a:gd name="p0y3" fmla="*/ 188 h 1027"/>
              <a:gd name="p0x4" fmla="*/ 17385 w 17385"/>
              <a:gd name="p0y4" fmla="*/ 420 h 1027"/>
              <a:gd name="p0x5" fmla="*/ 17385 w 17385"/>
              <a:gd name="p0y5" fmla="*/ 607 h 1027"/>
              <a:gd name="p0x6" fmla="*/ 17385 w 17385"/>
              <a:gd name="p0y6" fmla="*/ 839 h 1027"/>
              <a:gd name="p0x7" fmla="*/ 17196 w 17385"/>
              <a:gd name="p0y7" fmla="*/ 1027 h 1027"/>
              <a:gd name="p0x8" fmla="*/ 16965 w 17385"/>
              <a:gd name="p0y8" fmla="*/ 1027 h 1027"/>
              <a:gd name="p0x9" fmla="*/ 420 w 17385"/>
              <a:gd name="p0y9" fmla="*/ 1027 h 1027"/>
              <a:gd name="p0x10" fmla="*/ 188 w 17385"/>
              <a:gd name="p0y10" fmla="*/ 1027 h 1027"/>
              <a:gd name="p0x11" fmla="*/ 0 w 17385"/>
              <a:gd name="p0y11" fmla="*/ 839 h 1027"/>
              <a:gd name="p0x12" fmla="*/ 0 w 17385"/>
              <a:gd name="p0y12" fmla="*/ 607 h 1027"/>
              <a:gd name="p0x13" fmla="*/ 0 w 17385"/>
              <a:gd name="p0y13" fmla="*/ 420 h 1027"/>
              <a:gd name="p0x14" fmla="*/ 0 w 17385"/>
              <a:gd name="p0y14" fmla="*/ 188 h 1027"/>
              <a:gd name="p0x15" fmla="*/ 188 w 17385"/>
              <a:gd name="p0y15" fmla="*/ 0 h 1027"/>
              <a:gd name="p0x16" fmla="*/ 420 w 17385"/>
              <a:gd name="p0y16" fmla="*/ 0 h 102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272EC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>
            <p:custDataLst>
              <p:tags r:id="rId3"/>
            </p:custDataLst>
          </p:nvPr>
        </p:nvSpPr>
        <p:spPr>
          <a:xfrm>
            <a:off x="2039030" y="1203147"/>
            <a:ext cx="7468791" cy="2905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92000"/>
              </a:lnSpc>
            </a:pPr>
            <a:r>
              <a:rPr lang="zh-CN" altLang="en-US" sz="187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旧版</a:t>
            </a:r>
            <a:r>
              <a:rPr lang="en-US" altLang="zh-CN" sz="187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family_protect</a:t>
            </a:r>
            <a:r>
              <a:rPr lang="zh-CN" altLang="en-US" sz="187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能保护热点</a:t>
            </a:r>
            <a:r>
              <a:rPr lang="en-US" altLang="zh-CN" sz="187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sz="187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，但</a:t>
            </a:r>
            <a:r>
              <a:rPr sz="1875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端到端吞吐仍可能负优化</a:t>
            </a:r>
            <a:endParaRPr sz="1875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任意多边形 56"/>
          <p:cNvSpPr/>
          <p:nvPr>
            <p:custDataLst>
              <p:tags r:id="rId4"/>
            </p:custDataLst>
          </p:nvPr>
        </p:nvSpPr>
        <p:spPr>
          <a:xfrm>
            <a:off x="253365" y="1914525"/>
            <a:ext cx="11039475" cy="991235"/>
          </a:xfrm>
          <a:custGeom>
            <a:avLst/>
            <a:gdLst>
              <a:gd name="sw" fmla="*/ 1 w 17385"/>
              <a:gd name="sh" fmla="*/ 1 h 1560"/>
              <a:gd name="mins" fmla="min sw sh"/>
              <a:gd name="dsw" fmla="+- 0 sw mins"/>
              <a:gd name="dsh" fmla="+- 0 sh mins"/>
              <a:gd name="p0x0" fmla="*/ 420 w 17385"/>
              <a:gd name="p0y0" fmla="*/ 0 h 1560"/>
              <a:gd name="p0x1" fmla="*/ 16965 w 17385"/>
              <a:gd name="p0y1" fmla="*/ 0 h 1560"/>
              <a:gd name="p0x2" fmla="*/ 17196 w 17385"/>
              <a:gd name="p0y2" fmla="*/ 0 h 1560"/>
              <a:gd name="p0x3" fmla="*/ 17385 w 17385"/>
              <a:gd name="p0y3" fmla="*/ 188 h 1560"/>
              <a:gd name="p0x4" fmla="*/ 17385 w 17385"/>
              <a:gd name="p0y4" fmla="*/ 420 h 1560"/>
              <a:gd name="p0x5" fmla="*/ 17385 w 17385"/>
              <a:gd name="p0y5" fmla="*/ 1140 h 1560"/>
              <a:gd name="p0x6" fmla="*/ 17385 w 17385"/>
              <a:gd name="p0y6" fmla="*/ 1372 h 1560"/>
              <a:gd name="p0x7" fmla="*/ 17196 w 17385"/>
              <a:gd name="p0y7" fmla="*/ 1560 h 1560"/>
              <a:gd name="p0x8" fmla="*/ 16965 w 17385"/>
              <a:gd name="p0y8" fmla="*/ 1560 h 1560"/>
              <a:gd name="p0x9" fmla="*/ 420 w 17385"/>
              <a:gd name="p0y9" fmla="*/ 1560 h 1560"/>
              <a:gd name="p0x10" fmla="*/ 188 w 17385"/>
              <a:gd name="p0y10" fmla="*/ 1560 h 1560"/>
              <a:gd name="p0x11" fmla="*/ 0 w 17385"/>
              <a:gd name="p0y11" fmla="*/ 1372 h 1560"/>
              <a:gd name="p0x12" fmla="*/ 0 w 17385"/>
              <a:gd name="p0y12" fmla="*/ 1140 h 1560"/>
              <a:gd name="p0x13" fmla="*/ 0 w 17385"/>
              <a:gd name="p0y13" fmla="*/ 420 h 1560"/>
              <a:gd name="p0x14" fmla="*/ 0 w 17385"/>
              <a:gd name="p0y14" fmla="*/ 188 h 1560"/>
              <a:gd name="p0x15" fmla="*/ 188 w 17385"/>
              <a:gd name="p0y15" fmla="*/ 0 h 1560"/>
              <a:gd name="p0x16" fmla="*/ 420 w 17385"/>
              <a:gd name="p0y16" fmla="*/ 0 h 15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8" name="任意多边形 57"/>
          <p:cNvSpPr/>
          <p:nvPr>
            <p:custDataLst>
              <p:tags r:id="rId5"/>
            </p:custDataLst>
          </p:nvPr>
        </p:nvSpPr>
        <p:spPr>
          <a:xfrm>
            <a:off x="448945" y="2252980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247 w 495"/>
              <a:gd name="p0y0" fmla="*/ 0 h 495"/>
              <a:gd name="p0x1" fmla="*/ 384 w 495"/>
              <a:gd name="p0y1" fmla="*/ 0 h 495"/>
              <a:gd name="p0x2" fmla="*/ 495 w 495"/>
              <a:gd name="p0y2" fmla="*/ 110 h 495"/>
              <a:gd name="p0x3" fmla="*/ 495 w 495"/>
              <a:gd name="p0y3" fmla="*/ 247 h 495"/>
              <a:gd name="p0x4" fmla="*/ 495 w 495"/>
              <a:gd name="p0y4" fmla="*/ 384 h 495"/>
              <a:gd name="p0x5" fmla="*/ 384 w 495"/>
              <a:gd name="p0y5" fmla="*/ 495 h 495"/>
              <a:gd name="p0x6" fmla="*/ 247 w 495"/>
              <a:gd name="p0y6" fmla="*/ 495 h 495"/>
              <a:gd name="p0x7" fmla="*/ 110 w 495"/>
              <a:gd name="p0y7" fmla="*/ 495 h 495"/>
              <a:gd name="p0x8" fmla="*/ 0 w 495"/>
              <a:gd name="p0y8" fmla="*/ 384 h 495"/>
              <a:gd name="p0x9" fmla="*/ 0 w 495"/>
              <a:gd name="p0y9" fmla="*/ 247 h 495"/>
              <a:gd name="p0x10" fmla="*/ 0 w 495"/>
              <a:gd name="p0y10" fmla="*/ 110 h 495"/>
              <a:gd name="p0x11" fmla="*/ 110 w 495"/>
              <a:gd name="p0y11" fmla="*/ 0 h 495"/>
              <a:gd name="p0x12" fmla="*/ 247 w 495"/>
              <a:gd name="p0y12" fmla="*/ 0 h 49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9" name="图片 5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2273" t="-3067" r="-2273" b="-3067"/>
          <a:stretch>
            <a:fillRect/>
          </a:stretch>
        </p:blipFill>
        <p:spPr>
          <a:xfrm>
            <a:off x="496570" y="2281555"/>
            <a:ext cx="219075" cy="252730"/>
          </a:xfrm>
          <a:prstGeom prst="rect">
            <a:avLst/>
          </a:prstGeom>
        </p:spPr>
      </p:pic>
      <p:sp>
        <p:nvSpPr>
          <p:cNvPr id="60" name="文本框 59"/>
          <p:cNvSpPr txBox="1"/>
          <p:nvPr>
            <p:custDataLst>
              <p:tags r:id="rId9"/>
            </p:custDataLst>
          </p:nvPr>
        </p:nvSpPr>
        <p:spPr>
          <a:xfrm>
            <a:off x="839470" y="2203396"/>
            <a:ext cx="5581945" cy="2200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问题场景</a:t>
            </a:r>
            <a:endParaRPr sz="1425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10"/>
            </p:custDataLst>
          </p:nvPr>
        </p:nvSpPr>
        <p:spPr>
          <a:xfrm>
            <a:off x="839470" y="2428167"/>
            <a:ext cx="5848645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qwen3.5-2B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cache_pressure_ambiguous_hot_revisit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压测中，保护机制生效但吞吐未提升</a:t>
            </a:r>
            <a:endParaRPr lang="zh-CN" altLang="en-US"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2" name="任意多边形 61"/>
          <p:cNvSpPr/>
          <p:nvPr>
            <p:custDataLst>
              <p:tags r:id="rId11"/>
            </p:custDataLst>
          </p:nvPr>
        </p:nvSpPr>
        <p:spPr>
          <a:xfrm>
            <a:off x="253365" y="3105785"/>
            <a:ext cx="11039475" cy="990600"/>
          </a:xfrm>
          <a:custGeom>
            <a:avLst/>
            <a:gdLst>
              <a:gd name="sw" fmla="*/ 1 w 17385"/>
              <a:gd name="sh" fmla="*/ 1 h 1560"/>
              <a:gd name="mins" fmla="min sw sh"/>
              <a:gd name="dsw" fmla="+- 0 sw mins"/>
              <a:gd name="dsh" fmla="+- 0 sh mins"/>
              <a:gd name="p0x0" fmla="*/ 420 w 17385"/>
              <a:gd name="p0y0" fmla="*/ 0 h 1560"/>
              <a:gd name="p0x1" fmla="*/ 16965 w 17385"/>
              <a:gd name="p0y1" fmla="*/ 0 h 1560"/>
              <a:gd name="p0x2" fmla="*/ 17196 w 17385"/>
              <a:gd name="p0y2" fmla="*/ 0 h 1560"/>
              <a:gd name="p0x3" fmla="*/ 17385 w 17385"/>
              <a:gd name="p0y3" fmla="*/ 188 h 1560"/>
              <a:gd name="p0x4" fmla="*/ 17385 w 17385"/>
              <a:gd name="p0y4" fmla="*/ 420 h 1560"/>
              <a:gd name="p0x5" fmla="*/ 17385 w 17385"/>
              <a:gd name="p0y5" fmla="*/ 1140 h 1560"/>
              <a:gd name="p0x6" fmla="*/ 17385 w 17385"/>
              <a:gd name="p0y6" fmla="*/ 1372 h 1560"/>
              <a:gd name="p0x7" fmla="*/ 17196 w 17385"/>
              <a:gd name="p0y7" fmla="*/ 1560 h 1560"/>
              <a:gd name="p0x8" fmla="*/ 16965 w 17385"/>
              <a:gd name="p0y8" fmla="*/ 1560 h 1560"/>
              <a:gd name="p0x9" fmla="*/ 420 w 17385"/>
              <a:gd name="p0y9" fmla="*/ 1560 h 1560"/>
              <a:gd name="p0x10" fmla="*/ 188 w 17385"/>
              <a:gd name="p0y10" fmla="*/ 1560 h 1560"/>
              <a:gd name="p0x11" fmla="*/ 0 w 17385"/>
              <a:gd name="p0y11" fmla="*/ 1372 h 1560"/>
              <a:gd name="p0x12" fmla="*/ 0 w 17385"/>
              <a:gd name="p0y12" fmla="*/ 1140 h 1560"/>
              <a:gd name="p0x13" fmla="*/ 0 w 17385"/>
              <a:gd name="p0y13" fmla="*/ 420 h 1560"/>
              <a:gd name="p0x14" fmla="*/ 0 w 17385"/>
              <a:gd name="p0y14" fmla="*/ 188 h 1560"/>
              <a:gd name="p0x15" fmla="*/ 188 w 17385"/>
              <a:gd name="p0y15" fmla="*/ 0 h 1560"/>
              <a:gd name="p0x16" fmla="*/ 420 w 17385"/>
              <a:gd name="p0y16" fmla="*/ 0 h 15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3" name="任意多边形 62"/>
          <p:cNvSpPr/>
          <p:nvPr>
            <p:custDataLst>
              <p:tags r:id="rId12"/>
            </p:custDataLst>
          </p:nvPr>
        </p:nvSpPr>
        <p:spPr>
          <a:xfrm>
            <a:off x="448945" y="3443605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247 w 495"/>
              <a:gd name="p0y0" fmla="*/ 0 h 495"/>
              <a:gd name="p0x1" fmla="*/ 384 w 495"/>
              <a:gd name="p0y1" fmla="*/ 0 h 495"/>
              <a:gd name="p0x2" fmla="*/ 495 w 495"/>
              <a:gd name="p0y2" fmla="*/ 110 h 495"/>
              <a:gd name="p0x3" fmla="*/ 495 w 495"/>
              <a:gd name="p0y3" fmla="*/ 247 h 495"/>
              <a:gd name="p0x4" fmla="*/ 495 w 495"/>
              <a:gd name="p0y4" fmla="*/ 384 h 495"/>
              <a:gd name="p0x5" fmla="*/ 384 w 495"/>
              <a:gd name="p0y5" fmla="*/ 495 h 495"/>
              <a:gd name="p0x6" fmla="*/ 247 w 495"/>
              <a:gd name="p0y6" fmla="*/ 495 h 495"/>
              <a:gd name="p0x7" fmla="*/ 110 w 495"/>
              <a:gd name="p0y7" fmla="*/ 495 h 495"/>
              <a:gd name="p0x8" fmla="*/ 0 w 495"/>
              <a:gd name="p0y8" fmla="*/ 384 h 495"/>
              <a:gd name="p0x9" fmla="*/ 0 w 495"/>
              <a:gd name="p0y9" fmla="*/ 247 h 495"/>
              <a:gd name="p0x10" fmla="*/ 0 w 495"/>
              <a:gd name="p0y10" fmla="*/ 110 h 495"/>
              <a:gd name="p0x11" fmla="*/ 110 w 495"/>
              <a:gd name="p0y11" fmla="*/ 0 h 495"/>
              <a:gd name="p0x12" fmla="*/ 247 w 495"/>
              <a:gd name="p0y12" fmla="*/ 0 h 49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481965" y="3472180"/>
            <a:ext cx="247650" cy="252730"/>
          </a:xfrm>
          <a:prstGeom prst="rect">
            <a:avLst/>
          </a:prstGeom>
        </p:spPr>
      </p:pic>
      <p:sp>
        <p:nvSpPr>
          <p:cNvPr id="65" name="文本框 64"/>
          <p:cNvSpPr txBox="1"/>
          <p:nvPr>
            <p:custDataLst>
              <p:tags r:id="rId16"/>
            </p:custDataLst>
          </p:nvPr>
        </p:nvSpPr>
        <p:spPr>
          <a:xfrm>
            <a:off x="839470" y="3394240"/>
            <a:ext cx="7243543" cy="2200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根因分析</a:t>
            </a:r>
            <a:endParaRPr sz="1425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17"/>
            </p:custDataLst>
          </p:nvPr>
        </p:nvSpPr>
        <p:spPr>
          <a:xfrm>
            <a:off x="839470" y="3619011"/>
            <a:ext cx="7510243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不是策略方向错，而是实现成本太高：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层反复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retain-score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排序、每次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victim selection</a:t>
            </a: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写入大量候选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JSON payload</a:t>
            </a:r>
            <a:endParaRPr lang="en-US" altLang="zh-CN"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7" name="任意多边形 66"/>
          <p:cNvSpPr/>
          <p:nvPr>
            <p:custDataLst>
              <p:tags r:id="rId18"/>
            </p:custDataLst>
          </p:nvPr>
        </p:nvSpPr>
        <p:spPr>
          <a:xfrm>
            <a:off x="253365" y="4296410"/>
            <a:ext cx="11039475" cy="991235"/>
          </a:xfrm>
          <a:custGeom>
            <a:avLst/>
            <a:gdLst>
              <a:gd name="sw" fmla="*/ 1 w 17385"/>
              <a:gd name="sh" fmla="*/ 1 h 1560"/>
              <a:gd name="mins" fmla="min sw sh"/>
              <a:gd name="dsw" fmla="+- 0 sw mins"/>
              <a:gd name="dsh" fmla="+- 0 sh mins"/>
              <a:gd name="p0x0" fmla="*/ 420 w 17385"/>
              <a:gd name="p0y0" fmla="*/ 0 h 1560"/>
              <a:gd name="p0x1" fmla="*/ 16965 w 17385"/>
              <a:gd name="p0y1" fmla="*/ 0 h 1560"/>
              <a:gd name="p0x2" fmla="*/ 17196 w 17385"/>
              <a:gd name="p0y2" fmla="*/ 0 h 1560"/>
              <a:gd name="p0x3" fmla="*/ 17385 w 17385"/>
              <a:gd name="p0y3" fmla="*/ 188 h 1560"/>
              <a:gd name="p0x4" fmla="*/ 17385 w 17385"/>
              <a:gd name="p0y4" fmla="*/ 420 h 1560"/>
              <a:gd name="p0x5" fmla="*/ 17385 w 17385"/>
              <a:gd name="p0y5" fmla="*/ 1140 h 1560"/>
              <a:gd name="p0x6" fmla="*/ 17385 w 17385"/>
              <a:gd name="p0y6" fmla="*/ 1372 h 1560"/>
              <a:gd name="p0x7" fmla="*/ 17196 w 17385"/>
              <a:gd name="p0y7" fmla="*/ 1560 h 1560"/>
              <a:gd name="p0x8" fmla="*/ 16965 w 17385"/>
              <a:gd name="p0y8" fmla="*/ 1560 h 1560"/>
              <a:gd name="p0x9" fmla="*/ 420 w 17385"/>
              <a:gd name="p0y9" fmla="*/ 1560 h 1560"/>
              <a:gd name="p0x10" fmla="*/ 188 w 17385"/>
              <a:gd name="p0y10" fmla="*/ 1560 h 1560"/>
              <a:gd name="p0x11" fmla="*/ 0 w 17385"/>
              <a:gd name="p0y11" fmla="*/ 1372 h 1560"/>
              <a:gd name="p0x12" fmla="*/ 0 w 17385"/>
              <a:gd name="p0y12" fmla="*/ 1140 h 1560"/>
              <a:gd name="p0x13" fmla="*/ 0 w 17385"/>
              <a:gd name="p0y13" fmla="*/ 420 h 1560"/>
              <a:gd name="p0x14" fmla="*/ 0 w 17385"/>
              <a:gd name="p0y14" fmla="*/ 188 h 1560"/>
              <a:gd name="p0x15" fmla="*/ 188 w 17385"/>
              <a:gd name="p0y15" fmla="*/ 0 h 1560"/>
              <a:gd name="p0x16" fmla="*/ 420 w 17385"/>
              <a:gd name="p0y16" fmla="*/ 0 h 15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任意多边形 67"/>
          <p:cNvSpPr/>
          <p:nvPr>
            <p:custDataLst>
              <p:tags r:id="rId19"/>
            </p:custDataLst>
          </p:nvPr>
        </p:nvSpPr>
        <p:spPr>
          <a:xfrm>
            <a:off x="448945" y="4634865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247 w 495"/>
              <a:gd name="p0y0" fmla="*/ 0 h 495"/>
              <a:gd name="p0x1" fmla="*/ 384 w 495"/>
              <a:gd name="p0y1" fmla="*/ 0 h 495"/>
              <a:gd name="p0x2" fmla="*/ 495 w 495"/>
              <a:gd name="p0y2" fmla="*/ 110 h 495"/>
              <a:gd name="p0x3" fmla="*/ 495 w 495"/>
              <a:gd name="p0y3" fmla="*/ 247 h 495"/>
              <a:gd name="p0x4" fmla="*/ 495 w 495"/>
              <a:gd name="p0y4" fmla="*/ 384 h 495"/>
              <a:gd name="p0x5" fmla="*/ 384 w 495"/>
              <a:gd name="p0y5" fmla="*/ 495 h 495"/>
              <a:gd name="p0x6" fmla="*/ 247 w 495"/>
              <a:gd name="p0y6" fmla="*/ 495 h 495"/>
              <a:gd name="p0x7" fmla="*/ 110 w 495"/>
              <a:gd name="p0y7" fmla="*/ 495 h 495"/>
              <a:gd name="p0x8" fmla="*/ 0 w 495"/>
              <a:gd name="p0y8" fmla="*/ 384 h 495"/>
              <a:gd name="p0x9" fmla="*/ 0 w 495"/>
              <a:gd name="p0y9" fmla="*/ 247 h 495"/>
              <a:gd name="p0x10" fmla="*/ 0 w 495"/>
              <a:gd name="p0y10" fmla="*/ 110 h 495"/>
              <a:gd name="p0x11" fmla="*/ 110 w 495"/>
              <a:gd name="p0y11" fmla="*/ 0 h 495"/>
              <a:gd name="p0x12" fmla="*/ 247 w 495"/>
              <a:gd name="p0y12" fmla="*/ 0 h 49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9" name="图片 68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2273" t="-2933" r="-2273" b="-2933"/>
          <a:stretch>
            <a:fillRect/>
          </a:stretch>
        </p:blipFill>
        <p:spPr>
          <a:xfrm>
            <a:off x="496570" y="4663440"/>
            <a:ext cx="219075" cy="252095"/>
          </a:xfrm>
          <a:prstGeom prst="rect">
            <a:avLst/>
          </a:prstGeom>
        </p:spPr>
      </p:pic>
      <p:sp>
        <p:nvSpPr>
          <p:cNvPr id="70" name="文本框 69"/>
          <p:cNvSpPr txBox="1"/>
          <p:nvPr>
            <p:custDataLst>
              <p:tags r:id="rId23"/>
            </p:custDataLst>
          </p:nvPr>
        </p:nvSpPr>
        <p:spPr>
          <a:xfrm>
            <a:off x="839470" y="4585094"/>
            <a:ext cx="4819059" cy="2200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核心改动</a:t>
            </a:r>
            <a:endParaRPr sz="1425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文本框 70"/>
          <p:cNvSpPr txBox="1"/>
          <p:nvPr>
            <p:custDataLst>
              <p:tags r:id="rId24"/>
            </p:custDataLst>
          </p:nvPr>
        </p:nvSpPr>
        <p:spPr>
          <a:xfrm>
            <a:off x="839470" y="4809865"/>
            <a:ext cx="5085759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新增轻量选择器</a:t>
            </a:r>
            <a:r>
              <a:rPr lang="en-US" altLang="zh-CN" sz="10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KVFabricLifecycleTracker.select_family_protect_candidates()</a:t>
            </a:r>
            <a:endParaRPr lang="en-US" altLang="zh-CN" sz="10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2" name="任意多边形 71"/>
          <p:cNvSpPr/>
          <p:nvPr>
            <p:custDataLst>
              <p:tags r:id="rId25"/>
            </p:custDataLst>
          </p:nvPr>
        </p:nvSpPr>
        <p:spPr>
          <a:xfrm>
            <a:off x="253365" y="5487670"/>
            <a:ext cx="11039475" cy="990600"/>
          </a:xfrm>
          <a:custGeom>
            <a:avLst/>
            <a:gdLst>
              <a:gd name="sw" fmla="*/ 1 w 17385"/>
              <a:gd name="sh" fmla="*/ 1 h 1560"/>
              <a:gd name="mins" fmla="min sw sh"/>
              <a:gd name="dsw" fmla="+- 0 sw mins"/>
              <a:gd name="dsh" fmla="+- 0 sh mins"/>
              <a:gd name="p0x0" fmla="*/ 420 w 17385"/>
              <a:gd name="p0y0" fmla="*/ 0 h 1560"/>
              <a:gd name="p0x1" fmla="*/ 16965 w 17385"/>
              <a:gd name="p0y1" fmla="*/ 0 h 1560"/>
              <a:gd name="p0x2" fmla="*/ 17196 w 17385"/>
              <a:gd name="p0y2" fmla="*/ 0 h 1560"/>
              <a:gd name="p0x3" fmla="*/ 17385 w 17385"/>
              <a:gd name="p0y3" fmla="*/ 188 h 1560"/>
              <a:gd name="p0x4" fmla="*/ 17385 w 17385"/>
              <a:gd name="p0y4" fmla="*/ 420 h 1560"/>
              <a:gd name="p0x5" fmla="*/ 17385 w 17385"/>
              <a:gd name="p0y5" fmla="*/ 1140 h 1560"/>
              <a:gd name="p0x6" fmla="*/ 17385 w 17385"/>
              <a:gd name="p0y6" fmla="*/ 1372 h 1560"/>
              <a:gd name="p0x7" fmla="*/ 17196 w 17385"/>
              <a:gd name="p0y7" fmla="*/ 1560 h 1560"/>
              <a:gd name="p0x8" fmla="*/ 16965 w 17385"/>
              <a:gd name="p0y8" fmla="*/ 1560 h 1560"/>
              <a:gd name="p0x9" fmla="*/ 420 w 17385"/>
              <a:gd name="p0y9" fmla="*/ 1560 h 1560"/>
              <a:gd name="p0x10" fmla="*/ 188 w 17385"/>
              <a:gd name="p0y10" fmla="*/ 1560 h 1560"/>
              <a:gd name="p0x11" fmla="*/ 0 w 17385"/>
              <a:gd name="p0y11" fmla="*/ 1372 h 1560"/>
              <a:gd name="p0x12" fmla="*/ 0 w 17385"/>
              <a:gd name="p0y12" fmla="*/ 1140 h 1560"/>
              <a:gd name="p0x13" fmla="*/ 0 w 17385"/>
              <a:gd name="p0y13" fmla="*/ 420 h 1560"/>
              <a:gd name="p0x14" fmla="*/ 0 w 17385"/>
              <a:gd name="p0y14" fmla="*/ 188 h 1560"/>
              <a:gd name="p0x15" fmla="*/ 188 w 17385"/>
              <a:gd name="p0y15" fmla="*/ 0 h 1560"/>
              <a:gd name="p0x16" fmla="*/ 420 w 17385"/>
              <a:gd name="p0y16" fmla="*/ 0 h 15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任意多边形 72"/>
          <p:cNvSpPr/>
          <p:nvPr>
            <p:custDataLst>
              <p:tags r:id="rId26"/>
            </p:custDataLst>
          </p:nvPr>
        </p:nvSpPr>
        <p:spPr>
          <a:xfrm>
            <a:off x="448945" y="5825490"/>
            <a:ext cx="314325" cy="314325"/>
          </a:xfrm>
          <a:custGeom>
            <a:avLst/>
            <a:gdLst>
              <a:gd name="sw" fmla="*/ 1 w 495"/>
              <a:gd name="sh" fmla="*/ 1 h 495"/>
              <a:gd name="mins" fmla="min sw sh"/>
              <a:gd name="dsw" fmla="+- 0 sw mins"/>
              <a:gd name="dsh" fmla="+- 0 sh mins"/>
              <a:gd name="p0x0" fmla="*/ 247 w 495"/>
              <a:gd name="p0y0" fmla="*/ 0 h 495"/>
              <a:gd name="p0x1" fmla="*/ 384 w 495"/>
              <a:gd name="p0y1" fmla="*/ 0 h 495"/>
              <a:gd name="p0x2" fmla="*/ 495 w 495"/>
              <a:gd name="p0y2" fmla="*/ 110 h 495"/>
              <a:gd name="p0x3" fmla="*/ 495 w 495"/>
              <a:gd name="p0y3" fmla="*/ 247 h 495"/>
              <a:gd name="p0x4" fmla="*/ 495 w 495"/>
              <a:gd name="p0y4" fmla="*/ 384 h 495"/>
              <a:gd name="p0x5" fmla="*/ 384 w 495"/>
              <a:gd name="p0y5" fmla="*/ 495 h 495"/>
              <a:gd name="p0x6" fmla="*/ 247 w 495"/>
              <a:gd name="p0y6" fmla="*/ 495 h 495"/>
              <a:gd name="p0x7" fmla="*/ 110 w 495"/>
              <a:gd name="p0y7" fmla="*/ 495 h 495"/>
              <a:gd name="p0x8" fmla="*/ 0 w 495"/>
              <a:gd name="p0y8" fmla="*/ 384 h 495"/>
              <a:gd name="p0x9" fmla="*/ 0 w 495"/>
              <a:gd name="p0y9" fmla="*/ 247 h 495"/>
              <a:gd name="p0x10" fmla="*/ 0 w 495"/>
              <a:gd name="p0y10" fmla="*/ 110 h 495"/>
              <a:gd name="p0x11" fmla="*/ 110 w 495"/>
              <a:gd name="p0y11" fmla="*/ 0 h 495"/>
              <a:gd name="p0x12" fmla="*/ 247 w 495"/>
              <a:gd name="p0y12" fmla="*/ 0 h 49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4" name="图片 73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2000" t="-16333" r="-2000" b="-16333"/>
          <a:stretch>
            <a:fillRect/>
          </a:stretch>
        </p:blipFill>
        <p:spPr>
          <a:xfrm>
            <a:off x="481965" y="5854065"/>
            <a:ext cx="247650" cy="252730"/>
          </a:xfrm>
          <a:prstGeom prst="rect">
            <a:avLst/>
          </a:prstGeom>
        </p:spPr>
      </p:pic>
      <p:sp>
        <p:nvSpPr>
          <p:cNvPr id="75" name="文本框 74"/>
          <p:cNvSpPr txBox="1"/>
          <p:nvPr>
            <p:custDataLst>
              <p:tags r:id="rId30"/>
            </p:custDataLst>
          </p:nvPr>
        </p:nvSpPr>
        <p:spPr>
          <a:xfrm>
            <a:off x="839470" y="5756888"/>
            <a:ext cx="10258425" cy="2200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142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选择逻辑</a:t>
            </a:r>
            <a:endParaRPr sz="1425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任意多边形 75"/>
          <p:cNvSpPr/>
          <p:nvPr>
            <p:custDataLst>
              <p:tags r:id="rId31"/>
            </p:custDataLst>
          </p:nvPr>
        </p:nvSpPr>
        <p:spPr>
          <a:xfrm>
            <a:off x="839470" y="5989320"/>
            <a:ext cx="1887220" cy="205105"/>
          </a:xfrm>
          <a:custGeom>
            <a:avLst/>
            <a:gdLst>
              <a:gd name="sw" fmla="*/ 1 w 2972"/>
              <a:gd name="sh" fmla="*/ 1 h 322"/>
              <a:gd name="mins" fmla="min sw sh"/>
              <a:gd name="dsw" fmla="+- 0 sw mins"/>
              <a:gd name="dsh" fmla="+- 0 sh mins"/>
              <a:gd name="p0x0" fmla="*/ 161 w 2972"/>
              <a:gd name="p0y0" fmla="*/ 0 h 322"/>
              <a:gd name="p0x1" fmla="*/ 2811 w 2972"/>
              <a:gd name="p0y1" fmla="*/ 0 h 322"/>
              <a:gd name="p0x2" fmla="*/ 2900 w 2972"/>
              <a:gd name="p0y2" fmla="*/ 0 h 322"/>
              <a:gd name="p0x3" fmla="*/ 2972 w 2972"/>
              <a:gd name="p0y3" fmla="*/ 72 h 322"/>
              <a:gd name="p0x4" fmla="*/ 2972 w 2972"/>
              <a:gd name="p0y4" fmla="*/ 161 h 322"/>
              <a:gd name="p0x5" fmla="*/ 2972 w 2972"/>
              <a:gd name="p0y5" fmla="*/ 250 h 322"/>
              <a:gd name="p0x6" fmla="*/ 2900 w 2972"/>
              <a:gd name="p0y6" fmla="*/ 322 h 322"/>
              <a:gd name="p0x7" fmla="*/ 2811 w 2972"/>
              <a:gd name="p0y7" fmla="*/ 322 h 322"/>
              <a:gd name="p0x8" fmla="*/ 161 w 2972"/>
              <a:gd name="p0y8" fmla="*/ 322 h 322"/>
              <a:gd name="p0x9" fmla="*/ 72 w 2972"/>
              <a:gd name="p0y9" fmla="*/ 322 h 322"/>
              <a:gd name="p0x10" fmla="*/ 0 w 2972"/>
              <a:gd name="p0y10" fmla="*/ 250 h 322"/>
              <a:gd name="p0x11" fmla="*/ 0 w 2972"/>
              <a:gd name="p0y11" fmla="*/ 161 h 322"/>
              <a:gd name="p0x12" fmla="*/ 0 w 2972"/>
              <a:gd name="p0y12" fmla="*/ 72 h 322"/>
              <a:gd name="p0x13" fmla="*/ 72 w 2972"/>
              <a:gd name="p0y13" fmla="*/ 0 h 322"/>
              <a:gd name="p0x14" fmla="*/ 161 w 2972"/>
              <a:gd name="p0y14" fmla="*/ 0 h 32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文本框 76"/>
          <p:cNvSpPr txBox="1"/>
          <p:nvPr>
            <p:custDataLst>
              <p:tags r:id="rId32"/>
            </p:custDataLst>
          </p:nvPr>
        </p:nvSpPr>
        <p:spPr>
          <a:xfrm>
            <a:off x="877570" y="6000709"/>
            <a:ext cx="1944957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保持</a:t>
            </a:r>
            <a:r>
              <a:rPr lang="en-US" altLang="zh-CN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free queue/LRU</a:t>
            </a:r>
            <a:r>
              <a:rPr lang="zh-CN" altLang="en-US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原始顺序</a:t>
            </a:r>
            <a:endParaRPr lang="zh-CN" altLang="en-US" sz="105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8" name="任意多边形 77"/>
          <p:cNvSpPr/>
          <p:nvPr>
            <p:custDataLst>
              <p:tags r:id="rId33"/>
            </p:custDataLst>
          </p:nvPr>
        </p:nvSpPr>
        <p:spPr>
          <a:xfrm>
            <a:off x="2802890" y="5989320"/>
            <a:ext cx="1723390" cy="205105"/>
          </a:xfrm>
          <a:custGeom>
            <a:avLst/>
            <a:gdLst>
              <a:gd name="sw" fmla="*/ 1 w 2713"/>
              <a:gd name="sh" fmla="*/ 1 h 322"/>
              <a:gd name="mins" fmla="min sw sh"/>
              <a:gd name="dsw" fmla="+- 0 sw mins"/>
              <a:gd name="dsh" fmla="+- 0 sh mins"/>
              <a:gd name="p0x0" fmla="*/ 161 w 2713"/>
              <a:gd name="p0y0" fmla="*/ 0 h 322"/>
              <a:gd name="p0x1" fmla="*/ 2552 w 2713"/>
              <a:gd name="p0y1" fmla="*/ 0 h 322"/>
              <a:gd name="p0x2" fmla="*/ 2641 w 2713"/>
              <a:gd name="p0y2" fmla="*/ 0 h 322"/>
              <a:gd name="p0x3" fmla="*/ 2713 w 2713"/>
              <a:gd name="p0y3" fmla="*/ 72 h 322"/>
              <a:gd name="p0x4" fmla="*/ 2713 w 2713"/>
              <a:gd name="p0y4" fmla="*/ 161 h 322"/>
              <a:gd name="p0x5" fmla="*/ 2713 w 2713"/>
              <a:gd name="p0y5" fmla="*/ 250 h 322"/>
              <a:gd name="p0x6" fmla="*/ 2641 w 2713"/>
              <a:gd name="p0y6" fmla="*/ 322 h 322"/>
              <a:gd name="p0x7" fmla="*/ 2552 w 2713"/>
              <a:gd name="p0y7" fmla="*/ 322 h 322"/>
              <a:gd name="p0x8" fmla="*/ 161 w 2713"/>
              <a:gd name="p0y8" fmla="*/ 322 h 322"/>
              <a:gd name="p0x9" fmla="*/ 72 w 2713"/>
              <a:gd name="p0y9" fmla="*/ 322 h 322"/>
              <a:gd name="p0x10" fmla="*/ 0 w 2713"/>
              <a:gd name="p0y10" fmla="*/ 250 h 322"/>
              <a:gd name="p0x11" fmla="*/ 0 w 2713"/>
              <a:gd name="p0y11" fmla="*/ 161 h 322"/>
              <a:gd name="p0x12" fmla="*/ 0 w 2713"/>
              <a:gd name="p0y12" fmla="*/ 72 h 322"/>
              <a:gd name="p0x13" fmla="*/ 72 w 2713"/>
              <a:gd name="p0y13" fmla="*/ 0 h 322"/>
              <a:gd name="p0x14" fmla="*/ 161 w 2713"/>
              <a:gd name="p0y14" fmla="*/ 0 h 32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文本框 78"/>
          <p:cNvSpPr txBox="1"/>
          <p:nvPr>
            <p:custDataLst>
              <p:tags r:id="rId34"/>
            </p:custDataLst>
          </p:nvPr>
        </p:nvSpPr>
        <p:spPr>
          <a:xfrm>
            <a:off x="2841577" y="6000709"/>
            <a:ext cx="1780508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未保护</a:t>
            </a:r>
            <a:r>
              <a:rPr lang="en-US" altLang="zh-CN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直接选作</a:t>
            </a:r>
            <a:r>
              <a:rPr lang="en-US" altLang="zh-CN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victim</a:t>
            </a:r>
            <a:endParaRPr lang="en-US" altLang="zh-CN" sz="105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0" name="任意多边形 79"/>
          <p:cNvSpPr/>
          <p:nvPr>
            <p:custDataLst>
              <p:tags r:id="rId35"/>
            </p:custDataLst>
          </p:nvPr>
        </p:nvSpPr>
        <p:spPr>
          <a:xfrm>
            <a:off x="4602480" y="5989320"/>
            <a:ext cx="1747520" cy="205105"/>
          </a:xfrm>
          <a:custGeom>
            <a:avLst/>
            <a:gdLst>
              <a:gd name="sw" fmla="*/ 1 w 2752"/>
              <a:gd name="sh" fmla="*/ 1 h 322"/>
              <a:gd name="mins" fmla="min sw sh"/>
              <a:gd name="dsw" fmla="+- 0 sw mins"/>
              <a:gd name="dsh" fmla="+- 0 sh mins"/>
              <a:gd name="p0x0" fmla="*/ 161 w 2752"/>
              <a:gd name="p0y0" fmla="*/ 0 h 322"/>
              <a:gd name="p0x1" fmla="*/ 2590 w 2752"/>
              <a:gd name="p0y1" fmla="*/ 0 h 322"/>
              <a:gd name="p0x2" fmla="*/ 2679 w 2752"/>
              <a:gd name="p0y2" fmla="*/ 0 h 322"/>
              <a:gd name="p0x3" fmla="*/ 2752 w 2752"/>
              <a:gd name="p0y3" fmla="*/ 72 h 322"/>
              <a:gd name="p0x4" fmla="*/ 2752 w 2752"/>
              <a:gd name="p0y4" fmla="*/ 161 h 322"/>
              <a:gd name="p0x5" fmla="*/ 2752 w 2752"/>
              <a:gd name="p0y5" fmla="*/ 250 h 322"/>
              <a:gd name="p0x6" fmla="*/ 2679 w 2752"/>
              <a:gd name="p0y6" fmla="*/ 322 h 322"/>
              <a:gd name="p0x7" fmla="*/ 2590 w 2752"/>
              <a:gd name="p0y7" fmla="*/ 322 h 322"/>
              <a:gd name="p0x8" fmla="*/ 161 w 2752"/>
              <a:gd name="p0y8" fmla="*/ 322 h 322"/>
              <a:gd name="p0x9" fmla="*/ 72 w 2752"/>
              <a:gd name="p0y9" fmla="*/ 322 h 322"/>
              <a:gd name="p0x10" fmla="*/ 0 w 2752"/>
              <a:gd name="p0y10" fmla="*/ 250 h 322"/>
              <a:gd name="p0x11" fmla="*/ 0 w 2752"/>
              <a:gd name="p0y11" fmla="*/ 161 h 322"/>
              <a:gd name="p0x12" fmla="*/ 0 w 2752"/>
              <a:gd name="p0y12" fmla="*/ 72 h 322"/>
              <a:gd name="p0x13" fmla="*/ 72 w 2752"/>
              <a:gd name="p0y13" fmla="*/ 0 h 322"/>
              <a:gd name="p0x14" fmla="*/ 161 w 2752"/>
              <a:gd name="p0y14" fmla="*/ 0 h 32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1" name="文本框 80"/>
          <p:cNvSpPr txBox="1"/>
          <p:nvPr>
            <p:custDataLst>
              <p:tags r:id="rId36"/>
            </p:custDataLst>
          </p:nvPr>
        </p:nvSpPr>
        <p:spPr>
          <a:xfrm>
            <a:off x="4641136" y="6000709"/>
            <a:ext cx="1938042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protected block</a:t>
            </a:r>
            <a:r>
              <a:rPr lang="zh-CN" altLang="en-US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</a:t>
            </a:r>
            <a:r>
              <a:rPr lang="en-US" altLang="zh-CN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deferred</a:t>
            </a:r>
            <a:endParaRPr lang="en-US" altLang="zh-CN" sz="105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2" name="任意多边形 81"/>
          <p:cNvSpPr/>
          <p:nvPr>
            <p:custDataLst>
              <p:tags r:id="rId37"/>
            </p:custDataLst>
          </p:nvPr>
        </p:nvSpPr>
        <p:spPr>
          <a:xfrm>
            <a:off x="6426200" y="5989320"/>
            <a:ext cx="2228850" cy="205105"/>
          </a:xfrm>
          <a:custGeom>
            <a:avLst/>
            <a:gdLst>
              <a:gd name="sw" fmla="*/ 1 w 3509"/>
              <a:gd name="sh" fmla="*/ 1 h 322"/>
              <a:gd name="mins" fmla="min sw sh"/>
              <a:gd name="dsw" fmla="+- 0 sw mins"/>
              <a:gd name="dsh" fmla="+- 0 sh mins"/>
              <a:gd name="p0x0" fmla="*/ 161 w 3509"/>
              <a:gd name="p0y0" fmla="*/ 0 h 322"/>
              <a:gd name="p0x1" fmla="*/ 3348 w 3509"/>
              <a:gd name="p0y1" fmla="*/ 0 h 322"/>
              <a:gd name="p0x2" fmla="*/ 3437 w 3509"/>
              <a:gd name="p0y2" fmla="*/ 0 h 322"/>
              <a:gd name="p0x3" fmla="*/ 3509 w 3509"/>
              <a:gd name="p0y3" fmla="*/ 72 h 322"/>
              <a:gd name="p0x4" fmla="*/ 3509 w 3509"/>
              <a:gd name="p0y4" fmla="*/ 161 h 322"/>
              <a:gd name="p0x5" fmla="*/ 3509 w 3509"/>
              <a:gd name="p0y5" fmla="*/ 250 h 322"/>
              <a:gd name="p0x6" fmla="*/ 3437 w 3509"/>
              <a:gd name="p0y6" fmla="*/ 322 h 322"/>
              <a:gd name="p0x7" fmla="*/ 3348 w 3509"/>
              <a:gd name="p0y7" fmla="*/ 322 h 322"/>
              <a:gd name="p0x8" fmla="*/ 161 w 3509"/>
              <a:gd name="p0y8" fmla="*/ 322 h 322"/>
              <a:gd name="p0x9" fmla="*/ 72 w 3509"/>
              <a:gd name="p0y9" fmla="*/ 322 h 322"/>
              <a:gd name="p0x10" fmla="*/ 0 w 3509"/>
              <a:gd name="p0y10" fmla="*/ 250 h 322"/>
              <a:gd name="p0x11" fmla="*/ 0 w 3509"/>
              <a:gd name="p0y11" fmla="*/ 161 h 322"/>
              <a:gd name="p0x12" fmla="*/ 0 w 3509"/>
              <a:gd name="p0y12" fmla="*/ 72 h 322"/>
              <a:gd name="p0x13" fmla="*/ 72 w 3509"/>
              <a:gd name="p0y13" fmla="*/ 0 h 322"/>
              <a:gd name="p0x14" fmla="*/ 161 w 3509"/>
              <a:gd name="p0y14" fmla="*/ 0 h 32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文本框 82"/>
          <p:cNvSpPr txBox="1"/>
          <p:nvPr>
            <p:custDataLst>
              <p:tags r:id="rId38"/>
            </p:custDataLst>
          </p:nvPr>
        </p:nvSpPr>
        <p:spPr>
          <a:xfrm>
            <a:off x="6464878" y="6000709"/>
            <a:ext cx="2419131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普通</a:t>
            </a:r>
            <a:r>
              <a:rPr lang="en-US" altLang="zh-CN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不够时回退驱逐</a:t>
            </a:r>
            <a:r>
              <a:rPr lang="en-US" altLang="zh-CN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protected</a:t>
            </a:r>
            <a:endParaRPr lang="en-US" altLang="zh-CN" sz="105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4" name="任意多边形 83"/>
          <p:cNvSpPr/>
          <p:nvPr>
            <p:custDataLst>
              <p:tags r:id="rId39"/>
            </p:custDataLst>
          </p:nvPr>
        </p:nvSpPr>
        <p:spPr>
          <a:xfrm>
            <a:off x="8731250" y="5989320"/>
            <a:ext cx="1778635" cy="205105"/>
          </a:xfrm>
          <a:custGeom>
            <a:avLst/>
            <a:gdLst>
              <a:gd name="sw" fmla="*/ 1 w 2801"/>
              <a:gd name="sh" fmla="*/ 1 h 322"/>
              <a:gd name="mins" fmla="min sw sh"/>
              <a:gd name="dsw" fmla="+- 0 sw mins"/>
              <a:gd name="dsh" fmla="+- 0 sh mins"/>
              <a:gd name="p0x0" fmla="*/ 161 w 2801"/>
              <a:gd name="p0y0" fmla="*/ 0 h 322"/>
              <a:gd name="p0x1" fmla="*/ 2640 w 2801"/>
              <a:gd name="p0y1" fmla="*/ 0 h 322"/>
              <a:gd name="p0x2" fmla="*/ 2729 w 2801"/>
              <a:gd name="p0y2" fmla="*/ 0 h 322"/>
              <a:gd name="p0x3" fmla="*/ 2801 w 2801"/>
              <a:gd name="p0y3" fmla="*/ 72 h 322"/>
              <a:gd name="p0x4" fmla="*/ 2801 w 2801"/>
              <a:gd name="p0y4" fmla="*/ 161 h 322"/>
              <a:gd name="p0x5" fmla="*/ 2801 w 2801"/>
              <a:gd name="p0y5" fmla="*/ 250 h 322"/>
              <a:gd name="p0x6" fmla="*/ 2729 w 2801"/>
              <a:gd name="p0y6" fmla="*/ 322 h 322"/>
              <a:gd name="p0x7" fmla="*/ 2640 w 2801"/>
              <a:gd name="p0y7" fmla="*/ 322 h 322"/>
              <a:gd name="p0x8" fmla="*/ 161 w 2801"/>
              <a:gd name="p0y8" fmla="*/ 322 h 322"/>
              <a:gd name="p0x9" fmla="*/ 72 w 2801"/>
              <a:gd name="p0y9" fmla="*/ 322 h 322"/>
              <a:gd name="p0x10" fmla="*/ 0 w 2801"/>
              <a:gd name="p0y10" fmla="*/ 250 h 322"/>
              <a:gd name="p0x11" fmla="*/ 0 w 2801"/>
              <a:gd name="p0y11" fmla="*/ 161 h 322"/>
              <a:gd name="p0x12" fmla="*/ 0 w 2801"/>
              <a:gd name="p0y12" fmla="*/ 72 h 322"/>
              <a:gd name="p0x13" fmla="*/ 72 w 2801"/>
              <a:gd name="p0y13" fmla="*/ 0 h 322"/>
              <a:gd name="p0x14" fmla="*/ 161 w 2801"/>
              <a:gd name="p0y14" fmla="*/ 0 h 32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5" name="文本框 84"/>
          <p:cNvSpPr txBox="1"/>
          <p:nvPr>
            <p:custDataLst>
              <p:tags r:id="rId40"/>
            </p:custDataLst>
          </p:nvPr>
        </p:nvSpPr>
        <p:spPr>
          <a:xfrm>
            <a:off x="8769699" y="6000709"/>
            <a:ext cx="183602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默认关闭候选</a:t>
            </a:r>
            <a:r>
              <a:rPr lang="en-US" altLang="zh-CN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JSON</a:t>
            </a:r>
            <a:r>
              <a:rPr lang="zh-CN" altLang="en-US" sz="1050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日志写入</a:t>
            </a:r>
            <a:endParaRPr lang="zh-CN" altLang="en-US" sz="1050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314960" y="2987040"/>
            <a:ext cx="4064000" cy="914400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l">
              <a:lnSpc>
                <a:spcPct val="140000"/>
              </a:lnSpc>
            </a:pPr>
            <a:endParaRPr lang="zh-CN" altLang="en-US" sz="2400" kern="100" dirty="0">
              <a:effectLst/>
              <a:latin typeface="+mn-ea"/>
              <a:cs typeface="江城圆体 400W" panose="020B0500000000000000" pitchFamily="34" charset="-122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274320" y="2418715"/>
            <a:ext cx="4064000" cy="914400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l">
              <a:lnSpc>
                <a:spcPct val="140000"/>
              </a:lnSpc>
            </a:pPr>
            <a:endParaRPr lang="zh-CN" altLang="en-US" sz="2400" kern="100" dirty="0">
              <a:effectLst/>
              <a:latin typeface="+mn-ea"/>
              <a:cs typeface="江城圆体 400W" panose="020B0500000000000000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40677" y="285920"/>
            <a:ext cx="153869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7" name="文本框 36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V9</a:t>
            </a:r>
            <a:r>
              <a:rPr lang="zh-CN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优化结果</a:t>
            </a:r>
            <a:endParaRPr lang="zh-CN"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38" name="表格 37"/>
          <p:cNvGraphicFramePr/>
          <p:nvPr>
            <p:custDataLst>
              <p:tags r:id="rId2"/>
            </p:custDataLst>
          </p:nvPr>
        </p:nvGraphicFramePr>
        <p:xfrm>
          <a:off x="581025" y="1114425"/>
          <a:ext cx="11039474" cy="4238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2584"/>
                <a:gridCol w="2428656"/>
                <a:gridCol w="2870225"/>
                <a:gridCol w="2208009"/>
              </a:tblGrid>
              <a:tr h="436215"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Metric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LRU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family_protect linear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Change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</a:tr>
              <a:tr h="543147"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Requests/s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3.4232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3.4568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↑ +0.98%</a:t>
                      </a:r>
                      <a:endParaRPr sz="1350" b="1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3147"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Avg latency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0.2918s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0.2892s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↓ -0.91%</a:t>
                      </a:r>
                      <a:endParaRPr sz="1350" b="1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3147"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TTFT avg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0.1686s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0.1666s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↓ -1.18%</a:t>
                      </a:r>
                      <a:endParaRPr sz="1350" b="1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3147"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Evicted blocks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483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479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↓ -0.83%</a:t>
                      </a:r>
                      <a:endParaRPr sz="1350" b="1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3147"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Shared-anchor eviction ratio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0.008282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0.000000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↓ -100%</a:t>
                      </a:r>
                      <a:endParaRPr sz="1350" b="1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3147"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Rebuilt-from-eviction blocks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↓ -100%</a:t>
                      </a:r>
                      <a:endParaRPr sz="1350" b="1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3520"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Prefix hit tokens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5440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5984</a:t>
                      </a:r>
                      <a:endParaRPr sz="1350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1350" b="1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↑ +10.0%</a:t>
                      </a:r>
                      <a:endParaRPr sz="1350" b="1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14300" marR="114300" marT="76200" marB="76200" anchor="ctr">
                    <a:lnL w="9525">
                      <a:solidFill>
                        <a:srgbClr val="ADB6C4"/>
                      </a:solidFill>
                      <a:prstDash val="solid"/>
                    </a:lnL>
                    <a:lnR w="9525">
                      <a:solidFill>
                        <a:srgbClr val="ADB6C4"/>
                      </a:solidFill>
                      <a:prstDash val="solid"/>
                    </a:lnR>
                    <a:lnT w="9525">
                      <a:solidFill>
                        <a:srgbClr val="ADB6C4"/>
                      </a:solidFill>
                      <a:prstDash val="solid"/>
                    </a:lnT>
                    <a:lnB w="952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" name="任意多边形 38"/>
          <p:cNvSpPr/>
          <p:nvPr>
            <p:custDataLst>
              <p:tags r:id="rId3"/>
            </p:custDataLst>
          </p:nvPr>
        </p:nvSpPr>
        <p:spPr>
          <a:xfrm>
            <a:off x="575945" y="5509895"/>
            <a:ext cx="11039475" cy="962025"/>
          </a:xfrm>
          <a:custGeom>
            <a:avLst/>
            <a:gdLst>
              <a:gd name="sw" fmla="*/ 1 w 17385"/>
              <a:gd name="sh" fmla="*/ 1 h 1515"/>
              <a:gd name="mins" fmla="min sw sh"/>
              <a:gd name="dsw" fmla="+- 0 sw mins"/>
              <a:gd name="dsh" fmla="+- 0 sh mins"/>
              <a:gd name="p0x0" fmla="*/ 420 w 17385"/>
              <a:gd name="p0y0" fmla="*/ 0 h 1515"/>
              <a:gd name="p0x1" fmla="*/ 16965 w 17385"/>
              <a:gd name="p0y1" fmla="*/ 0 h 1515"/>
              <a:gd name="p0x2" fmla="*/ 17196 w 17385"/>
              <a:gd name="p0y2" fmla="*/ 0 h 1515"/>
              <a:gd name="p0x3" fmla="*/ 17385 w 17385"/>
              <a:gd name="p0y3" fmla="*/ 188 h 1515"/>
              <a:gd name="p0x4" fmla="*/ 17385 w 17385"/>
              <a:gd name="p0y4" fmla="*/ 420 h 1515"/>
              <a:gd name="p0x5" fmla="*/ 17385 w 17385"/>
              <a:gd name="p0y5" fmla="*/ 1095 h 1515"/>
              <a:gd name="p0x6" fmla="*/ 17385 w 17385"/>
              <a:gd name="p0y6" fmla="*/ 1326 h 1515"/>
              <a:gd name="p0x7" fmla="*/ 17196 w 17385"/>
              <a:gd name="p0y7" fmla="*/ 1515 h 1515"/>
              <a:gd name="p0x8" fmla="*/ 16965 w 17385"/>
              <a:gd name="p0y8" fmla="*/ 1515 h 1515"/>
              <a:gd name="p0x9" fmla="*/ 420 w 17385"/>
              <a:gd name="p0y9" fmla="*/ 1515 h 1515"/>
              <a:gd name="p0x10" fmla="*/ 188 w 17385"/>
              <a:gd name="p0y10" fmla="*/ 1515 h 1515"/>
              <a:gd name="p0x11" fmla="*/ 0 w 17385"/>
              <a:gd name="p0y11" fmla="*/ 1326 h 1515"/>
              <a:gd name="p0x12" fmla="*/ 0 w 17385"/>
              <a:gd name="p0y12" fmla="*/ 1095 h 1515"/>
              <a:gd name="p0x13" fmla="*/ 0 w 17385"/>
              <a:gd name="p0y13" fmla="*/ 420 h 1515"/>
              <a:gd name="p0x14" fmla="*/ 0 w 17385"/>
              <a:gd name="p0y14" fmla="*/ 188 h 1515"/>
              <a:gd name="p0x15" fmla="*/ 188 w 17385"/>
              <a:gd name="p0y15" fmla="*/ 0 h 1515"/>
              <a:gd name="p0x16" fmla="*/ 420 w 17385"/>
              <a:gd name="p0y16" fmla="*/ 0 h 15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272EC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任意多边形 39"/>
          <p:cNvSpPr/>
          <p:nvPr>
            <p:custDataLst>
              <p:tags r:id="rId4"/>
            </p:custDataLst>
          </p:nvPr>
        </p:nvSpPr>
        <p:spPr>
          <a:xfrm>
            <a:off x="771525" y="57816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300 w 660"/>
              <a:gd name="p0y0" fmla="*/ 0 h 660"/>
              <a:gd name="p0x1" fmla="*/ 360 w 660"/>
              <a:gd name="p0y1" fmla="*/ 0 h 660"/>
              <a:gd name="p0x2" fmla="*/ 525 w 660"/>
              <a:gd name="p0y2" fmla="*/ 0 h 660"/>
              <a:gd name="p0x3" fmla="*/ 660 w 660"/>
              <a:gd name="p0y3" fmla="*/ 134 h 660"/>
              <a:gd name="p0x4" fmla="*/ 660 w 660"/>
              <a:gd name="p0y4" fmla="*/ 300 h 660"/>
              <a:gd name="p0x5" fmla="*/ 660 w 660"/>
              <a:gd name="p0y5" fmla="*/ 360 h 660"/>
              <a:gd name="p0x6" fmla="*/ 660 w 660"/>
              <a:gd name="p0y6" fmla="*/ 525 h 660"/>
              <a:gd name="p0x7" fmla="*/ 525 w 660"/>
              <a:gd name="p0y7" fmla="*/ 660 h 660"/>
              <a:gd name="p0x8" fmla="*/ 360 w 660"/>
              <a:gd name="p0y8" fmla="*/ 660 h 660"/>
              <a:gd name="p0x9" fmla="*/ 300 w 660"/>
              <a:gd name="p0y9" fmla="*/ 660 h 660"/>
              <a:gd name="p0x10" fmla="*/ 134 w 660"/>
              <a:gd name="p0y10" fmla="*/ 660 h 660"/>
              <a:gd name="p0x11" fmla="*/ 0 w 660"/>
              <a:gd name="p0y11" fmla="*/ 525 h 660"/>
              <a:gd name="p0x12" fmla="*/ 0 w 660"/>
              <a:gd name="p0y12" fmla="*/ 360 h 660"/>
              <a:gd name="p0x13" fmla="*/ 0 w 660"/>
              <a:gd name="p0y13" fmla="*/ 300 h 660"/>
              <a:gd name="p0x14" fmla="*/ 0 w 660"/>
              <a:gd name="p0y14" fmla="*/ 134 h 660"/>
              <a:gd name="p0x15" fmla="*/ 134 w 660"/>
              <a:gd name="p0y15" fmla="*/ 0 h 660"/>
              <a:gd name="p0x16" fmla="*/ 30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1" name="图片 4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57250" y="5862320"/>
            <a:ext cx="247650" cy="25273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8"/>
            </p:custDataLst>
          </p:nvPr>
        </p:nvSpPr>
        <p:spPr>
          <a:xfrm>
            <a:off x="1304925" y="5957888"/>
            <a:ext cx="6477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这一版第一次同时满足：资源管理质量显著改善、端到端性能不再负优化</a:t>
            </a:r>
            <a:endParaRPr sz="15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9"/>
            </p:custDataLst>
          </p:nvPr>
        </p:nvSpPr>
        <p:spPr>
          <a:xfrm>
            <a:off x="1304925" y="5705475"/>
            <a:ext cx="60960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FFFFFF">
                    <a:alpha val="9000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阶段结论</a:t>
            </a:r>
            <a:endParaRPr sz="1350">
              <a:solidFill>
                <a:srgbClr val="FFFFFF">
                  <a:alpha val="90001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751037" y="4403260"/>
            <a:ext cx="153869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sz="3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策略</a:t>
            </a:r>
            <a:r>
              <a:rPr lang="zh-CN" sz="30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演进</a:t>
            </a:r>
            <a:endParaRPr lang="zh-CN" sz="3000" b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3156585" cy="5362575"/>
          </a:xfrm>
          <a:custGeom>
            <a:avLst/>
            <a:gdLst>
              <a:gd name="sw" fmla="*/ 1 w 4970"/>
              <a:gd name="sh" fmla="*/ 1 h 8445"/>
              <a:gd name="mins" fmla="min sw sh"/>
              <a:gd name="dsw" fmla="+- 0 sw mins"/>
              <a:gd name="dsh" fmla="+- 0 sh mins"/>
              <a:gd name="p0x0" fmla="*/ 60 w 4970"/>
              <a:gd name="p0y0" fmla="*/ 0 h 8445"/>
              <a:gd name="p0x1" fmla="*/ 4910 w 4970"/>
              <a:gd name="p0y1" fmla="*/ 0 h 8445"/>
              <a:gd name="p0x2" fmla="*/ 4944 w 4970"/>
              <a:gd name="p0y2" fmla="*/ 0 h 8445"/>
              <a:gd name="p0x3" fmla="*/ 4970 w 4970"/>
              <a:gd name="p0y3" fmla="*/ 26 h 8445"/>
              <a:gd name="p0x4" fmla="*/ 4970 w 4970"/>
              <a:gd name="p0y4" fmla="*/ 60 h 8445"/>
              <a:gd name="p0x5" fmla="*/ 4970 w 4970"/>
              <a:gd name="p0y5" fmla="*/ 8385 h 8445"/>
              <a:gd name="p0x6" fmla="*/ 4970 w 4970"/>
              <a:gd name="p0y6" fmla="*/ 8418 h 8445"/>
              <a:gd name="p0x7" fmla="*/ 4944 w 4970"/>
              <a:gd name="p0y7" fmla="*/ 8445 h 8445"/>
              <a:gd name="p0x8" fmla="*/ 4910 w 4970"/>
              <a:gd name="p0y8" fmla="*/ 8445 h 8445"/>
              <a:gd name="p0x9" fmla="*/ 60 w 4970"/>
              <a:gd name="p0y9" fmla="*/ 8445 h 8445"/>
              <a:gd name="p0x10" fmla="*/ 26 w 4970"/>
              <a:gd name="p0y10" fmla="*/ 8445 h 8445"/>
              <a:gd name="p0x11" fmla="*/ 0 w 4970"/>
              <a:gd name="p0y11" fmla="*/ 8418 h 8445"/>
              <a:gd name="p0x12" fmla="*/ 0 w 4970"/>
              <a:gd name="p0y12" fmla="*/ 8385 h 8445"/>
              <a:gd name="p0x13" fmla="*/ 0 w 4970"/>
              <a:gd name="p0y13" fmla="*/ 60 h 8445"/>
              <a:gd name="p0x14" fmla="*/ 0 w 4970"/>
              <a:gd name="p0y14" fmla="*/ 26 h 8445"/>
              <a:gd name="p0x15" fmla="*/ 26 w 4970"/>
              <a:gd name="p0y15" fmla="*/ 0 h 8445"/>
              <a:gd name="p0x16" fmla="*/ 60 w 497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任意多边形 1"/>
          <p:cNvSpPr/>
          <p:nvPr>
            <p:custDataLst>
              <p:tags r:id="rId3"/>
            </p:custDataLst>
          </p:nvPr>
        </p:nvSpPr>
        <p:spPr>
          <a:xfrm>
            <a:off x="771525" y="3271520"/>
            <a:ext cx="762000" cy="276225"/>
          </a:xfrm>
          <a:custGeom>
            <a:avLst/>
            <a:gdLst>
              <a:gd name="sw" fmla="*/ 1 w 1200"/>
              <a:gd name="sh" fmla="*/ 1 h 435"/>
              <a:gd name="mins" fmla="min sw sh"/>
              <a:gd name="dsw" fmla="+- 0 sw mins"/>
              <a:gd name="dsh" fmla="+- 0 sh mins"/>
              <a:gd name="p0x0" fmla="*/ 60 w 1200"/>
              <a:gd name="p0y0" fmla="*/ 0 h 435"/>
              <a:gd name="p0x1" fmla="*/ 1140 w 1200"/>
              <a:gd name="p0y1" fmla="*/ 0 h 435"/>
              <a:gd name="p0x2" fmla="*/ 1173 w 1200"/>
              <a:gd name="p0y2" fmla="*/ 0 h 435"/>
              <a:gd name="p0x3" fmla="*/ 1200 w 1200"/>
              <a:gd name="p0y3" fmla="*/ 26 h 435"/>
              <a:gd name="p0x4" fmla="*/ 1200 w 1200"/>
              <a:gd name="p0y4" fmla="*/ 60 h 435"/>
              <a:gd name="p0x5" fmla="*/ 1200 w 1200"/>
              <a:gd name="p0y5" fmla="*/ 375 h 435"/>
              <a:gd name="p0x6" fmla="*/ 1200 w 1200"/>
              <a:gd name="p0y6" fmla="*/ 408 h 435"/>
              <a:gd name="p0x7" fmla="*/ 1173 w 1200"/>
              <a:gd name="p0y7" fmla="*/ 435 h 435"/>
              <a:gd name="p0x8" fmla="*/ 1140 w 1200"/>
              <a:gd name="p0y8" fmla="*/ 435 h 435"/>
              <a:gd name="p0x9" fmla="*/ 60 w 1200"/>
              <a:gd name="p0y9" fmla="*/ 435 h 435"/>
              <a:gd name="p0x10" fmla="*/ 26 w 1200"/>
              <a:gd name="p0y10" fmla="*/ 435 h 435"/>
              <a:gd name="p0x11" fmla="*/ 0 w 1200"/>
              <a:gd name="p0y11" fmla="*/ 408 h 435"/>
              <a:gd name="p0x12" fmla="*/ 0 w 1200"/>
              <a:gd name="p0y12" fmla="*/ 375 h 435"/>
              <a:gd name="p0x13" fmla="*/ 0 w 1200"/>
              <a:gd name="p0y13" fmla="*/ 60 h 435"/>
              <a:gd name="p0x14" fmla="*/ 0 w 1200"/>
              <a:gd name="p0y14" fmla="*/ 26 h 435"/>
              <a:gd name="p0x15" fmla="*/ 26 w 1200"/>
              <a:gd name="p0y15" fmla="*/ 0 h 435"/>
              <a:gd name="p0x16" fmla="*/ 60 w 120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847725" y="3309938"/>
            <a:ext cx="76221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Baseline</a:t>
            </a:r>
            <a:endParaRPr sz="1200">
              <a:solidFill>
                <a:srgbClr val="2730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648044" y="3227070"/>
            <a:ext cx="193789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LRU baseline</a:t>
            </a:r>
            <a:endParaRPr sz="21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771525" y="3714750"/>
            <a:ext cx="2766041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不改变原始</a:t>
            </a:r>
            <a:r>
              <a:rPr lang="en-US" altLang="zh-CN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</a:t>
            </a: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选择顺序，只记录生命周期事件</a:t>
            </a:r>
            <a:endParaRPr lang="zh-CN" altLang="en-US" sz="15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7"/>
            </p:custDataLst>
          </p:nvPr>
        </p:nvSpPr>
        <p:spPr>
          <a:xfrm>
            <a:off x="3989705" y="1109345"/>
            <a:ext cx="3684270" cy="5362575"/>
          </a:xfrm>
          <a:custGeom>
            <a:avLst/>
            <a:gdLst>
              <a:gd name="sw" fmla="*/ 1 w 5801"/>
              <a:gd name="sh" fmla="*/ 1 h 8445"/>
              <a:gd name="mins" fmla="min sw sh"/>
              <a:gd name="dsw" fmla="+- 0 sw mins"/>
              <a:gd name="dsh" fmla="+- 0 sh mins"/>
              <a:gd name="p0x0" fmla="*/ 60 w 5801"/>
              <a:gd name="p0y0" fmla="*/ 0 h 8445"/>
              <a:gd name="p0x1" fmla="*/ 5741 w 5801"/>
              <a:gd name="p0y1" fmla="*/ 0 h 8445"/>
              <a:gd name="p0x2" fmla="*/ 5775 w 5801"/>
              <a:gd name="p0y2" fmla="*/ 0 h 8445"/>
              <a:gd name="p0x3" fmla="*/ 5801 w 5801"/>
              <a:gd name="p0y3" fmla="*/ 26 h 8445"/>
              <a:gd name="p0x4" fmla="*/ 5801 w 5801"/>
              <a:gd name="p0y4" fmla="*/ 60 h 8445"/>
              <a:gd name="p0x5" fmla="*/ 5801 w 5801"/>
              <a:gd name="p0y5" fmla="*/ 8385 h 8445"/>
              <a:gd name="p0x6" fmla="*/ 5801 w 5801"/>
              <a:gd name="p0y6" fmla="*/ 8418 h 8445"/>
              <a:gd name="p0x7" fmla="*/ 5775 w 5801"/>
              <a:gd name="p0y7" fmla="*/ 8445 h 8445"/>
              <a:gd name="p0x8" fmla="*/ 5741 w 5801"/>
              <a:gd name="p0y8" fmla="*/ 8445 h 8445"/>
              <a:gd name="p0x9" fmla="*/ 60 w 5801"/>
              <a:gd name="p0y9" fmla="*/ 8445 h 8445"/>
              <a:gd name="p0x10" fmla="*/ 26 w 5801"/>
              <a:gd name="p0y10" fmla="*/ 8445 h 8445"/>
              <a:gd name="p0x11" fmla="*/ 0 w 5801"/>
              <a:gd name="p0y11" fmla="*/ 8418 h 8445"/>
              <a:gd name="p0x12" fmla="*/ 0 w 5801"/>
              <a:gd name="p0y12" fmla="*/ 8385 h 8445"/>
              <a:gd name="p0x13" fmla="*/ 0 w 5801"/>
              <a:gd name="p0y13" fmla="*/ 60 h 8445"/>
              <a:gd name="p0x14" fmla="*/ 0 w 5801"/>
              <a:gd name="p0y14" fmla="*/ 26 h 8445"/>
              <a:gd name="p0x15" fmla="*/ 26 w 5801"/>
              <a:gd name="p0y15" fmla="*/ 0 h 8445"/>
              <a:gd name="p0x16" fmla="*/ 60 w 5801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>
            <p:custDataLst>
              <p:tags r:id="rId8"/>
            </p:custDataLst>
          </p:nvPr>
        </p:nvSpPr>
        <p:spPr>
          <a:xfrm>
            <a:off x="4184650" y="1333500"/>
            <a:ext cx="915035" cy="276225"/>
          </a:xfrm>
          <a:custGeom>
            <a:avLst/>
            <a:gdLst>
              <a:gd name="sw" fmla="*/ 1 w 1440"/>
              <a:gd name="sh" fmla="*/ 1 h 435"/>
              <a:gd name="mins" fmla="min sw sh"/>
              <a:gd name="dsw" fmla="+- 0 sw mins"/>
              <a:gd name="dsh" fmla="+- 0 sh mins"/>
              <a:gd name="p0x0" fmla="*/ 60 w 1440"/>
              <a:gd name="p0y0" fmla="*/ 0 h 435"/>
              <a:gd name="p0x1" fmla="*/ 1380 w 1440"/>
              <a:gd name="p0y1" fmla="*/ 0 h 435"/>
              <a:gd name="p0x2" fmla="*/ 1413 w 1440"/>
              <a:gd name="p0y2" fmla="*/ 0 h 435"/>
              <a:gd name="p0x3" fmla="*/ 1440 w 1440"/>
              <a:gd name="p0y3" fmla="*/ 26 h 435"/>
              <a:gd name="p0x4" fmla="*/ 1440 w 1440"/>
              <a:gd name="p0y4" fmla="*/ 60 h 435"/>
              <a:gd name="p0x5" fmla="*/ 1440 w 1440"/>
              <a:gd name="p0y5" fmla="*/ 375 h 435"/>
              <a:gd name="p0x6" fmla="*/ 1440 w 1440"/>
              <a:gd name="p0y6" fmla="*/ 408 h 435"/>
              <a:gd name="p0x7" fmla="*/ 1413 w 1440"/>
              <a:gd name="p0y7" fmla="*/ 435 h 435"/>
              <a:gd name="p0x8" fmla="*/ 1380 w 1440"/>
              <a:gd name="p0y8" fmla="*/ 435 h 435"/>
              <a:gd name="p0x9" fmla="*/ 60 w 1440"/>
              <a:gd name="p0y9" fmla="*/ 435 h 435"/>
              <a:gd name="p0x10" fmla="*/ 26 w 1440"/>
              <a:gd name="p0y10" fmla="*/ 435 h 435"/>
              <a:gd name="p0x11" fmla="*/ 0 w 1440"/>
              <a:gd name="p0y11" fmla="*/ 408 h 435"/>
              <a:gd name="p0x12" fmla="*/ 0 w 1440"/>
              <a:gd name="p0y12" fmla="*/ 375 h 435"/>
              <a:gd name="p0x13" fmla="*/ 0 w 1440"/>
              <a:gd name="p0y13" fmla="*/ 60 h 435"/>
              <a:gd name="p0x14" fmla="*/ 0 w 1440"/>
              <a:gd name="p0y14" fmla="*/ 26 h 435"/>
              <a:gd name="p0x15" fmla="*/ 26 w 1440"/>
              <a:gd name="p0y15" fmla="*/ 0 h 435"/>
              <a:gd name="p0x16" fmla="*/ 60 w 144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E7D9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9"/>
            </p:custDataLst>
          </p:nvPr>
        </p:nvSpPr>
        <p:spPr>
          <a:xfrm>
            <a:off x="4261466" y="1371600"/>
            <a:ext cx="9144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6F3A1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研究型策略</a:t>
            </a:r>
            <a:endParaRPr sz="1200">
              <a:solidFill>
                <a:srgbClr val="6F3A1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5214042" y="1288732"/>
            <a:ext cx="205546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shared-aware</a:t>
            </a:r>
            <a:endParaRPr sz="21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4185266" y="1738313"/>
            <a:ext cx="329371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retain score</a:t>
            </a:r>
            <a:r>
              <a:rPr lang="zh-CN" altLang="en-US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排序</a:t>
            </a:r>
            <a:r>
              <a:rPr lang="en-US" altLang="zh-CN" sz="150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victim</a:t>
            </a:r>
            <a:endParaRPr lang="en-US" altLang="zh-CN" sz="150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4185266" y="2485435"/>
            <a:ext cx="329371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典型分数因子：</a:t>
            </a:r>
            <a:endParaRPr sz="135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3"/>
            </p:custDataLst>
          </p:nvPr>
        </p:nvSpPr>
        <p:spPr>
          <a:xfrm>
            <a:off x="4184650" y="3161030"/>
            <a:ext cx="38100" cy="381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E822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4"/>
            </p:custDataLst>
          </p:nvPr>
        </p:nvSpPr>
        <p:spPr>
          <a:xfrm>
            <a:off x="4299566" y="3065859"/>
            <a:ext cx="881663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hit count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5"/>
            </p:custDataLst>
          </p:nvPr>
        </p:nvSpPr>
        <p:spPr>
          <a:xfrm>
            <a:off x="4184650" y="3427730"/>
            <a:ext cx="38100" cy="381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E822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6"/>
            </p:custDataLst>
          </p:nvPr>
        </p:nvSpPr>
        <p:spPr>
          <a:xfrm>
            <a:off x="4299566" y="3332559"/>
            <a:ext cx="1256929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share degree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17"/>
            </p:custDataLst>
          </p:nvPr>
        </p:nvSpPr>
        <p:spPr>
          <a:xfrm>
            <a:off x="4184650" y="3694430"/>
            <a:ext cx="38100" cy="381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E822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18"/>
            </p:custDataLst>
          </p:nvPr>
        </p:nvSpPr>
        <p:spPr>
          <a:xfrm>
            <a:off x="4299566" y="3599259"/>
            <a:ext cx="1276798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branch factor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19"/>
            </p:custDataLst>
          </p:nvPr>
        </p:nvSpPr>
        <p:spPr>
          <a:xfrm>
            <a:off x="4184650" y="3961130"/>
            <a:ext cx="38100" cy="381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E822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0"/>
            </p:custDataLst>
          </p:nvPr>
        </p:nvSpPr>
        <p:spPr>
          <a:xfrm>
            <a:off x="4299566" y="3865959"/>
            <a:ext cx="1151487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prefix depth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1"/>
            </p:custDataLst>
          </p:nvPr>
        </p:nvSpPr>
        <p:spPr>
          <a:xfrm>
            <a:off x="4184650" y="4227830"/>
            <a:ext cx="38100" cy="381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E822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2"/>
            </p:custDataLst>
          </p:nvPr>
        </p:nvSpPr>
        <p:spPr>
          <a:xfrm>
            <a:off x="4299566" y="4132659"/>
            <a:ext cx="1458887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recompute cost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23"/>
            </p:custDataLst>
          </p:nvPr>
        </p:nvSpPr>
        <p:spPr>
          <a:xfrm>
            <a:off x="4184650" y="4494530"/>
            <a:ext cx="38100" cy="381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EE822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24"/>
            </p:custDataLst>
          </p:nvPr>
        </p:nvSpPr>
        <p:spPr>
          <a:xfrm>
            <a:off x="4299566" y="4399359"/>
            <a:ext cx="479374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age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4184650" y="5055870"/>
            <a:ext cx="3293110" cy="1220470"/>
            <a:chOff x="6590" y="7962"/>
            <a:chExt cx="5186" cy="1922"/>
          </a:xfrm>
        </p:grpSpPr>
        <p:sp>
          <p:nvSpPr>
            <p:cNvPr id="30" name="任意多边形 29"/>
            <p:cNvSpPr/>
            <p:nvPr>
              <p:custDataLst>
                <p:tags r:id="rId25"/>
              </p:custDataLst>
            </p:nvPr>
          </p:nvSpPr>
          <p:spPr>
            <a:xfrm>
              <a:off x="6590" y="7962"/>
              <a:ext cx="5187" cy="1923"/>
            </a:xfrm>
            <a:custGeom>
              <a:avLst/>
              <a:gdLst>
                <a:gd name="sw" fmla="*/ 1 w 5186"/>
                <a:gd name="sh" fmla="*/ 1 h 1922"/>
                <a:gd name="mins" fmla="min sw sh"/>
                <a:gd name="dsw" fmla="+- 0 sw mins"/>
                <a:gd name="dsh" fmla="+- 0 sh mins"/>
                <a:gd name="p0x0" fmla="*/ 0 w 5186"/>
                <a:gd name="p0y0" fmla="*/ 0 h 1922"/>
                <a:gd name="p0x1" fmla="*/ 5186 w 5186"/>
                <a:gd name="p0y1" fmla="*/ 0 h 1922"/>
                <a:gd name="p0x2" fmla="*/ 5186 w 5186"/>
                <a:gd name="p0y2" fmla="*/ 1922 h 1922"/>
                <a:gd name="p0x3" fmla="*/ 0 w 5186"/>
                <a:gd name="p0y3" fmla="*/ 1922 h 1922"/>
                <a:gd name="p0x4" fmla="*/ 0 w 5186"/>
                <a:gd name="p0y4" fmla="*/ 0 h 1922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" name="任意多边形 30"/>
            <p:cNvSpPr/>
            <p:nvPr>
              <p:custDataLst>
                <p:tags r:id="rId26"/>
              </p:custDataLst>
            </p:nvPr>
          </p:nvSpPr>
          <p:spPr>
            <a:xfrm>
              <a:off x="6590" y="7962"/>
              <a:ext cx="5187" cy="15"/>
            </a:xfrm>
            <a:custGeom>
              <a:avLst/>
              <a:gdLst>
                <a:gd name="sw" fmla="*/ 1 w 5186"/>
                <a:gd name="sh" fmla="*/ 1 h 15"/>
                <a:gd name="mins" fmla="min sw sh"/>
                <a:gd name="dsw" fmla="+- 0 sw mins"/>
                <a:gd name="dsh" fmla="+- 0 sh mins"/>
                <a:gd name="p0x0" fmla="*/ 0 w 5186"/>
                <a:gd name="p0y0" fmla="*/ 0 h 15"/>
                <a:gd name="p0x1" fmla="*/ 5186 w 5186"/>
                <a:gd name="p0y1" fmla="*/ 0 h 15"/>
                <a:gd name="p0x2" fmla="*/ 5186 w 5186"/>
                <a:gd name="p0y2" fmla="*/ 15 h 15"/>
                <a:gd name="p0x3" fmla="*/ 0 w 5186"/>
                <a:gd name="p0y3" fmla="*/ 15 h 15"/>
                <a:gd name="p0x4" fmla="*/ 0 w 5186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E6E9E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2" name="文本框 31"/>
          <p:cNvSpPr txBox="1"/>
          <p:nvPr>
            <p:custDataLst>
              <p:tags r:id="rId27"/>
            </p:custDataLst>
          </p:nvPr>
        </p:nvSpPr>
        <p:spPr>
          <a:xfrm>
            <a:off x="4185266" y="5126479"/>
            <a:ext cx="329371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优点：</a:t>
            </a: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解释性强，能验证多类信号是否有价值</a:t>
            </a:r>
            <a:endParaRPr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28"/>
            </p:custDataLst>
          </p:nvPr>
        </p:nvSpPr>
        <p:spPr>
          <a:xfrm>
            <a:off x="4185266" y="5713162"/>
            <a:ext cx="329371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问题：</a:t>
            </a:r>
            <a:r>
              <a:rPr lang="en-US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排序开销较高，适合研究型策略</a:t>
            </a:r>
            <a:endParaRPr lang="zh-CN" altLang="en-US"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29"/>
            </p:custDataLst>
          </p:nvPr>
        </p:nvSpPr>
        <p:spPr>
          <a:xfrm>
            <a:off x="7931150" y="1109345"/>
            <a:ext cx="3684270" cy="5362575"/>
          </a:xfrm>
          <a:custGeom>
            <a:avLst/>
            <a:gdLst>
              <a:gd name="sw" fmla="*/ 1 w 5801"/>
              <a:gd name="sh" fmla="*/ 1 h 8445"/>
              <a:gd name="mins" fmla="min sw sh"/>
              <a:gd name="dsw" fmla="+- 0 sw mins"/>
              <a:gd name="dsh" fmla="+- 0 sh mins"/>
              <a:gd name="p0x0" fmla="*/ 60 w 5801"/>
              <a:gd name="p0y0" fmla="*/ 0 h 8445"/>
              <a:gd name="p0x1" fmla="*/ 5741 w 5801"/>
              <a:gd name="p0y1" fmla="*/ 0 h 8445"/>
              <a:gd name="p0x2" fmla="*/ 5775 w 5801"/>
              <a:gd name="p0y2" fmla="*/ 0 h 8445"/>
              <a:gd name="p0x3" fmla="*/ 5801 w 5801"/>
              <a:gd name="p0y3" fmla="*/ 26 h 8445"/>
              <a:gd name="p0x4" fmla="*/ 5801 w 5801"/>
              <a:gd name="p0y4" fmla="*/ 60 h 8445"/>
              <a:gd name="p0x5" fmla="*/ 5801 w 5801"/>
              <a:gd name="p0y5" fmla="*/ 8385 h 8445"/>
              <a:gd name="p0x6" fmla="*/ 5801 w 5801"/>
              <a:gd name="p0y6" fmla="*/ 8418 h 8445"/>
              <a:gd name="p0x7" fmla="*/ 5775 w 5801"/>
              <a:gd name="p0y7" fmla="*/ 8445 h 8445"/>
              <a:gd name="p0x8" fmla="*/ 5741 w 5801"/>
              <a:gd name="p0y8" fmla="*/ 8445 h 8445"/>
              <a:gd name="p0x9" fmla="*/ 60 w 5801"/>
              <a:gd name="p0y9" fmla="*/ 8445 h 8445"/>
              <a:gd name="p0x10" fmla="*/ 26 w 5801"/>
              <a:gd name="p0y10" fmla="*/ 8445 h 8445"/>
              <a:gd name="p0x11" fmla="*/ 0 w 5801"/>
              <a:gd name="p0y11" fmla="*/ 8418 h 8445"/>
              <a:gd name="p0x12" fmla="*/ 0 w 5801"/>
              <a:gd name="p0y12" fmla="*/ 8385 h 8445"/>
              <a:gd name="p0x13" fmla="*/ 0 w 5801"/>
              <a:gd name="p0y13" fmla="*/ 60 h 8445"/>
              <a:gd name="p0x14" fmla="*/ 0 w 5801"/>
              <a:gd name="p0y14" fmla="*/ 26 h 8445"/>
              <a:gd name="p0x15" fmla="*/ 26 w 5801"/>
              <a:gd name="p0y15" fmla="*/ 0 h 8445"/>
              <a:gd name="p0x16" fmla="*/ 60 w 5801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E62DF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任意多边形 34"/>
          <p:cNvSpPr/>
          <p:nvPr>
            <p:custDataLst>
              <p:tags r:id="rId30"/>
            </p:custDataLst>
          </p:nvPr>
        </p:nvSpPr>
        <p:spPr>
          <a:xfrm>
            <a:off x="8126095" y="1333500"/>
            <a:ext cx="762635" cy="276225"/>
          </a:xfrm>
          <a:custGeom>
            <a:avLst/>
            <a:gdLst>
              <a:gd name="sw" fmla="*/ 1 w 1200"/>
              <a:gd name="sh" fmla="*/ 1 h 435"/>
              <a:gd name="mins" fmla="min sw sh"/>
              <a:gd name="dsw" fmla="+- 0 sw mins"/>
              <a:gd name="dsh" fmla="+- 0 sh mins"/>
              <a:gd name="p0x0" fmla="*/ 60 w 1200"/>
              <a:gd name="p0y0" fmla="*/ 0 h 435"/>
              <a:gd name="p0x1" fmla="*/ 1140 w 1200"/>
              <a:gd name="p0y1" fmla="*/ 0 h 435"/>
              <a:gd name="p0x2" fmla="*/ 1173 w 1200"/>
              <a:gd name="p0y2" fmla="*/ 0 h 435"/>
              <a:gd name="p0x3" fmla="*/ 1200 w 1200"/>
              <a:gd name="p0y3" fmla="*/ 26 h 435"/>
              <a:gd name="p0x4" fmla="*/ 1200 w 1200"/>
              <a:gd name="p0y4" fmla="*/ 60 h 435"/>
              <a:gd name="p0x5" fmla="*/ 1200 w 1200"/>
              <a:gd name="p0y5" fmla="*/ 375 h 435"/>
              <a:gd name="p0x6" fmla="*/ 1200 w 1200"/>
              <a:gd name="p0y6" fmla="*/ 408 h 435"/>
              <a:gd name="p0x7" fmla="*/ 1173 w 1200"/>
              <a:gd name="p0y7" fmla="*/ 435 h 435"/>
              <a:gd name="p0x8" fmla="*/ 1140 w 1200"/>
              <a:gd name="p0y8" fmla="*/ 435 h 435"/>
              <a:gd name="p0x9" fmla="*/ 60 w 1200"/>
              <a:gd name="p0y9" fmla="*/ 435 h 435"/>
              <a:gd name="p0x10" fmla="*/ 26 w 1200"/>
              <a:gd name="p0y10" fmla="*/ 435 h 435"/>
              <a:gd name="p0x11" fmla="*/ 0 w 1200"/>
              <a:gd name="p0y11" fmla="*/ 408 h 435"/>
              <a:gd name="p0x12" fmla="*/ 0 w 1200"/>
              <a:gd name="p0y12" fmla="*/ 375 h 435"/>
              <a:gd name="p0x13" fmla="*/ 0 w 1200"/>
              <a:gd name="p0y13" fmla="*/ 60 h 435"/>
              <a:gd name="p0x14" fmla="*/ 0 w 1200"/>
              <a:gd name="p0y14" fmla="*/ 26 h 435"/>
              <a:gd name="p0x15" fmla="*/ 26 w 1200"/>
              <a:gd name="p0y15" fmla="*/ 0 h 435"/>
              <a:gd name="p0x16" fmla="*/ 60 w 1200"/>
              <a:gd name="p0y16" fmla="*/ 0 h 43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31"/>
            </p:custDataLst>
          </p:nvPr>
        </p:nvSpPr>
        <p:spPr>
          <a:xfrm>
            <a:off x="8202882" y="137160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27307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生产优化</a:t>
            </a:r>
            <a:endParaRPr sz="1200">
              <a:solidFill>
                <a:srgbClr val="27307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文本框 43"/>
          <p:cNvSpPr txBox="1"/>
          <p:nvPr>
            <p:custDataLst>
              <p:tags r:id="rId32"/>
            </p:custDataLst>
          </p:nvPr>
        </p:nvSpPr>
        <p:spPr>
          <a:xfrm>
            <a:off x="9003058" y="1288732"/>
            <a:ext cx="2059486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family-protect</a:t>
            </a:r>
            <a:endParaRPr sz="21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33"/>
            </p:custDataLst>
          </p:nvPr>
        </p:nvSpPr>
        <p:spPr>
          <a:xfrm>
            <a:off x="8126682" y="2460803"/>
            <a:ext cx="329371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protected</a:t>
            </a:r>
            <a:r>
              <a:rPr lang="zh-CN"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判断</a:t>
            </a:r>
            <a:endParaRPr lang="zh-CN" sz="13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34"/>
            </p:custDataLst>
          </p:nvPr>
        </p:nvSpPr>
        <p:spPr>
          <a:xfrm>
            <a:off x="8126682" y="2712263"/>
            <a:ext cx="329371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hit_count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share_degree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branch_factor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达到阈值</a:t>
            </a:r>
            <a:endParaRPr lang="zh-CN" altLang="en-US" sz="135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35"/>
            </p:custDataLst>
          </p:nvPr>
        </p:nvSpPr>
        <p:spPr>
          <a:xfrm>
            <a:off x="8126682" y="3679479"/>
            <a:ext cx="329371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线性选择</a:t>
            </a:r>
            <a:endParaRPr sz="13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36"/>
            </p:custDataLst>
          </p:nvPr>
        </p:nvSpPr>
        <p:spPr>
          <a:xfrm>
            <a:off x="8126682" y="3930939"/>
            <a:ext cx="3293716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保持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LRU/free queue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原始顺序，遇到普通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直接作为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victim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，遇到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protected block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deferred</a:t>
            </a:r>
            <a:endParaRPr lang="en-US" altLang="zh-CN" sz="135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37"/>
            </p:custDataLst>
          </p:nvPr>
        </p:nvSpPr>
        <p:spPr>
          <a:xfrm>
            <a:off x="8126682" y="5172446"/>
            <a:ext cx="329371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回退驱逐</a:t>
            </a:r>
            <a:endParaRPr sz="13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38"/>
            </p:custDataLst>
          </p:nvPr>
        </p:nvSpPr>
        <p:spPr>
          <a:xfrm>
            <a:off x="8126682" y="5423907"/>
            <a:ext cx="329371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只有普通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block</a:t>
            </a:r>
            <a:r>
              <a:rPr lang="zh-CN" altLang="en-US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不够时，才回退驱逐</a:t>
            </a:r>
            <a:r>
              <a:rPr lang="en-US" altLang="zh-CN" sz="135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protected block</a:t>
            </a:r>
            <a:endParaRPr lang="en-US" altLang="zh-CN" sz="135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39"/>
            </p:custDataLst>
          </p:nvPr>
        </p:nvSpPr>
        <p:spPr>
          <a:xfrm>
            <a:off x="8126682" y="1738313"/>
            <a:ext cx="3293716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FFFFFF">
                    <a:alpha val="9000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从软排序改为更轻的</a:t>
            </a:r>
            <a:r>
              <a:rPr lang="en-US" altLang="zh-CN" sz="1500">
                <a:solidFill>
                  <a:srgbClr val="FFFFFF">
                    <a:alpha val="90001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hard bucket</a:t>
            </a:r>
            <a:endParaRPr lang="en-US" altLang="zh-CN" sz="1500">
              <a:solidFill>
                <a:srgbClr val="FFFFFF">
                  <a:alpha val="90001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en-US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V10</a:t>
            </a:r>
            <a:r>
              <a:rPr lang="zh-CN"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实验结果</a:t>
            </a:r>
            <a:endParaRPr lang="zh-CN"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2"/>
            </p:custDataLst>
          </p:nvPr>
        </p:nvSpPr>
        <p:spPr>
          <a:xfrm>
            <a:off x="227330" y="1107440"/>
            <a:ext cx="11043285" cy="1681480"/>
          </a:xfrm>
          <a:custGeom>
            <a:avLst/>
            <a:gdLst>
              <a:gd name="sw" fmla="*/ 1 w 27627"/>
              <a:gd name="sh" fmla="*/ 1 h 4205"/>
              <a:gd name="mins" fmla="min sw sh"/>
              <a:gd name="dsw" fmla="+- 0 sw mins"/>
              <a:gd name="dsh" fmla="+- 0 sh mins"/>
              <a:gd name="p0x0" fmla="*/ 420 w 27627"/>
              <a:gd name="p0y0" fmla="*/ 0 h 4205"/>
              <a:gd name="p0x1" fmla="*/ 27207 w 27627"/>
              <a:gd name="p0y1" fmla="*/ 0 h 4205"/>
              <a:gd name="p0x2" fmla="*/ 27439 w 27627"/>
              <a:gd name="p0y2" fmla="*/ 0 h 4205"/>
              <a:gd name="p0x3" fmla="*/ 27627 w 27627"/>
              <a:gd name="p0y3" fmla="*/ 188 h 4205"/>
              <a:gd name="p0x4" fmla="*/ 27627 w 27627"/>
              <a:gd name="p0y4" fmla="*/ 420 h 4205"/>
              <a:gd name="p0x5" fmla="*/ 27627 w 27627"/>
              <a:gd name="p0y5" fmla="*/ 3785 h 4205"/>
              <a:gd name="p0x6" fmla="*/ 27627 w 27627"/>
              <a:gd name="p0y6" fmla="*/ 4017 h 4205"/>
              <a:gd name="p0x7" fmla="*/ 27439 w 27627"/>
              <a:gd name="p0y7" fmla="*/ 4205 h 4205"/>
              <a:gd name="p0x8" fmla="*/ 27207 w 27627"/>
              <a:gd name="p0y8" fmla="*/ 4205 h 4205"/>
              <a:gd name="p0x9" fmla="*/ 420 w 27627"/>
              <a:gd name="p0y9" fmla="*/ 4205 h 4205"/>
              <a:gd name="p0x10" fmla="*/ 188 w 27627"/>
              <a:gd name="p0y10" fmla="*/ 4205 h 4205"/>
              <a:gd name="p0x11" fmla="*/ 0 w 27627"/>
              <a:gd name="p0y11" fmla="*/ 4017 h 4205"/>
              <a:gd name="p0x12" fmla="*/ 0 w 27627"/>
              <a:gd name="p0y12" fmla="*/ 3785 h 4205"/>
              <a:gd name="p0x13" fmla="*/ 0 w 27627"/>
              <a:gd name="p0y13" fmla="*/ 420 h 4205"/>
              <a:gd name="p0x14" fmla="*/ 0 w 27627"/>
              <a:gd name="p0y14" fmla="*/ 188 h 4205"/>
              <a:gd name="p0x15" fmla="*/ 188 w 27627"/>
              <a:gd name="p0y15" fmla="*/ 0 h 4205"/>
              <a:gd name="p0x16" fmla="*/ 420 w 27627"/>
              <a:gd name="p0y16" fmla="*/ 0 h 42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5996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3"/>
            </p:custDataLst>
          </p:nvPr>
        </p:nvSpPr>
        <p:spPr>
          <a:xfrm>
            <a:off x="350520" y="1221105"/>
            <a:ext cx="10797540" cy="1962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1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普通无共享场景（</a:t>
            </a:r>
            <a:r>
              <a:rPr lang="en-US" altLang="zh-CN" sz="11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ordinary_unique_cold</a:t>
            </a:r>
            <a:r>
              <a:rPr lang="zh-CN" altLang="en-US" sz="11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113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2" name="表格 11"/>
          <p:cNvGraphicFramePr/>
          <p:nvPr>
            <p:custDataLst>
              <p:tags r:id="rId4"/>
            </p:custDataLst>
          </p:nvPr>
        </p:nvGraphicFramePr>
        <p:xfrm>
          <a:off x="356870" y="1416685"/>
          <a:ext cx="10792460" cy="1049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8115"/>
                <a:gridCol w="2698115"/>
                <a:gridCol w="2698115"/>
                <a:gridCol w="2698115"/>
              </a:tblGrid>
              <a:tr h="274320">
                <a:tc>
                  <a:txBody>
                    <a:bodyPr wrap="square"/>
                    <a:p>
                      <a:pPr algn="l"/>
                      <a:r>
                        <a:rPr sz="84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Metric</a:t>
                      </a:r>
                      <a:endParaRPr sz="845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84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LRU</a:t>
                      </a:r>
                      <a:endParaRPr sz="845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84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family_protect</a:t>
                      </a:r>
                      <a:endParaRPr sz="845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84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Change</a:t>
                      </a:r>
                      <a:endParaRPr sz="845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</a:tr>
              <a:tr h="258445"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Requests/s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3.2320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3.2224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1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-0.30%</a:t>
                      </a:r>
                      <a:endParaRPr sz="755" b="1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8445"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Prefix hit tokens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8445"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Rebuilt-from-eviction blocks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2" name="组合 21"/>
          <p:cNvGrpSpPr/>
          <p:nvPr/>
        </p:nvGrpSpPr>
        <p:grpSpPr>
          <a:xfrm>
            <a:off x="350520" y="2515235"/>
            <a:ext cx="10796270" cy="149860"/>
            <a:chOff x="1098" y="3961"/>
            <a:chExt cx="17002" cy="236"/>
          </a:xfrm>
        </p:grpSpPr>
        <p:sp>
          <p:nvSpPr>
            <p:cNvPr id="13" name="任意多边形 12"/>
            <p:cNvSpPr/>
            <p:nvPr>
              <p:custDataLst>
                <p:tags r:id="rId5"/>
              </p:custDataLst>
            </p:nvPr>
          </p:nvSpPr>
          <p:spPr>
            <a:xfrm>
              <a:off x="1098" y="3961"/>
              <a:ext cx="17003" cy="237"/>
            </a:xfrm>
            <a:custGeom>
              <a:avLst/>
              <a:gdLst>
                <a:gd name="sw" fmla="*/ 1 w 27012"/>
                <a:gd name="sh" fmla="*/ 1 h 377"/>
                <a:gd name="mins" fmla="min sw sh"/>
                <a:gd name="dsw" fmla="+- 0 sw mins"/>
                <a:gd name="dsh" fmla="+- 0 sh mins"/>
                <a:gd name="p0x0" fmla="*/ 0 w 27012"/>
                <a:gd name="p0y0" fmla="*/ 0 h 377"/>
                <a:gd name="p0x1" fmla="*/ 27012 w 27012"/>
                <a:gd name="p0y1" fmla="*/ 0 h 377"/>
                <a:gd name="p0x2" fmla="*/ 27012 w 27012"/>
                <a:gd name="p0y2" fmla="*/ 377 h 377"/>
                <a:gd name="p0x3" fmla="*/ 0 w 27012"/>
                <a:gd name="p0y3" fmla="*/ 377 h 377"/>
                <a:gd name="p0x4" fmla="*/ 0 w 27012"/>
                <a:gd name="p0y4" fmla="*/ 0 h 377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任意多边形 13"/>
            <p:cNvSpPr/>
            <p:nvPr>
              <p:custDataLst>
                <p:tags r:id="rId6"/>
              </p:custDataLst>
            </p:nvPr>
          </p:nvSpPr>
          <p:spPr>
            <a:xfrm>
              <a:off x="1098" y="3961"/>
              <a:ext cx="17003" cy="9"/>
            </a:xfrm>
            <a:custGeom>
              <a:avLst/>
              <a:gdLst>
                <a:gd name="sw" fmla="*/ 1 w 27012"/>
                <a:gd name="sh" fmla="*/ 1 h 15"/>
                <a:gd name="mins" fmla="min sw sh"/>
                <a:gd name="dsw" fmla="+- 0 sw mins"/>
                <a:gd name="dsh" fmla="+- 0 sh mins"/>
                <a:gd name="p0x0" fmla="*/ 0 w 27012"/>
                <a:gd name="p0y0" fmla="*/ 0 h 15"/>
                <a:gd name="p0x1" fmla="*/ 27012 w 27012"/>
                <a:gd name="p0y1" fmla="*/ 0 h 15"/>
                <a:gd name="p0x2" fmla="*/ 27012 w 27012"/>
                <a:gd name="p0y2" fmla="*/ 15 h 15"/>
                <a:gd name="p0x3" fmla="*/ 0 w 27012"/>
                <a:gd name="p0y3" fmla="*/ 15 h 15"/>
                <a:gd name="p0x4" fmla="*/ 0 w 27012"/>
                <a:gd name="p0y4" fmla="*/ 0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D5D9E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350520" y="2529840"/>
            <a:ext cx="10797540" cy="18669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845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结论：</a:t>
            </a:r>
            <a:r>
              <a:rPr lang="zh-CN" sz="84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普通无共享请求中，没有长期复用结构，</a:t>
            </a:r>
            <a:r>
              <a:rPr lang="en-US" altLang="zh-CN" sz="84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KVFabric</a:t>
            </a:r>
            <a:r>
              <a:rPr lang="zh-CN" altLang="en-US" sz="84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不触发</a:t>
            </a:r>
            <a:r>
              <a:rPr lang="en-US" altLang="zh-CN" sz="84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family_protect ranking</a:t>
            </a:r>
            <a:r>
              <a:rPr lang="zh-CN" altLang="en-US" sz="84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，端到端吞吐差异</a:t>
            </a:r>
            <a:r>
              <a:rPr lang="en-US" altLang="zh-CN" sz="84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-0.30%</a:t>
            </a:r>
            <a:r>
              <a:rPr lang="zh-CN" altLang="en-US" sz="845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，基本可视为测量噪声</a:t>
            </a:r>
            <a:endParaRPr lang="zh-CN" altLang="en-US" sz="845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8"/>
            </p:custDataLst>
          </p:nvPr>
        </p:nvSpPr>
        <p:spPr>
          <a:xfrm>
            <a:off x="227330" y="2806700"/>
            <a:ext cx="11043285" cy="1967865"/>
          </a:xfrm>
          <a:custGeom>
            <a:avLst/>
            <a:gdLst>
              <a:gd name="sw" fmla="*/ 1 w 27627"/>
              <a:gd name="sh" fmla="*/ 1 h 4923"/>
              <a:gd name="mins" fmla="min sw sh"/>
              <a:gd name="dsw" fmla="+- 0 sw mins"/>
              <a:gd name="dsh" fmla="+- 0 sh mins"/>
              <a:gd name="p0x0" fmla="*/ 420 w 27627"/>
              <a:gd name="p0y0" fmla="*/ 0 h 4923"/>
              <a:gd name="p0x1" fmla="*/ 27207 w 27627"/>
              <a:gd name="p0y1" fmla="*/ 0 h 4923"/>
              <a:gd name="p0x2" fmla="*/ 27439 w 27627"/>
              <a:gd name="p0y2" fmla="*/ 0 h 4923"/>
              <a:gd name="p0x3" fmla="*/ 27627 w 27627"/>
              <a:gd name="p0y3" fmla="*/ 188 h 4923"/>
              <a:gd name="p0x4" fmla="*/ 27627 w 27627"/>
              <a:gd name="p0y4" fmla="*/ 420 h 4923"/>
              <a:gd name="p0x5" fmla="*/ 27627 w 27627"/>
              <a:gd name="p0y5" fmla="*/ 4503 h 4923"/>
              <a:gd name="p0x6" fmla="*/ 27627 w 27627"/>
              <a:gd name="p0y6" fmla="*/ 4735 h 4923"/>
              <a:gd name="p0x7" fmla="*/ 27439 w 27627"/>
              <a:gd name="p0y7" fmla="*/ 4923 h 4923"/>
              <a:gd name="p0x8" fmla="*/ 27207 w 27627"/>
              <a:gd name="p0y8" fmla="*/ 4923 h 4923"/>
              <a:gd name="p0x9" fmla="*/ 420 w 27627"/>
              <a:gd name="p0y9" fmla="*/ 4923 h 4923"/>
              <a:gd name="p0x10" fmla="*/ 188 w 27627"/>
              <a:gd name="p0y10" fmla="*/ 4923 h 4923"/>
              <a:gd name="p0x11" fmla="*/ 0 w 27627"/>
              <a:gd name="p0y11" fmla="*/ 4735 h 4923"/>
              <a:gd name="p0x12" fmla="*/ 0 w 27627"/>
              <a:gd name="p0y12" fmla="*/ 4503 h 4923"/>
              <a:gd name="p0x13" fmla="*/ 0 w 27627"/>
              <a:gd name="p0y13" fmla="*/ 420 h 4923"/>
              <a:gd name="p0x14" fmla="*/ 0 w 27627"/>
              <a:gd name="p0y14" fmla="*/ 188 h 4923"/>
              <a:gd name="p0x15" fmla="*/ 188 w 27627"/>
              <a:gd name="p0y15" fmla="*/ 0 h 4923"/>
              <a:gd name="p0x16" fmla="*/ 420 w 27627"/>
              <a:gd name="p0y16" fmla="*/ 0 h 492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5996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9"/>
            </p:custDataLst>
          </p:nvPr>
        </p:nvSpPr>
        <p:spPr>
          <a:xfrm>
            <a:off x="350520" y="2920365"/>
            <a:ext cx="10797540" cy="1962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1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模板</a:t>
            </a:r>
            <a:r>
              <a:rPr lang="en-US" altLang="zh-CN" sz="11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family</a:t>
            </a:r>
            <a:r>
              <a:rPr lang="zh-CN" altLang="en-US" sz="11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单周期（</a:t>
            </a:r>
            <a:r>
              <a:rPr lang="en-US" altLang="zh-CN" sz="11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KVFABRIC_PROTECT_MIN_HIT_COUNT=1</a:t>
            </a:r>
            <a:r>
              <a:rPr lang="zh-CN" altLang="en-US" sz="11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113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18" name="表格 17"/>
          <p:cNvGraphicFramePr/>
          <p:nvPr>
            <p:custDataLst>
              <p:tags r:id="rId10"/>
            </p:custDataLst>
          </p:nvPr>
        </p:nvGraphicFramePr>
        <p:xfrm>
          <a:off x="356870" y="3100070"/>
          <a:ext cx="10792460" cy="1551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8115"/>
                <a:gridCol w="2698115"/>
                <a:gridCol w="2698115"/>
                <a:gridCol w="2698115"/>
              </a:tblGrid>
              <a:tr h="274320">
                <a:tc>
                  <a:txBody>
                    <a:bodyPr wrap="square"/>
                    <a:p>
                      <a:pPr algn="l"/>
                      <a:r>
                        <a:rPr sz="84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Metric</a:t>
                      </a:r>
                      <a:endParaRPr sz="845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84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LRU</a:t>
                      </a:r>
                      <a:endParaRPr sz="845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84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family_protect</a:t>
                      </a:r>
                      <a:endParaRPr sz="845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84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Change</a:t>
                      </a:r>
                      <a:endParaRPr sz="845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</a:tr>
              <a:tr h="255905"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Requests/s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3.8651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3.9608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1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+2.48%</a:t>
                      </a:r>
                      <a:endParaRPr sz="755" b="1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270"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TTFT avg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0.1342s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0.1280s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1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-4.63%</a:t>
                      </a:r>
                      <a:endParaRPr sz="755" b="1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270"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Shared-anchor eviction ratio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0.081466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0.000000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1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-100%</a:t>
                      </a:r>
                      <a:endParaRPr sz="755" b="1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270"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Rebuilt-from-eviction blocks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1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-100%</a:t>
                      </a:r>
                      <a:endParaRPr sz="755" b="1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270"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Prefix hit tokens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21760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27200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1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+25.0%</a:t>
                      </a:r>
                      <a:endParaRPr sz="755" b="1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任意多边形 18"/>
          <p:cNvSpPr/>
          <p:nvPr>
            <p:custDataLst>
              <p:tags r:id="rId11"/>
            </p:custDataLst>
          </p:nvPr>
        </p:nvSpPr>
        <p:spPr>
          <a:xfrm>
            <a:off x="227330" y="4792345"/>
            <a:ext cx="11043285" cy="1681480"/>
          </a:xfrm>
          <a:custGeom>
            <a:avLst/>
            <a:gdLst>
              <a:gd name="sw" fmla="*/ 1 w 27627"/>
              <a:gd name="sh" fmla="*/ 1 h 4205"/>
              <a:gd name="mins" fmla="min sw sh"/>
              <a:gd name="dsw" fmla="+- 0 sw mins"/>
              <a:gd name="dsh" fmla="+- 0 sh mins"/>
              <a:gd name="p0x0" fmla="*/ 420 w 27627"/>
              <a:gd name="p0y0" fmla="*/ 0 h 4205"/>
              <a:gd name="p0x1" fmla="*/ 27207 w 27627"/>
              <a:gd name="p0y1" fmla="*/ 0 h 4205"/>
              <a:gd name="p0x2" fmla="*/ 27439 w 27627"/>
              <a:gd name="p0y2" fmla="*/ 0 h 4205"/>
              <a:gd name="p0x3" fmla="*/ 27627 w 27627"/>
              <a:gd name="p0y3" fmla="*/ 188 h 4205"/>
              <a:gd name="p0x4" fmla="*/ 27627 w 27627"/>
              <a:gd name="p0y4" fmla="*/ 420 h 4205"/>
              <a:gd name="p0x5" fmla="*/ 27627 w 27627"/>
              <a:gd name="p0y5" fmla="*/ 3785 h 4205"/>
              <a:gd name="p0x6" fmla="*/ 27627 w 27627"/>
              <a:gd name="p0y6" fmla="*/ 4017 h 4205"/>
              <a:gd name="p0x7" fmla="*/ 27439 w 27627"/>
              <a:gd name="p0y7" fmla="*/ 4205 h 4205"/>
              <a:gd name="p0x8" fmla="*/ 27207 w 27627"/>
              <a:gd name="p0y8" fmla="*/ 4205 h 4205"/>
              <a:gd name="p0x9" fmla="*/ 420 w 27627"/>
              <a:gd name="p0y9" fmla="*/ 4205 h 4205"/>
              <a:gd name="p0x10" fmla="*/ 188 w 27627"/>
              <a:gd name="p0y10" fmla="*/ 4205 h 4205"/>
              <a:gd name="p0x11" fmla="*/ 0 w 27627"/>
              <a:gd name="p0y11" fmla="*/ 4017 h 4205"/>
              <a:gd name="p0x12" fmla="*/ 0 w 27627"/>
              <a:gd name="p0y12" fmla="*/ 3785 h 4205"/>
              <a:gd name="p0x13" fmla="*/ 0 w 27627"/>
              <a:gd name="p0y13" fmla="*/ 420 h 4205"/>
              <a:gd name="p0x14" fmla="*/ 0 w 27627"/>
              <a:gd name="p0y14" fmla="*/ 188 h 4205"/>
              <a:gd name="p0x15" fmla="*/ 188 w 27627"/>
              <a:gd name="p0y15" fmla="*/ 0 h 4205"/>
              <a:gd name="p0x16" fmla="*/ 420 w 27627"/>
              <a:gd name="p0y16" fmla="*/ 0 h 42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5996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2"/>
            </p:custDataLst>
          </p:nvPr>
        </p:nvSpPr>
        <p:spPr>
          <a:xfrm>
            <a:off x="350520" y="4906010"/>
            <a:ext cx="10797540" cy="1962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1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模板</a:t>
            </a:r>
            <a:r>
              <a:rPr lang="en-US" altLang="zh-CN" sz="11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family</a:t>
            </a:r>
            <a:r>
              <a:rPr lang="zh-CN" altLang="en-US" sz="113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多周期</a:t>
            </a:r>
            <a:endParaRPr lang="zh-CN" altLang="en-US" sz="113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aphicFrame>
        <p:nvGraphicFramePr>
          <p:cNvPr id="21" name="表格 20"/>
          <p:cNvGraphicFramePr/>
          <p:nvPr>
            <p:custDataLst>
              <p:tags r:id="rId13"/>
            </p:custDataLst>
          </p:nvPr>
        </p:nvGraphicFramePr>
        <p:xfrm>
          <a:off x="356870" y="5123815"/>
          <a:ext cx="10792460" cy="12261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8115"/>
                <a:gridCol w="2698115"/>
                <a:gridCol w="2698115"/>
                <a:gridCol w="2698115"/>
              </a:tblGrid>
              <a:tr h="274320">
                <a:tc>
                  <a:txBody>
                    <a:bodyPr wrap="square"/>
                    <a:p>
                      <a:pPr algn="l"/>
                      <a:r>
                        <a:rPr sz="84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Metric</a:t>
                      </a:r>
                      <a:endParaRPr sz="845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84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LRU</a:t>
                      </a:r>
                      <a:endParaRPr sz="845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84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family_protect</a:t>
                      </a:r>
                      <a:endParaRPr sz="845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845" b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Change</a:t>
                      </a:r>
                      <a:endParaRPr sz="845" b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0272EC"/>
                    </a:solidFill>
                  </a:tcPr>
                </a:tc>
              </a:tr>
              <a:tr h="317500"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Requests/s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3.3506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3.4288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1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+2.34%</a:t>
                      </a:r>
                      <a:endParaRPr sz="755" b="1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6865"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Rebuilt-from-eviction blocks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96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1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-100%</a:t>
                      </a:r>
                      <a:endParaRPr sz="755" b="1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17500"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Prefix hit tokens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30464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0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43520</a:t>
                      </a:r>
                      <a:endParaRPr sz="755" b="0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/>
                      <a:r>
                        <a:rPr sz="755" b="1">
                          <a:solidFill>
                            <a:srgbClr val="29292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+42.86%</a:t>
                      </a:r>
                      <a:endParaRPr sz="755" b="1">
                        <a:solidFill>
                          <a:srgbClr val="29292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71755" marR="71755" marT="48260" marB="48260" anchor="ctr">
                    <a:lnL w="5995">
                      <a:solidFill>
                        <a:srgbClr val="ADB6C4"/>
                      </a:solidFill>
                      <a:prstDash val="solid"/>
                    </a:lnL>
                    <a:lnR w="5995">
                      <a:solidFill>
                        <a:srgbClr val="ADB6C4"/>
                      </a:solidFill>
                      <a:prstDash val="solid"/>
                    </a:lnR>
                    <a:lnT w="5995">
                      <a:solidFill>
                        <a:srgbClr val="ADB6C4"/>
                      </a:solidFill>
                      <a:prstDash val="solid"/>
                    </a:lnT>
                    <a:lnB w="5995">
                      <a:solidFill>
                        <a:srgbClr val="ADB6C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工作交接与</a:t>
            </a:r>
            <a:r>
              <a:rPr lang="zh-CN" altLang="en-US" dirty="0"/>
              <a:t>总结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79" name="文本框 78"/>
          <p:cNvSpPr txBox="1"/>
          <p:nvPr>
            <p:custDataLst>
              <p:tags r:id="rId1"/>
            </p:custDataLst>
          </p:nvPr>
        </p:nvSpPr>
        <p:spPr>
          <a:xfrm>
            <a:off x="533400" y="47783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交接内容清单</a:t>
            </a:r>
            <a:endParaRPr sz="30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1" name="任意多边形 80"/>
          <p:cNvSpPr/>
          <p:nvPr>
            <p:custDataLst>
              <p:tags r:id="rId2"/>
            </p:custDataLst>
          </p:nvPr>
        </p:nvSpPr>
        <p:spPr>
          <a:xfrm>
            <a:off x="4493895" y="6318885"/>
            <a:ext cx="114300" cy="114300"/>
          </a:xfrm>
          <a:custGeom>
            <a:avLst/>
            <a:gdLst>
              <a:gd name="sw" fmla="*/ 1 w 180"/>
              <a:gd name="sh" fmla="*/ 1 h 180"/>
              <a:gd name="mins" fmla="min sw sh"/>
              <a:gd name="dsw" fmla="+- 0 sw mins"/>
              <a:gd name="dsh" fmla="+- 0 sh mins"/>
              <a:gd name="p0x0" fmla="*/ 90 w 180"/>
              <a:gd name="p0y0" fmla="*/ 0 h 180"/>
              <a:gd name="p0x1" fmla="*/ 139 w 180"/>
              <a:gd name="p0y1" fmla="*/ 0 h 180"/>
              <a:gd name="p0x2" fmla="*/ 180 w 180"/>
              <a:gd name="p0y2" fmla="*/ 40 h 180"/>
              <a:gd name="p0x3" fmla="*/ 180 w 180"/>
              <a:gd name="p0y3" fmla="*/ 90 h 180"/>
              <a:gd name="p0x4" fmla="*/ 180 w 180"/>
              <a:gd name="p0y4" fmla="*/ 139 h 180"/>
              <a:gd name="p0x5" fmla="*/ 139 w 180"/>
              <a:gd name="p0y5" fmla="*/ 180 h 180"/>
              <a:gd name="p0x6" fmla="*/ 90 w 180"/>
              <a:gd name="p0y6" fmla="*/ 180 h 180"/>
              <a:gd name="p0x7" fmla="*/ 40 w 180"/>
              <a:gd name="p0y7" fmla="*/ 180 h 180"/>
              <a:gd name="p0x8" fmla="*/ 0 w 180"/>
              <a:gd name="p0y8" fmla="*/ 139 h 180"/>
              <a:gd name="p0x9" fmla="*/ 0 w 180"/>
              <a:gd name="p0y9" fmla="*/ 90 h 180"/>
              <a:gd name="p0x10" fmla="*/ 0 w 180"/>
              <a:gd name="p0y10" fmla="*/ 40 h 180"/>
              <a:gd name="p0x11" fmla="*/ 40 w 180"/>
              <a:gd name="p0y11" fmla="*/ 0 h 180"/>
              <a:gd name="p0x12" fmla="*/ 90 w 180"/>
              <a:gd name="p0y12" fmla="*/ 0 h 1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2" name="文本框 81"/>
          <p:cNvSpPr txBox="1"/>
          <p:nvPr>
            <p:custDataLst>
              <p:tags r:id="rId3"/>
            </p:custDataLst>
          </p:nvPr>
        </p:nvSpPr>
        <p:spPr>
          <a:xfrm>
            <a:off x="4684878" y="6276289"/>
            <a:ext cx="10668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核心基础设施</a:t>
            </a:r>
            <a:endParaRPr sz="120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3" name="任意多边形 82"/>
          <p:cNvSpPr/>
          <p:nvPr>
            <p:custDataLst>
              <p:tags r:id="rId4"/>
            </p:custDataLst>
          </p:nvPr>
        </p:nvSpPr>
        <p:spPr>
          <a:xfrm>
            <a:off x="5756275" y="6323330"/>
            <a:ext cx="104775" cy="104775"/>
          </a:xfrm>
          <a:custGeom>
            <a:avLst/>
            <a:gdLst>
              <a:gd name="sw" fmla="*/ 1 w 165"/>
              <a:gd name="sh" fmla="*/ 1 h 165"/>
              <a:gd name="mins" fmla="min sw sh"/>
              <a:gd name="dsw" fmla="+- 0 sw mins"/>
              <a:gd name="dsh" fmla="+- 0 sh mins"/>
              <a:gd name="p0x0" fmla="*/ 82 w 165"/>
              <a:gd name="p0y0" fmla="*/ 0 h 165"/>
              <a:gd name="p0x1" fmla="*/ 128 w 165"/>
              <a:gd name="p0y1" fmla="*/ 0 h 165"/>
              <a:gd name="p0x2" fmla="*/ 165 w 165"/>
              <a:gd name="p0y2" fmla="*/ 36 h 165"/>
              <a:gd name="p0x3" fmla="*/ 165 w 165"/>
              <a:gd name="p0y3" fmla="*/ 82 h 165"/>
              <a:gd name="p0x4" fmla="*/ 165 w 165"/>
              <a:gd name="p0y4" fmla="*/ 128 h 165"/>
              <a:gd name="p0x5" fmla="*/ 128 w 165"/>
              <a:gd name="p0y5" fmla="*/ 165 h 165"/>
              <a:gd name="p0x6" fmla="*/ 82 w 165"/>
              <a:gd name="p0y6" fmla="*/ 165 h 165"/>
              <a:gd name="p0x7" fmla="*/ 36 w 165"/>
              <a:gd name="p0y7" fmla="*/ 165 h 165"/>
              <a:gd name="p0x8" fmla="*/ 0 w 165"/>
              <a:gd name="p0y8" fmla="*/ 128 h 165"/>
              <a:gd name="p0x9" fmla="*/ 0 w 165"/>
              <a:gd name="p0y9" fmla="*/ 82 h 165"/>
              <a:gd name="p0x10" fmla="*/ 0 w 165"/>
              <a:gd name="p0y10" fmla="*/ 36 h 165"/>
              <a:gd name="p0x11" fmla="*/ 36 w 165"/>
              <a:gd name="p0y11" fmla="*/ 0 h 165"/>
              <a:gd name="p0x12" fmla="*/ 82 w 165"/>
              <a:gd name="p0y12" fmla="*/ 0 h 16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ADB6C4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4" name="文本框 83"/>
          <p:cNvSpPr txBox="1"/>
          <p:nvPr>
            <p:custDataLst>
              <p:tags r:id="rId5"/>
            </p:custDataLst>
          </p:nvPr>
        </p:nvSpPr>
        <p:spPr>
          <a:xfrm>
            <a:off x="5942254" y="6276289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策略实现</a:t>
            </a:r>
            <a:endParaRPr sz="120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5" name="任意多边形 84"/>
          <p:cNvSpPr/>
          <p:nvPr>
            <p:custDataLst>
              <p:tags r:id="rId6"/>
            </p:custDataLst>
          </p:nvPr>
        </p:nvSpPr>
        <p:spPr>
          <a:xfrm>
            <a:off x="6708775" y="6323330"/>
            <a:ext cx="104775" cy="104775"/>
          </a:xfrm>
          <a:custGeom>
            <a:avLst/>
            <a:gdLst>
              <a:gd name="sw" fmla="*/ 1 w 165"/>
              <a:gd name="sh" fmla="*/ 1 h 165"/>
              <a:gd name="mins" fmla="min sw sh"/>
              <a:gd name="dsw" fmla="+- 0 sw mins"/>
              <a:gd name="dsh" fmla="+- 0 sh mins"/>
              <a:gd name="p0x0" fmla="*/ 82 w 165"/>
              <a:gd name="p0y0" fmla="*/ 0 h 165"/>
              <a:gd name="p0x1" fmla="*/ 128 w 165"/>
              <a:gd name="p0y1" fmla="*/ 0 h 165"/>
              <a:gd name="p0x2" fmla="*/ 165 w 165"/>
              <a:gd name="p0y2" fmla="*/ 36 h 165"/>
              <a:gd name="p0x3" fmla="*/ 165 w 165"/>
              <a:gd name="p0y3" fmla="*/ 82 h 165"/>
              <a:gd name="p0x4" fmla="*/ 165 w 165"/>
              <a:gd name="p0y4" fmla="*/ 128 h 165"/>
              <a:gd name="p0x5" fmla="*/ 128 w 165"/>
              <a:gd name="p0y5" fmla="*/ 165 h 165"/>
              <a:gd name="p0x6" fmla="*/ 82 w 165"/>
              <a:gd name="p0y6" fmla="*/ 165 h 165"/>
              <a:gd name="p0x7" fmla="*/ 36 w 165"/>
              <a:gd name="p0y7" fmla="*/ 165 h 165"/>
              <a:gd name="p0x8" fmla="*/ 0 w 165"/>
              <a:gd name="p0y8" fmla="*/ 128 h 165"/>
              <a:gd name="p0x9" fmla="*/ 0 w 165"/>
              <a:gd name="p0y9" fmla="*/ 82 h 165"/>
              <a:gd name="p0x10" fmla="*/ 0 w 165"/>
              <a:gd name="p0y10" fmla="*/ 36 h 165"/>
              <a:gd name="p0x11" fmla="*/ 36 w 165"/>
              <a:gd name="p0y11" fmla="*/ 0 h 165"/>
              <a:gd name="p0x12" fmla="*/ 82 w 165"/>
              <a:gd name="p0y12" fmla="*/ 0 h 16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ADB6C4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6" name="文本框 85"/>
          <p:cNvSpPr txBox="1"/>
          <p:nvPr>
            <p:custDataLst>
              <p:tags r:id="rId7"/>
            </p:custDataLst>
          </p:nvPr>
        </p:nvSpPr>
        <p:spPr>
          <a:xfrm>
            <a:off x="6894830" y="6276289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工具脚本</a:t>
            </a:r>
            <a:endParaRPr sz="120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任意多边形 86"/>
          <p:cNvSpPr/>
          <p:nvPr>
            <p:custDataLst>
              <p:tags r:id="rId8"/>
            </p:custDataLst>
          </p:nvPr>
        </p:nvSpPr>
        <p:spPr>
          <a:xfrm>
            <a:off x="575945" y="1378585"/>
            <a:ext cx="3597275" cy="679450"/>
          </a:xfrm>
          <a:custGeom>
            <a:avLst/>
            <a:gdLst>
              <a:gd name="sw" fmla="*/ 1 w 5664"/>
              <a:gd name="sh" fmla="*/ 1 h 1069"/>
              <a:gd name="mins" fmla="min sw sh"/>
              <a:gd name="dsw" fmla="+- 0 sw mins"/>
              <a:gd name="dsh" fmla="+- 0 sh mins"/>
              <a:gd name="p0x0" fmla="*/ 420 w 5664"/>
              <a:gd name="p0y0" fmla="*/ 0 h 1069"/>
              <a:gd name="p0x1" fmla="*/ 5244 w 5664"/>
              <a:gd name="p0y1" fmla="*/ 0 h 1069"/>
              <a:gd name="p0x2" fmla="*/ 5476 w 5664"/>
              <a:gd name="p0y2" fmla="*/ 0 h 1069"/>
              <a:gd name="p0x3" fmla="*/ 5664 w 5664"/>
              <a:gd name="p0y3" fmla="*/ 188 h 1069"/>
              <a:gd name="p0x4" fmla="*/ 5664 w 5664"/>
              <a:gd name="p0y4" fmla="*/ 420 h 1069"/>
              <a:gd name="p0x5" fmla="*/ 5664 w 5664"/>
              <a:gd name="p0y5" fmla="*/ 649 h 1069"/>
              <a:gd name="p0x6" fmla="*/ 5664 w 5664"/>
              <a:gd name="p0y6" fmla="*/ 881 h 1069"/>
              <a:gd name="p0x7" fmla="*/ 5476 w 5664"/>
              <a:gd name="p0y7" fmla="*/ 1069 h 1069"/>
              <a:gd name="p0x8" fmla="*/ 5244 w 5664"/>
              <a:gd name="p0y8" fmla="*/ 1069 h 1069"/>
              <a:gd name="p0x9" fmla="*/ 420 w 5664"/>
              <a:gd name="p0y9" fmla="*/ 1069 h 1069"/>
              <a:gd name="p0x10" fmla="*/ 188 w 5664"/>
              <a:gd name="p0y10" fmla="*/ 1069 h 1069"/>
              <a:gd name="p0x11" fmla="*/ 0 w 5664"/>
              <a:gd name="p0y11" fmla="*/ 881 h 1069"/>
              <a:gd name="p0x12" fmla="*/ 0 w 5664"/>
              <a:gd name="p0y12" fmla="*/ 649 h 1069"/>
              <a:gd name="p0x13" fmla="*/ 0 w 5664"/>
              <a:gd name="p0y13" fmla="*/ 420 h 1069"/>
              <a:gd name="p0x14" fmla="*/ 0 w 5664"/>
              <a:gd name="p0y14" fmla="*/ 188 h 1069"/>
              <a:gd name="p0x15" fmla="*/ 188 w 5664"/>
              <a:gd name="p0y15" fmla="*/ 0 h 1069"/>
              <a:gd name="p0x16" fmla="*/ 420 w 5664"/>
              <a:gd name="p0y16" fmla="*/ 0 h 106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272EC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8" name="任意多边形 87"/>
          <p:cNvSpPr/>
          <p:nvPr>
            <p:custDataLst>
              <p:tags r:id="rId9"/>
            </p:custDataLst>
          </p:nvPr>
        </p:nvSpPr>
        <p:spPr>
          <a:xfrm>
            <a:off x="733425" y="154686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9" name="图片 88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-2381" t="-12593" r="-2381" b="-12593"/>
          <a:stretch>
            <a:fillRect/>
          </a:stretch>
        </p:blipFill>
        <p:spPr>
          <a:xfrm>
            <a:off x="800100" y="1608455"/>
            <a:ext cx="209550" cy="214630"/>
          </a:xfrm>
          <a:prstGeom prst="rect">
            <a:avLst/>
          </a:prstGeom>
        </p:spPr>
      </p:pic>
      <p:sp>
        <p:nvSpPr>
          <p:cNvPr id="90" name="文本框 89"/>
          <p:cNvSpPr txBox="1"/>
          <p:nvPr>
            <p:custDataLst>
              <p:tags r:id="rId13"/>
            </p:custDataLst>
          </p:nvPr>
        </p:nvSpPr>
        <p:spPr>
          <a:xfrm>
            <a:off x="1190625" y="1597635"/>
            <a:ext cx="2185168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Prometheus</a:t>
            </a:r>
            <a:r>
              <a:rPr lang="zh-CN"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指标采集脚本</a:t>
            </a:r>
            <a:endParaRPr lang="zh-CN" sz="13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1" name="任意多边形 90"/>
          <p:cNvSpPr/>
          <p:nvPr>
            <p:custDataLst>
              <p:tags r:id="rId14"/>
            </p:custDataLst>
          </p:nvPr>
        </p:nvSpPr>
        <p:spPr>
          <a:xfrm>
            <a:off x="4297045" y="1378585"/>
            <a:ext cx="3597275" cy="679450"/>
          </a:xfrm>
          <a:custGeom>
            <a:avLst/>
            <a:gdLst>
              <a:gd name="sw" fmla="*/ 1 w 5664"/>
              <a:gd name="sh" fmla="*/ 1 h 1069"/>
              <a:gd name="mins" fmla="min sw sh"/>
              <a:gd name="dsw" fmla="+- 0 sw mins"/>
              <a:gd name="dsh" fmla="+- 0 sh mins"/>
              <a:gd name="p0x0" fmla="*/ 420 w 5664"/>
              <a:gd name="p0y0" fmla="*/ 0 h 1069"/>
              <a:gd name="p0x1" fmla="*/ 5244 w 5664"/>
              <a:gd name="p0y1" fmla="*/ 0 h 1069"/>
              <a:gd name="p0x2" fmla="*/ 5476 w 5664"/>
              <a:gd name="p0y2" fmla="*/ 0 h 1069"/>
              <a:gd name="p0x3" fmla="*/ 5664 w 5664"/>
              <a:gd name="p0y3" fmla="*/ 188 h 1069"/>
              <a:gd name="p0x4" fmla="*/ 5664 w 5664"/>
              <a:gd name="p0y4" fmla="*/ 420 h 1069"/>
              <a:gd name="p0x5" fmla="*/ 5664 w 5664"/>
              <a:gd name="p0y5" fmla="*/ 649 h 1069"/>
              <a:gd name="p0x6" fmla="*/ 5664 w 5664"/>
              <a:gd name="p0y6" fmla="*/ 881 h 1069"/>
              <a:gd name="p0x7" fmla="*/ 5476 w 5664"/>
              <a:gd name="p0y7" fmla="*/ 1069 h 1069"/>
              <a:gd name="p0x8" fmla="*/ 5244 w 5664"/>
              <a:gd name="p0y8" fmla="*/ 1069 h 1069"/>
              <a:gd name="p0x9" fmla="*/ 420 w 5664"/>
              <a:gd name="p0y9" fmla="*/ 1069 h 1069"/>
              <a:gd name="p0x10" fmla="*/ 188 w 5664"/>
              <a:gd name="p0y10" fmla="*/ 1069 h 1069"/>
              <a:gd name="p0x11" fmla="*/ 0 w 5664"/>
              <a:gd name="p0y11" fmla="*/ 881 h 1069"/>
              <a:gd name="p0x12" fmla="*/ 0 w 5664"/>
              <a:gd name="p0y12" fmla="*/ 649 h 1069"/>
              <a:gd name="p0x13" fmla="*/ 0 w 5664"/>
              <a:gd name="p0y13" fmla="*/ 420 h 1069"/>
              <a:gd name="p0x14" fmla="*/ 0 w 5664"/>
              <a:gd name="p0y14" fmla="*/ 188 h 1069"/>
              <a:gd name="p0x15" fmla="*/ 188 w 5664"/>
              <a:gd name="p0y15" fmla="*/ 0 h 1069"/>
              <a:gd name="p0x16" fmla="*/ 420 w 5664"/>
              <a:gd name="p0y16" fmla="*/ 0 h 106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272EC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2" name="任意多边形 91"/>
          <p:cNvSpPr/>
          <p:nvPr>
            <p:custDataLst>
              <p:tags r:id="rId15"/>
            </p:custDataLst>
          </p:nvPr>
        </p:nvSpPr>
        <p:spPr>
          <a:xfrm>
            <a:off x="4453890" y="154686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3" name="图片 92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rcRect l="-2083" t="-3651" r="-2083" b="-3651"/>
          <a:stretch>
            <a:fillRect/>
          </a:stretch>
        </p:blipFill>
        <p:spPr>
          <a:xfrm>
            <a:off x="4506595" y="1608455"/>
            <a:ext cx="238125" cy="214630"/>
          </a:xfrm>
          <a:prstGeom prst="rect">
            <a:avLst/>
          </a:prstGeom>
        </p:spPr>
      </p:pic>
      <p:sp>
        <p:nvSpPr>
          <p:cNvPr id="94" name="文本框 93"/>
          <p:cNvSpPr txBox="1"/>
          <p:nvPr>
            <p:custDataLst>
              <p:tags r:id="rId19"/>
            </p:custDataLst>
          </p:nvPr>
        </p:nvSpPr>
        <p:spPr>
          <a:xfrm>
            <a:off x="4911699" y="1597635"/>
            <a:ext cx="2108673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纯</a:t>
            </a:r>
            <a:r>
              <a:rPr lang="en-US" altLang="zh-CN"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最小闭环模拟器</a:t>
            </a:r>
            <a:endParaRPr lang="zh-CN" altLang="en-US" sz="13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5" name="任意多边形 94"/>
          <p:cNvSpPr/>
          <p:nvPr>
            <p:custDataLst>
              <p:tags r:id="rId20"/>
            </p:custDataLst>
          </p:nvPr>
        </p:nvSpPr>
        <p:spPr>
          <a:xfrm>
            <a:off x="8018145" y="1378585"/>
            <a:ext cx="3597275" cy="679450"/>
          </a:xfrm>
          <a:custGeom>
            <a:avLst/>
            <a:gdLst>
              <a:gd name="sw" fmla="*/ 1 w 5664"/>
              <a:gd name="sh" fmla="*/ 1 h 1069"/>
              <a:gd name="mins" fmla="min sw sh"/>
              <a:gd name="dsw" fmla="+- 0 sw mins"/>
              <a:gd name="dsh" fmla="+- 0 sh mins"/>
              <a:gd name="p0x0" fmla="*/ 420 w 5664"/>
              <a:gd name="p0y0" fmla="*/ 0 h 1069"/>
              <a:gd name="p0x1" fmla="*/ 5244 w 5664"/>
              <a:gd name="p0y1" fmla="*/ 0 h 1069"/>
              <a:gd name="p0x2" fmla="*/ 5476 w 5664"/>
              <a:gd name="p0y2" fmla="*/ 0 h 1069"/>
              <a:gd name="p0x3" fmla="*/ 5664 w 5664"/>
              <a:gd name="p0y3" fmla="*/ 188 h 1069"/>
              <a:gd name="p0x4" fmla="*/ 5664 w 5664"/>
              <a:gd name="p0y4" fmla="*/ 420 h 1069"/>
              <a:gd name="p0x5" fmla="*/ 5664 w 5664"/>
              <a:gd name="p0y5" fmla="*/ 649 h 1069"/>
              <a:gd name="p0x6" fmla="*/ 5664 w 5664"/>
              <a:gd name="p0y6" fmla="*/ 881 h 1069"/>
              <a:gd name="p0x7" fmla="*/ 5476 w 5664"/>
              <a:gd name="p0y7" fmla="*/ 1069 h 1069"/>
              <a:gd name="p0x8" fmla="*/ 5244 w 5664"/>
              <a:gd name="p0y8" fmla="*/ 1069 h 1069"/>
              <a:gd name="p0x9" fmla="*/ 420 w 5664"/>
              <a:gd name="p0y9" fmla="*/ 1069 h 1069"/>
              <a:gd name="p0x10" fmla="*/ 188 w 5664"/>
              <a:gd name="p0y10" fmla="*/ 1069 h 1069"/>
              <a:gd name="p0x11" fmla="*/ 0 w 5664"/>
              <a:gd name="p0y11" fmla="*/ 881 h 1069"/>
              <a:gd name="p0x12" fmla="*/ 0 w 5664"/>
              <a:gd name="p0y12" fmla="*/ 649 h 1069"/>
              <a:gd name="p0x13" fmla="*/ 0 w 5664"/>
              <a:gd name="p0y13" fmla="*/ 420 h 1069"/>
              <a:gd name="p0x14" fmla="*/ 0 w 5664"/>
              <a:gd name="p0y14" fmla="*/ 188 h 1069"/>
              <a:gd name="p0x15" fmla="*/ 188 w 5664"/>
              <a:gd name="p0y15" fmla="*/ 0 h 1069"/>
              <a:gd name="p0x16" fmla="*/ 420 w 5664"/>
              <a:gd name="p0y16" fmla="*/ 0 h 106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6" name="任意多边形 95"/>
          <p:cNvSpPr/>
          <p:nvPr>
            <p:custDataLst>
              <p:tags r:id="rId21"/>
            </p:custDataLst>
          </p:nvPr>
        </p:nvSpPr>
        <p:spPr>
          <a:xfrm>
            <a:off x="8174990" y="154686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7" name="图片 96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 l="-4259" t="-12593" r="-4259" b="-12593"/>
          <a:stretch>
            <a:fillRect/>
          </a:stretch>
        </p:blipFill>
        <p:spPr>
          <a:xfrm>
            <a:off x="8253730" y="1608455"/>
            <a:ext cx="186055" cy="214630"/>
          </a:xfrm>
          <a:prstGeom prst="rect">
            <a:avLst/>
          </a:prstGeom>
        </p:spPr>
      </p:pic>
      <p:sp>
        <p:nvSpPr>
          <p:cNvPr id="98" name="文本框 97"/>
          <p:cNvSpPr txBox="1"/>
          <p:nvPr>
            <p:custDataLst>
              <p:tags r:id="rId25"/>
            </p:custDataLst>
          </p:nvPr>
        </p:nvSpPr>
        <p:spPr>
          <a:xfrm>
            <a:off x="8632774" y="1597635"/>
            <a:ext cx="2363467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vLLM lifecycle side table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任意多边形 98"/>
          <p:cNvSpPr/>
          <p:nvPr>
            <p:custDataLst>
              <p:tags r:id="rId26"/>
            </p:custDataLst>
          </p:nvPr>
        </p:nvSpPr>
        <p:spPr>
          <a:xfrm>
            <a:off x="575945" y="2181860"/>
            <a:ext cx="3597275" cy="679450"/>
          </a:xfrm>
          <a:custGeom>
            <a:avLst/>
            <a:gdLst>
              <a:gd name="sw" fmla="*/ 1 w 5664"/>
              <a:gd name="sh" fmla="*/ 1 h 1070"/>
              <a:gd name="mins" fmla="min sw sh"/>
              <a:gd name="dsw" fmla="+- 0 sw mins"/>
              <a:gd name="dsh" fmla="+- 0 sh mins"/>
              <a:gd name="p0x0" fmla="*/ 420 w 5664"/>
              <a:gd name="p0y0" fmla="*/ 0 h 1070"/>
              <a:gd name="p0x1" fmla="*/ 5244 w 5664"/>
              <a:gd name="p0y1" fmla="*/ 0 h 1070"/>
              <a:gd name="p0x2" fmla="*/ 5476 w 5664"/>
              <a:gd name="p0y2" fmla="*/ 0 h 1070"/>
              <a:gd name="p0x3" fmla="*/ 5664 w 5664"/>
              <a:gd name="p0y3" fmla="*/ 188 h 1070"/>
              <a:gd name="p0x4" fmla="*/ 5664 w 5664"/>
              <a:gd name="p0y4" fmla="*/ 420 h 1070"/>
              <a:gd name="p0x5" fmla="*/ 5664 w 5664"/>
              <a:gd name="p0y5" fmla="*/ 650 h 1070"/>
              <a:gd name="p0x6" fmla="*/ 5664 w 5664"/>
              <a:gd name="p0y6" fmla="*/ 881 h 1070"/>
              <a:gd name="p0x7" fmla="*/ 5476 w 5664"/>
              <a:gd name="p0y7" fmla="*/ 1070 h 1070"/>
              <a:gd name="p0x8" fmla="*/ 5244 w 5664"/>
              <a:gd name="p0y8" fmla="*/ 1070 h 1070"/>
              <a:gd name="p0x9" fmla="*/ 420 w 5664"/>
              <a:gd name="p0y9" fmla="*/ 1070 h 1070"/>
              <a:gd name="p0x10" fmla="*/ 188 w 5664"/>
              <a:gd name="p0y10" fmla="*/ 1070 h 1070"/>
              <a:gd name="p0x11" fmla="*/ 0 w 5664"/>
              <a:gd name="p0y11" fmla="*/ 881 h 1070"/>
              <a:gd name="p0x12" fmla="*/ 0 w 5664"/>
              <a:gd name="p0y12" fmla="*/ 650 h 1070"/>
              <a:gd name="p0x13" fmla="*/ 0 w 5664"/>
              <a:gd name="p0y13" fmla="*/ 420 h 1070"/>
              <a:gd name="p0x14" fmla="*/ 0 w 5664"/>
              <a:gd name="p0y14" fmla="*/ 188 h 1070"/>
              <a:gd name="p0x15" fmla="*/ 188 w 5664"/>
              <a:gd name="p0y15" fmla="*/ 0 h 1070"/>
              <a:gd name="p0x16" fmla="*/ 420 w 5664"/>
              <a:gd name="p0y16" fmla="*/ 0 h 10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" name="任意多边形 99"/>
          <p:cNvSpPr/>
          <p:nvPr>
            <p:custDataLst>
              <p:tags r:id="rId27"/>
            </p:custDataLst>
          </p:nvPr>
        </p:nvSpPr>
        <p:spPr>
          <a:xfrm>
            <a:off x="733425" y="235013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1" name="图片 100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rcRect l="-1458" t="-3651" r="-1458" b="-3651"/>
          <a:stretch>
            <a:fillRect/>
          </a:stretch>
        </p:blipFill>
        <p:spPr>
          <a:xfrm>
            <a:off x="826135" y="2411730"/>
            <a:ext cx="156845" cy="214630"/>
          </a:xfrm>
          <a:prstGeom prst="rect">
            <a:avLst/>
          </a:prstGeom>
        </p:spPr>
      </p:pic>
      <p:sp>
        <p:nvSpPr>
          <p:cNvPr id="102" name="文本框 101"/>
          <p:cNvSpPr txBox="1"/>
          <p:nvPr>
            <p:custDataLst>
              <p:tags r:id="rId31"/>
            </p:custDataLst>
          </p:nvPr>
        </p:nvSpPr>
        <p:spPr>
          <a:xfrm>
            <a:off x="1190625" y="2400859"/>
            <a:ext cx="1260577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JSONL</a:t>
            </a:r>
            <a:r>
              <a:rPr 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事件流</a:t>
            </a:r>
            <a:endParaRPr lang="zh-CN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3" name="任意多边形 102"/>
          <p:cNvSpPr/>
          <p:nvPr>
            <p:custDataLst>
              <p:tags r:id="rId32"/>
            </p:custDataLst>
          </p:nvPr>
        </p:nvSpPr>
        <p:spPr>
          <a:xfrm>
            <a:off x="4297045" y="2181860"/>
            <a:ext cx="3597275" cy="679450"/>
          </a:xfrm>
          <a:custGeom>
            <a:avLst/>
            <a:gdLst>
              <a:gd name="sw" fmla="*/ 1 w 5664"/>
              <a:gd name="sh" fmla="*/ 1 h 1070"/>
              <a:gd name="mins" fmla="min sw sh"/>
              <a:gd name="dsw" fmla="+- 0 sw mins"/>
              <a:gd name="dsh" fmla="+- 0 sh mins"/>
              <a:gd name="p0x0" fmla="*/ 420 w 5664"/>
              <a:gd name="p0y0" fmla="*/ 0 h 1070"/>
              <a:gd name="p0x1" fmla="*/ 5244 w 5664"/>
              <a:gd name="p0y1" fmla="*/ 0 h 1070"/>
              <a:gd name="p0x2" fmla="*/ 5476 w 5664"/>
              <a:gd name="p0y2" fmla="*/ 0 h 1070"/>
              <a:gd name="p0x3" fmla="*/ 5664 w 5664"/>
              <a:gd name="p0y3" fmla="*/ 188 h 1070"/>
              <a:gd name="p0x4" fmla="*/ 5664 w 5664"/>
              <a:gd name="p0y4" fmla="*/ 420 h 1070"/>
              <a:gd name="p0x5" fmla="*/ 5664 w 5664"/>
              <a:gd name="p0y5" fmla="*/ 650 h 1070"/>
              <a:gd name="p0x6" fmla="*/ 5664 w 5664"/>
              <a:gd name="p0y6" fmla="*/ 881 h 1070"/>
              <a:gd name="p0x7" fmla="*/ 5476 w 5664"/>
              <a:gd name="p0y7" fmla="*/ 1070 h 1070"/>
              <a:gd name="p0x8" fmla="*/ 5244 w 5664"/>
              <a:gd name="p0y8" fmla="*/ 1070 h 1070"/>
              <a:gd name="p0x9" fmla="*/ 420 w 5664"/>
              <a:gd name="p0y9" fmla="*/ 1070 h 1070"/>
              <a:gd name="p0x10" fmla="*/ 188 w 5664"/>
              <a:gd name="p0y10" fmla="*/ 1070 h 1070"/>
              <a:gd name="p0x11" fmla="*/ 0 w 5664"/>
              <a:gd name="p0y11" fmla="*/ 881 h 1070"/>
              <a:gd name="p0x12" fmla="*/ 0 w 5664"/>
              <a:gd name="p0y12" fmla="*/ 650 h 1070"/>
              <a:gd name="p0x13" fmla="*/ 0 w 5664"/>
              <a:gd name="p0y13" fmla="*/ 420 h 1070"/>
              <a:gd name="p0x14" fmla="*/ 0 w 5664"/>
              <a:gd name="p0y14" fmla="*/ 188 h 1070"/>
              <a:gd name="p0x15" fmla="*/ 188 w 5664"/>
              <a:gd name="p0y15" fmla="*/ 0 h 1070"/>
              <a:gd name="p0x16" fmla="*/ 420 w 5664"/>
              <a:gd name="p0y16" fmla="*/ 0 h 10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4" name="任意多边形 103"/>
          <p:cNvSpPr/>
          <p:nvPr>
            <p:custDataLst>
              <p:tags r:id="rId33"/>
            </p:custDataLst>
          </p:nvPr>
        </p:nvSpPr>
        <p:spPr>
          <a:xfrm>
            <a:off x="4453890" y="235013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5" name="图片 104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-4259" t="-1212" r="-4259" b="-1212"/>
          <a:stretch>
            <a:fillRect/>
          </a:stretch>
        </p:blipFill>
        <p:spPr>
          <a:xfrm>
            <a:off x="4532630" y="2411730"/>
            <a:ext cx="186055" cy="214630"/>
          </a:xfrm>
          <a:prstGeom prst="rect">
            <a:avLst/>
          </a:prstGeom>
        </p:spPr>
      </p:pic>
      <p:sp>
        <p:nvSpPr>
          <p:cNvPr id="106" name="文本框 105"/>
          <p:cNvSpPr txBox="1"/>
          <p:nvPr>
            <p:custDataLst>
              <p:tags r:id="rId37"/>
            </p:custDataLst>
          </p:nvPr>
        </p:nvSpPr>
        <p:spPr>
          <a:xfrm>
            <a:off x="4911699" y="2293702"/>
            <a:ext cx="2825725" cy="4514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BlockPool/KVCacheManager/Scheduler hook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任意多边形 106"/>
          <p:cNvSpPr/>
          <p:nvPr>
            <p:custDataLst>
              <p:tags r:id="rId38"/>
            </p:custDataLst>
          </p:nvPr>
        </p:nvSpPr>
        <p:spPr>
          <a:xfrm>
            <a:off x="8018145" y="2181860"/>
            <a:ext cx="3597275" cy="679450"/>
          </a:xfrm>
          <a:custGeom>
            <a:avLst/>
            <a:gdLst>
              <a:gd name="sw" fmla="*/ 1 w 5664"/>
              <a:gd name="sh" fmla="*/ 1 h 1070"/>
              <a:gd name="mins" fmla="min sw sh"/>
              <a:gd name="dsw" fmla="+- 0 sw mins"/>
              <a:gd name="dsh" fmla="+- 0 sh mins"/>
              <a:gd name="p0x0" fmla="*/ 420 w 5664"/>
              <a:gd name="p0y0" fmla="*/ 0 h 1070"/>
              <a:gd name="p0x1" fmla="*/ 5244 w 5664"/>
              <a:gd name="p0y1" fmla="*/ 0 h 1070"/>
              <a:gd name="p0x2" fmla="*/ 5476 w 5664"/>
              <a:gd name="p0y2" fmla="*/ 0 h 1070"/>
              <a:gd name="p0x3" fmla="*/ 5664 w 5664"/>
              <a:gd name="p0y3" fmla="*/ 188 h 1070"/>
              <a:gd name="p0x4" fmla="*/ 5664 w 5664"/>
              <a:gd name="p0y4" fmla="*/ 420 h 1070"/>
              <a:gd name="p0x5" fmla="*/ 5664 w 5664"/>
              <a:gd name="p0y5" fmla="*/ 650 h 1070"/>
              <a:gd name="p0x6" fmla="*/ 5664 w 5664"/>
              <a:gd name="p0y6" fmla="*/ 881 h 1070"/>
              <a:gd name="p0x7" fmla="*/ 5476 w 5664"/>
              <a:gd name="p0y7" fmla="*/ 1070 h 1070"/>
              <a:gd name="p0x8" fmla="*/ 5244 w 5664"/>
              <a:gd name="p0y8" fmla="*/ 1070 h 1070"/>
              <a:gd name="p0x9" fmla="*/ 420 w 5664"/>
              <a:gd name="p0y9" fmla="*/ 1070 h 1070"/>
              <a:gd name="p0x10" fmla="*/ 188 w 5664"/>
              <a:gd name="p0y10" fmla="*/ 1070 h 1070"/>
              <a:gd name="p0x11" fmla="*/ 0 w 5664"/>
              <a:gd name="p0y11" fmla="*/ 881 h 1070"/>
              <a:gd name="p0x12" fmla="*/ 0 w 5664"/>
              <a:gd name="p0y12" fmla="*/ 650 h 1070"/>
              <a:gd name="p0x13" fmla="*/ 0 w 5664"/>
              <a:gd name="p0y13" fmla="*/ 420 h 1070"/>
              <a:gd name="p0x14" fmla="*/ 0 w 5664"/>
              <a:gd name="p0y14" fmla="*/ 188 h 1070"/>
              <a:gd name="p0x15" fmla="*/ 188 w 5664"/>
              <a:gd name="p0y15" fmla="*/ 0 h 1070"/>
              <a:gd name="p0x16" fmla="*/ 420 w 5664"/>
              <a:gd name="p0y16" fmla="*/ 0 h 10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8" name="任意多边形 107"/>
          <p:cNvSpPr/>
          <p:nvPr>
            <p:custDataLst>
              <p:tags r:id="rId39"/>
            </p:custDataLst>
          </p:nvPr>
        </p:nvSpPr>
        <p:spPr>
          <a:xfrm>
            <a:off x="8174990" y="235013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9" name="图片 108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l="-5000" t="-3651" r="-5000" b="-3651"/>
          <a:stretch>
            <a:fillRect/>
          </a:stretch>
        </p:blipFill>
        <p:spPr>
          <a:xfrm>
            <a:off x="8241665" y="2411730"/>
            <a:ext cx="209550" cy="214630"/>
          </a:xfrm>
          <a:prstGeom prst="rect">
            <a:avLst/>
          </a:prstGeom>
        </p:spPr>
      </p:pic>
      <p:sp>
        <p:nvSpPr>
          <p:cNvPr id="110" name="文本框 109"/>
          <p:cNvSpPr txBox="1"/>
          <p:nvPr>
            <p:custDataLst>
              <p:tags r:id="rId43"/>
            </p:custDataLst>
          </p:nvPr>
        </p:nvSpPr>
        <p:spPr>
          <a:xfrm>
            <a:off x="8632774" y="2400859"/>
            <a:ext cx="1679229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shared_aware</a:t>
            </a:r>
            <a:r>
              <a:rPr 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策略</a:t>
            </a:r>
            <a:endParaRPr lang="zh-CN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1" name="任意多边形 110"/>
          <p:cNvSpPr/>
          <p:nvPr>
            <p:custDataLst>
              <p:tags r:id="rId44"/>
            </p:custDataLst>
          </p:nvPr>
        </p:nvSpPr>
        <p:spPr>
          <a:xfrm>
            <a:off x="575945" y="2985135"/>
            <a:ext cx="3597275" cy="679450"/>
          </a:xfrm>
          <a:custGeom>
            <a:avLst/>
            <a:gdLst>
              <a:gd name="sw" fmla="*/ 1 w 5664"/>
              <a:gd name="sh" fmla="*/ 1 h 1070"/>
              <a:gd name="mins" fmla="min sw sh"/>
              <a:gd name="dsw" fmla="+- 0 sw mins"/>
              <a:gd name="dsh" fmla="+- 0 sh mins"/>
              <a:gd name="p0x0" fmla="*/ 420 w 5664"/>
              <a:gd name="p0y0" fmla="*/ 0 h 1070"/>
              <a:gd name="p0x1" fmla="*/ 5244 w 5664"/>
              <a:gd name="p0y1" fmla="*/ 0 h 1070"/>
              <a:gd name="p0x2" fmla="*/ 5476 w 5664"/>
              <a:gd name="p0y2" fmla="*/ 0 h 1070"/>
              <a:gd name="p0x3" fmla="*/ 5664 w 5664"/>
              <a:gd name="p0y3" fmla="*/ 188 h 1070"/>
              <a:gd name="p0x4" fmla="*/ 5664 w 5664"/>
              <a:gd name="p0y4" fmla="*/ 420 h 1070"/>
              <a:gd name="p0x5" fmla="*/ 5664 w 5664"/>
              <a:gd name="p0y5" fmla="*/ 650 h 1070"/>
              <a:gd name="p0x6" fmla="*/ 5664 w 5664"/>
              <a:gd name="p0y6" fmla="*/ 881 h 1070"/>
              <a:gd name="p0x7" fmla="*/ 5476 w 5664"/>
              <a:gd name="p0y7" fmla="*/ 1070 h 1070"/>
              <a:gd name="p0x8" fmla="*/ 5244 w 5664"/>
              <a:gd name="p0y8" fmla="*/ 1070 h 1070"/>
              <a:gd name="p0x9" fmla="*/ 420 w 5664"/>
              <a:gd name="p0y9" fmla="*/ 1070 h 1070"/>
              <a:gd name="p0x10" fmla="*/ 188 w 5664"/>
              <a:gd name="p0y10" fmla="*/ 1070 h 1070"/>
              <a:gd name="p0x11" fmla="*/ 0 w 5664"/>
              <a:gd name="p0y11" fmla="*/ 881 h 1070"/>
              <a:gd name="p0x12" fmla="*/ 0 w 5664"/>
              <a:gd name="p0y12" fmla="*/ 650 h 1070"/>
              <a:gd name="p0x13" fmla="*/ 0 w 5664"/>
              <a:gd name="p0y13" fmla="*/ 420 h 1070"/>
              <a:gd name="p0x14" fmla="*/ 0 w 5664"/>
              <a:gd name="p0y14" fmla="*/ 188 h 1070"/>
              <a:gd name="p0x15" fmla="*/ 188 w 5664"/>
              <a:gd name="p0y15" fmla="*/ 0 h 1070"/>
              <a:gd name="p0x16" fmla="*/ 420 w 5664"/>
              <a:gd name="p0y16" fmla="*/ 0 h 10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272EC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2" name="任意多边形 111"/>
          <p:cNvSpPr/>
          <p:nvPr>
            <p:custDataLst>
              <p:tags r:id="rId45"/>
            </p:custDataLst>
          </p:nvPr>
        </p:nvSpPr>
        <p:spPr>
          <a:xfrm>
            <a:off x="733425" y="315341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3" name="图片 112"/>
          <p:cNvPicPr>
            <a:picLocks noChangeAspect="1"/>
          </p:cNvPicPr>
          <p:nvPr>
            <p:custDataLst>
              <p:tags r:id="rId46"/>
            </p:custDataLst>
          </p:nvPr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 l="-7895" t="-3651" r="-7895" b="-3651"/>
          <a:stretch>
            <a:fillRect/>
          </a:stretch>
        </p:blipFill>
        <p:spPr>
          <a:xfrm>
            <a:off x="800100" y="3215005"/>
            <a:ext cx="209550" cy="214630"/>
          </a:xfrm>
          <a:prstGeom prst="rect">
            <a:avLst/>
          </a:prstGeom>
        </p:spPr>
      </p:pic>
      <p:sp>
        <p:nvSpPr>
          <p:cNvPr id="114" name="文本框 113"/>
          <p:cNvSpPr txBox="1"/>
          <p:nvPr>
            <p:custDataLst>
              <p:tags r:id="rId49"/>
            </p:custDataLst>
          </p:nvPr>
        </p:nvSpPr>
        <p:spPr>
          <a:xfrm>
            <a:off x="1190625" y="3204159"/>
            <a:ext cx="1681762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family_protect</a:t>
            </a:r>
            <a:r>
              <a:rPr lang="zh-CN"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策略</a:t>
            </a:r>
            <a:endParaRPr lang="zh-CN" sz="13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5" name="任意多边形 114"/>
          <p:cNvSpPr/>
          <p:nvPr>
            <p:custDataLst>
              <p:tags r:id="rId50"/>
            </p:custDataLst>
          </p:nvPr>
        </p:nvSpPr>
        <p:spPr>
          <a:xfrm>
            <a:off x="4297045" y="2985135"/>
            <a:ext cx="3597275" cy="679450"/>
          </a:xfrm>
          <a:custGeom>
            <a:avLst/>
            <a:gdLst>
              <a:gd name="sw" fmla="*/ 1 w 5664"/>
              <a:gd name="sh" fmla="*/ 1 h 1070"/>
              <a:gd name="mins" fmla="min sw sh"/>
              <a:gd name="dsw" fmla="+- 0 sw mins"/>
              <a:gd name="dsh" fmla="+- 0 sh mins"/>
              <a:gd name="p0x0" fmla="*/ 420 w 5664"/>
              <a:gd name="p0y0" fmla="*/ 0 h 1070"/>
              <a:gd name="p0x1" fmla="*/ 5244 w 5664"/>
              <a:gd name="p0y1" fmla="*/ 0 h 1070"/>
              <a:gd name="p0x2" fmla="*/ 5476 w 5664"/>
              <a:gd name="p0y2" fmla="*/ 0 h 1070"/>
              <a:gd name="p0x3" fmla="*/ 5664 w 5664"/>
              <a:gd name="p0y3" fmla="*/ 188 h 1070"/>
              <a:gd name="p0x4" fmla="*/ 5664 w 5664"/>
              <a:gd name="p0y4" fmla="*/ 420 h 1070"/>
              <a:gd name="p0x5" fmla="*/ 5664 w 5664"/>
              <a:gd name="p0y5" fmla="*/ 650 h 1070"/>
              <a:gd name="p0x6" fmla="*/ 5664 w 5664"/>
              <a:gd name="p0y6" fmla="*/ 881 h 1070"/>
              <a:gd name="p0x7" fmla="*/ 5476 w 5664"/>
              <a:gd name="p0y7" fmla="*/ 1070 h 1070"/>
              <a:gd name="p0x8" fmla="*/ 5244 w 5664"/>
              <a:gd name="p0y8" fmla="*/ 1070 h 1070"/>
              <a:gd name="p0x9" fmla="*/ 420 w 5664"/>
              <a:gd name="p0y9" fmla="*/ 1070 h 1070"/>
              <a:gd name="p0x10" fmla="*/ 188 w 5664"/>
              <a:gd name="p0y10" fmla="*/ 1070 h 1070"/>
              <a:gd name="p0x11" fmla="*/ 0 w 5664"/>
              <a:gd name="p0y11" fmla="*/ 881 h 1070"/>
              <a:gd name="p0x12" fmla="*/ 0 w 5664"/>
              <a:gd name="p0y12" fmla="*/ 650 h 1070"/>
              <a:gd name="p0x13" fmla="*/ 0 w 5664"/>
              <a:gd name="p0y13" fmla="*/ 420 h 1070"/>
              <a:gd name="p0x14" fmla="*/ 0 w 5664"/>
              <a:gd name="p0y14" fmla="*/ 188 h 1070"/>
              <a:gd name="p0x15" fmla="*/ 188 w 5664"/>
              <a:gd name="p0y15" fmla="*/ 0 h 1070"/>
              <a:gd name="p0x16" fmla="*/ 420 w 5664"/>
              <a:gd name="p0y16" fmla="*/ 0 h 10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6" name="任意多边形 115"/>
          <p:cNvSpPr/>
          <p:nvPr>
            <p:custDataLst>
              <p:tags r:id="rId51"/>
            </p:custDataLst>
          </p:nvPr>
        </p:nvSpPr>
        <p:spPr>
          <a:xfrm>
            <a:off x="4453890" y="315341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17" name="图片 116"/>
          <p:cNvPicPr>
            <a:picLocks noChangeAspect="1"/>
          </p:cNvPicPr>
          <p:nvPr>
            <p:custDataLst>
              <p:tags r:id="rId52"/>
            </p:custDataLst>
          </p:nvPr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 l="-2381" t="-12593" r="-2381" b="-12593"/>
          <a:stretch>
            <a:fillRect/>
          </a:stretch>
        </p:blipFill>
        <p:spPr>
          <a:xfrm>
            <a:off x="4520565" y="3215005"/>
            <a:ext cx="209550" cy="214630"/>
          </a:xfrm>
          <a:prstGeom prst="rect">
            <a:avLst/>
          </a:prstGeom>
        </p:spPr>
      </p:pic>
      <p:sp>
        <p:nvSpPr>
          <p:cNvPr id="118" name="文本框 117"/>
          <p:cNvSpPr txBox="1"/>
          <p:nvPr>
            <p:custDataLst>
              <p:tags r:id="rId55"/>
            </p:custDataLst>
          </p:nvPr>
        </p:nvSpPr>
        <p:spPr>
          <a:xfrm>
            <a:off x="4911699" y="3097003"/>
            <a:ext cx="2825725" cy="4514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request-aware/length-aware admission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9" name="任意多边形 118"/>
          <p:cNvSpPr/>
          <p:nvPr>
            <p:custDataLst>
              <p:tags r:id="rId56"/>
            </p:custDataLst>
          </p:nvPr>
        </p:nvSpPr>
        <p:spPr>
          <a:xfrm>
            <a:off x="8018145" y="2985135"/>
            <a:ext cx="3597275" cy="679450"/>
          </a:xfrm>
          <a:custGeom>
            <a:avLst/>
            <a:gdLst>
              <a:gd name="sw" fmla="*/ 1 w 5664"/>
              <a:gd name="sh" fmla="*/ 1 h 1070"/>
              <a:gd name="mins" fmla="min sw sh"/>
              <a:gd name="dsw" fmla="+- 0 sw mins"/>
              <a:gd name="dsh" fmla="+- 0 sh mins"/>
              <a:gd name="p0x0" fmla="*/ 420 w 5664"/>
              <a:gd name="p0y0" fmla="*/ 0 h 1070"/>
              <a:gd name="p0x1" fmla="*/ 5244 w 5664"/>
              <a:gd name="p0y1" fmla="*/ 0 h 1070"/>
              <a:gd name="p0x2" fmla="*/ 5476 w 5664"/>
              <a:gd name="p0y2" fmla="*/ 0 h 1070"/>
              <a:gd name="p0x3" fmla="*/ 5664 w 5664"/>
              <a:gd name="p0y3" fmla="*/ 188 h 1070"/>
              <a:gd name="p0x4" fmla="*/ 5664 w 5664"/>
              <a:gd name="p0y4" fmla="*/ 420 h 1070"/>
              <a:gd name="p0x5" fmla="*/ 5664 w 5664"/>
              <a:gd name="p0y5" fmla="*/ 650 h 1070"/>
              <a:gd name="p0x6" fmla="*/ 5664 w 5664"/>
              <a:gd name="p0y6" fmla="*/ 881 h 1070"/>
              <a:gd name="p0x7" fmla="*/ 5476 w 5664"/>
              <a:gd name="p0y7" fmla="*/ 1070 h 1070"/>
              <a:gd name="p0x8" fmla="*/ 5244 w 5664"/>
              <a:gd name="p0y8" fmla="*/ 1070 h 1070"/>
              <a:gd name="p0x9" fmla="*/ 420 w 5664"/>
              <a:gd name="p0y9" fmla="*/ 1070 h 1070"/>
              <a:gd name="p0x10" fmla="*/ 188 w 5664"/>
              <a:gd name="p0y10" fmla="*/ 1070 h 1070"/>
              <a:gd name="p0x11" fmla="*/ 0 w 5664"/>
              <a:gd name="p0y11" fmla="*/ 881 h 1070"/>
              <a:gd name="p0x12" fmla="*/ 0 w 5664"/>
              <a:gd name="p0y12" fmla="*/ 650 h 1070"/>
              <a:gd name="p0x13" fmla="*/ 0 w 5664"/>
              <a:gd name="p0y13" fmla="*/ 420 h 1070"/>
              <a:gd name="p0x14" fmla="*/ 0 w 5664"/>
              <a:gd name="p0y14" fmla="*/ 188 h 1070"/>
              <a:gd name="p0x15" fmla="*/ 188 w 5664"/>
              <a:gd name="p0y15" fmla="*/ 0 h 1070"/>
              <a:gd name="p0x16" fmla="*/ 420 w 5664"/>
              <a:gd name="p0y16" fmla="*/ 0 h 10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0" name="任意多边形 119"/>
          <p:cNvSpPr/>
          <p:nvPr>
            <p:custDataLst>
              <p:tags r:id="rId57"/>
            </p:custDataLst>
          </p:nvPr>
        </p:nvSpPr>
        <p:spPr>
          <a:xfrm>
            <a:off x="8174990" y="315341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1" name="图片 120"/>
          <p:cNvPicPr>
            <a:picLocks noChangeAspect="1"/>
          </p:cNvPicPr>
          <p:nvPr>
            <p:custDataLst>
              <p:tags r:id="rId58"/>
            </p:custDataLst>
          </p:nvPr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8241665" y="3215005"/>
            <a:ext cx="209550" cy="214630"/>
          </a:xfrm>
          <a:prstGeom prst="rect">
            <a:avLst/>
          </a:prstGeom>
        </p:spPr>
      </p:pic>
      <p:sp>
        <p:nvSpPr>
          <p:cNvPr id="122" name="文本框 121"/>
          <p:cNvSpPr txBox="1"/>
          <p:nvPr>
            <p:custDataLst>
              <p:tags r:id="rId61"/>
            </p:custDataLst>
          </p:nvPr>
        </p:nvSpPr>
        <p:spPr>
          <a:xfrm>
            <a:off x="8632774" y="3204159"/>
            <a:ext cx="1685401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pressure workload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3" name="任意多边形 122"/>
          <p:cNvSpPr/>
          <p:nvPr>
            <p:custDataLst>
              <p:tags r:id="rId62"/>
            </p:custDataLst>
          </p:nvPr>
        </p:nvSpPr>
        <p:spPr>
          <a:xfrm>
            <a:off x="575945" y="3788410"/>
            <a:ext cx="3597275" cy="679450"/>
          </a:xfrm>
          <a:custGeom>
            <a:avLst/>
            <a:gdLst>
              <a:gd name="sw" fmla="*/ 1 w 5664"/>
              <a:gd name="sh" fmla="*/ 1 h 1069"/>
              <a:gd name="mins" fmla="min sw sh"/>
              <a:gd name="dsw" fmla="+- 0 sw mins"/>
              <a:gd name="dsh" fmla="+- 0 sh mins"/>
              <a:gd name="p0x0" fmla="*/ 420 w 5664"/>
              <a:gd name="p0y0" fmla="*/ 0 h 1069"/>
              <a:gd name="p0x1" fmla="*/ 5244 w 5664"/>
              <a:gd name="p0y1" fmla="*/ 0 h 1069"/>
              <a:gd name="p0x2" fmla="*/ 5476 w 5664"/>
              <a:gd name="p0y2" fmla="*/ 0 h 1069"/>
              <a:gd name="p0x3" fmla="*/ 5664 w 5664"/>
              <a:gd name="p0y3" fmla="*/ 188 h 1069"/>
              <a:gd name="p0x4" fmla="*/ 5664 w 5664"/>
              <a:gd name="p0y4" fmla="*/ 420 h 1069"/>
              <a:gd name="p0x5" fmla="*/ 5664 w 5664"/>
              <a:gd name="p0y5" fmla="*/ 649 h 1069"/>
              <a:gd name="p0x6" fmla="*/ 5664 w 5664"/>
              <a:gd name="p0y6" fmla="*/ 881 h 1069"/>
              <a:gd name="p0x7" fmla="*/ 5476 w 5664"/>
              <a:gd name="p0y7" fmla="*/ 1069 h 1069"/>
              <a:gd name="p0x8" fmla="*/ 5244 w 5664"/>
              <a:gd name="p0y8" fmla="*/ 1069 h 1069"/>
              <a:gd name="p0x9" fmla="*/ 420 w 5664"/>
              <a:gd name="p0y9" fmla="*/ 1069 h 1069"/>
              <a:gd name="p0x10" fmla="*/ 188 w 5664"/>
              <a:gd name="p0y10" fmla="*/ 1069 h 1069"/>
              <a:gd name="p0x11" fmla="*/ 0 w 5664"/>
              <a:gd name="p0y11" fmla="*/ 881 h 1069"/>
              <a:gd name="p0x12" fmla="*/ 0 w 5664"/>
              <a:gd name="p0y12" fmla="*/ 649 h 1069"/>
              <a:gd name="p0x13" fmla="*/ 0 w 5664"/>
              <a:gd name="p0y13" fmla="*/ 420 h 1069"/>
              <a:gd name="p0x14" fmla="*/ 0 w 5664"/>
              <a:gd name="p0y14" fmla="*/ 188 h 1069"/>
              <a:gd name="p0x15" fmla="*/ 188 w 5664"/>
              <a:gd name="p0y15" fmla="*/ 0 h 1069"/>
              <a:gd name="p0x16" fmla="*/ 420 w 5664"/>
              <a:gd name="p0y16" fmla="*/ 0 h 106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4" name="任意多边形 123"/>
          <p:cNvSpPr/>
          <p:nvPr>
            <p:custDataLst>
              <p:tags r:id="rId63"/>
            </p:custDataLst>
          </p:nvPr>
        </p:nvSpPr>
        <p:spPr>
          <a:xfrm>
            <a:off x="733425" y="395668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5" name="图片 124"/>
          <p:cNvPicPr>
            <a:picLocks noChangeAspect="1"/>
          </p:cNvPicPr>
          <p:nvPr>
            <p:custDataLst>
              <p:tags r:id="rId64"/>
            </p:custDataLst>
          </p:nvPr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800100" y="4018280"/>
            <a:ext cx="209550" cy="214630"/>
          </a:xfrm>
          <a:prstGeom prst="rect">
            <a:avLst/>
          </a:prstGeom>
        </p:spPr>
      </p:pic>
      <p:sp>
        <p:nvSpPr>
          <p:cNvPr id="126" name="文本框 125"/>
          <p:cNvSpPr txBox="1"/>
          <p:nvPr>
            <p:custDataLst>
              <p:tags r:id="rId67"/>
            </p:custDataLst>
          </p:nvPr>
        </p:nvSpPr>
        <p:spPr>
          <a:xfrm>
            <a:off x="1190625" y="4007459"/>
            <a:ext cx="240551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template family workload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任意多边形 126"/>
          <p:cNvSpPr/>
          <p:nvPr>
            <p:custDataLst>
              <p:tags r:id="rId68"/>
            </p:custDataLst>
          </p:nvPr>
        </p:nvSpPr>
        <p:spPr>
          <a:xfrm>
            <a:off x="4297045" y="3788410"/>
            <a:ext cx="3597275" cy="679450"/>
          </a:xfrm>
          <a:custGeom>
            <a:avLst/>
            <a:gdLst>
              <a:gd name="sw" fmla="*/ 1 w 5664"/>
              <a:gd name="sh" fmla="*/ 1 h 1069"/>
              <a:gd name="mins" fmla="min sw sh"/>
              <a:gd name="dsw" fmla="+- 0 sw mins"/>
              <a:gd name="dsh" fmla="+- 0 sh mins"/>
              <a:gd name="p0x0" fmla="*/ 420 w 5664"/>
              <a:gd name="p0y0" fmla="*/ 0 h 1069"/>
              <a:gd name="p0x1" fmla="*/ 5244 w 5664"/>
              <a:gd name="p0y1" fmla="*/ 0 h 1069"/>
              <a:gd name="p0x2" fmla="*/ 5476 w 5664"/>
              <a:gd name="p0y2" fmla="*/ 0 h 1069"/>
              <a:gd name="p0x3" fmla="*/ 5664 w 5664"/>
              <a:gd name="p0y3" fmla="*/ 188 h 1069"/>
              <a:gd name="p0x4" fmla="*/ 5664 w 5664"/>
              <a:gd name="p0y4" fmla="*/ 420 h 1069"/>
              <a:gd name="p0x5" fmla="*/ 5664 w 5664"/>
              <a:gd name="p0y5" fmla="*/ 649 h 1069"/>
              <a:gd name="p0x6" fmla="*/ 5664 w 5664"/>
              <a:gd name="p0y6" fmla="*/ 881 h 1069"/>
              <a:gd name="p0x7" fmla="*/ 5476 w 5664"/>
              <a:gd name="p0y7" fmla="*/ 1069 h 1069"/>
              <a:gd name="p0x8" fmla="*/ 5244 w 5664"/>
              <a:gd name="p0y8" fmla="*/ 1069 h 1069"/>
              <a:gd name="p0x9" fmla="*/ 420 w 5664"/>
              <a:gd name="p0y9" fmla="*/ 1069 h 1069"/>
              <a:gd name="p0x10" fmla="*/ 188 w 5664"/>
              <a:gd name="p0y10" fmla="*/ 1069 h 1069"/>
              <a:gd name="p0x11" fmla="*/ 0 w 5664"/>
              <a:gd name="p0y11" fmla="*/ 881 h 1069"/>
              <a:gd name="p0x12" fmla="*/ 0 w 5664"/>
              <a:gd name="p0y12" fmla="*/ 649 h 1069"/>
              <a:gd name="p0x13" fmla="*/ 0 w 5664"/>
              <a:gd name="p0y13" fmla="*/ 420 h 1069"/>
              <a:gd name="p0x14" fmla="*/ 0 w 5664"/>
              <a:gd name="p0y14" fmla="*/ 188 h 1069"/>
              <a:gd name="p0x15" fmla="*/ 188 w 5664"/>
              <a:gd name="p0y15" fmla="*/ 0 h 1069"/>
              <a:gd name="p0x16" fmla="*/ 420 w 5664"/>
              <a:gd name="p0y16" fmla="*/ 0 h 106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0272EC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8" name="任意多边形 127"/>
          <p:cNvSpPr/>
          <p:nvPr>
            <p:custDataLst>
              <p:tags r:id="rId69"/>
            </p:custDataLst>
          </p:nvPr>
        </p:nvSpPr>
        <p:spPr>
          <a:xfrm>
            <a:off x="4453890" y="395668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29" name="图片 128"/>
          <p:cNvPicPr>
            <a:picLocks noChangeAspect="1"/>
          </p:cNvPicPr>
          <p:nvPr>
            <p:custDataLst>
              <p:tags r:id="rId70"/>
            </p:custDataLst>
          </p:nvPr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rcRect l="-2949" t="-3651" r="-2949" b="-3651"/>
          <a:stretch>
            <a:fillRect/>
          </a:stretch>
        </p:blipFill>
        <p:spPr>
          <a:xfrm>
            <a:off x="4494530" y="4018280"/>
            <a:ext cx="262255" cy="214630"/>
          </a:xfrm>
          <a:prstGeom prst="rect">
            <a:avLst/>
          </a:prstGeom>
        </p:spPr>
      </p:pic>
      <p:sp>
        <p:nvSpPr>
          <p:cNvPr id="130" name="文本框 129"/>
          <p:cNvSpPr txBox="1"/>
          <p:nvPr>
            <p:custDataLst>
              <p:tags r:id="rId73"/>
            </p:custDataLst>
          </p:nvPr>
        </p:nvSpPr>
        <p:spPr>
          <a:xfrm>
            <a:off x="4911699" y="4007459"/>
            <a:ext cx="1633614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A/B summary</a:t>
            </a:r>
            <a:r>
              <a:rPr lang="zh-CN" sz="13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脚本</a:t>
            </a:r>
            <a:endParaRPr lang="zh-CN" sz="13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31" name="任意多边形 130"/>
          <p:cNvSpPr/>
          <p:nvPr>
            <p:custDataLst>
              <p:tags r:id="rId74"/>
            </p:custDataLst>
          </p:nvPr>
        </p:nvSpPr>
        <p:spPr>
          <a:xfrm>
            <a:off x="8018145" y="3788410"/>
            <a:ext cx="3597275" cy="679450"/>
          </a:xfrm>
          <a:custGeom>
            <a:avLst/>
            <a:gdLst>
              <a:gd name="sw" fmla="*/ 1 w 5664"/>
              <a:gd name="sh" fmla="*/ 1 h 1069"/>
              <a:gd name="mins" fmla="min sw sh"/>
              <a:gd name="dsw" fmla="+- 0 sw mins"/>
              <a:gd name="dsh" fmla="+- 0 sh mins"/>
              <a:gd name="p0x0" fmla="*/ 420 w 5664"/>
              <a:gd name="p0y0" fmla="*/ 0 h 1069"/>
              <a:gd name="p0x1" fmla="*/ 5244 w 5664"/>
              <a:gd name="p0y1" fmla="*/ 0 h 1069"/>
              <a:gd name="p0x2" fmla="*/ 5476 w 5664"/>
              <a:gd name="p0y2" fmla="*/ 0 h 1069"/>
              <a:gd name="p0x3" fmla="*/ 5664 w 5664"/>
              <a:gd name="p0y3" fmla="*/ 188 h 1069"/>
              <a:gd name="p0x4" fmla="*/ 5664 w 5664"/>
              <a:gd name="p0y4" fmla="*/ 420 h 1069"/>
              <a:gd name="p0x5" fmla="*/ 5664 w 5664"/>
              <a:gd name="p0y5" fmla="*/ 649 h 1069"/>
              <a:gd name="p0x6" fmla="*/ 5664 w 5664"/>
              <a:gd name="p0y6" fmla="*/ 881 h 1069"/>
              <a:gd name="p0x7" fmla="*/ 5476 w 5664"/>
              <a:gd name="p0y7" fmla="*/ 1069 h 1069"/>
              <a:gd name="p0x8" fmla="*/ 5244 w 5664"/>
              <a:gd name="p0y8" fmla="*/ 1069 h 1069"/>
              <a:gd name="p0x9" fmla="*/ 420 w 5664"/>
              <a:gd name="p0y9" fmla="*/ 1069 h 1069"/>
              <a:gd name="p0x10" fmla="*/ 188 w 5664"/>
              <a:gd name="p0y10" fmla="*/ 1069 h 1069"/>
              <a:gd name="p0x11" fmla="*/ 0 w 5664"/>
              <a:gd name="p0y11" fmla="*/ 881 h 1069"/>
              <a:gd name="p0x12" fmla="*/ 0 w 5664"/>
              <a:gd name="p0y12" fmla="*/ 649 h 1069"/>
              <a:gd name="p0x13" fmla="*/ 0 w 5664"/>
              <a:gd name="p0y13" fmla="*/ 420 h 1069"/>
              <a:gd name="p0x14" fmla="*/ 0 w 5664"/>
              <a:gd name="p0y14" fmla="*/ 188 h 1069"/>
              <a:gd name="p0x15" fmla="*/ 188 w 5664"/>
              <a:gd name="p0y15" fmla="*/ 0 h 1069"/>
              <a:gd name="p0x16" fmla="*/ 420 w 5664"/>
              <a:gd name="p0y16" fmla="*/ 0 h 106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2" name="任意多边形 131"/>
          <p:cNvSpPr/>
          <p:nvPr>
            <p:custDataLst>
              <p:tags r:id="rId75"/>
            </p:custDataLst>
          </p:nvPr>
        </p:nvSpPr>
        <p:spPr>
          <a:xfrm>
            <a:off x="8174990" y="395668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3" name="图片 132"/>
          <p:cNvPicPr>
            <a:picLocks noChangeAspect="1"/>
          </p:cNvPicPr>
          <p:nvPr>
            <p:custDataLst>
              <p:tags r:id="rId76"/>
            </p:custDataLst>
          </p:nvPr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rcRect l="-4259" t="-3651" r="-4259" b="-3651"/>
          <a:stretch>
            <a:fillRect/>
          </a:stretch>
        </p:blipFill>
        <p:spPr>
          <a:xfrm>
            <a:off x="8253730" y="4018280"/>
            <a:ext cx="186055" cy="214630"/>
          </a:xfrm>
          <a:prstGeom prst="rect">
            <a:avLst/>
          </a:prstGeom>
        </p:spPr>
      </p:pic>
      <p:sp>
        <p:nvSpPr>
          <p:cNvPr id="134" name="文本框 133"/>
          <p:cNvSpPr txBox="1"/>
          <p:nvPr>
            <p:custDataLst>
              <p:tags r:id="rId79"/>
            </p:custDataLst>
          </p:nvPr>
        </p:nvSpPr>
        <p:spPr>
          <a:xfrm>
            <a:off x="8632774" y="4007459"/>
            <a:ext cx="120022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消融实验脚本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任意多边形 134"/>
          <p:cNvSpPr/>
          <p:nvPr>
            <p:custDataLst>
              <p:tags r:id="rId80"/>
            </p:custDataLst>
          </p:nvPr>
        </p:nvSpPr>
        <p:spPr>
          <a:xfrm>
            <a:off x="575945" y="4591685"/>
            <a:ext cx="3597275" cy="679450"/>
          </a:xfrm>
          <a:custGeom>
            <a:avLst/>
            <a:gdLst>
              <a:gd name="sw" fmla="*/ 1 w 5664"/>
              <a:gd name="sh" fmla="*/ 1 h 1070"/>
              <a:gd name="mins" fmla="min sw sh"/>
              <a:gd name="dsw" fmla="+- 0 sw mins"/>
              <a:gd name="dsh" fmla="+- 0 sh mins"/>
              <a:gd name="p0x0" fmla="*/ 420 w 5664"/>
              <a:gd name="p0y0" fmla="*/ 0 h 1070"/>
              <a:gd name="p0x1" fmla="*/ 5244 w 5664"/>
              <a:gd name="p0y1" fmla="*/ 0 h 1070"/>
              <a:gd name="p0x2" fmla="*/ 5476 w 5664"/>
              <a:gd name="p0y2" fmla="*/ 0 h 1070"/>
              <a:gd name="p0x3" fmla="*/ 5664 w 5664"/>
              <a:gd name="p0y3" fmla="*/ 188 h 1070"/>
              <a:gd name="p0x4" fmla="*/ 5664 w 5664"/>
              <a:gd name="p0y4" fmla="*/ 420 h 1070"/>
              <a:gd name="p0x5" fmla="*/ 5664 w 5664"/>
              <a:gd name="p0y5" fmla="*/ 650 h 1070"/>
              <a:gd name="p0x6" fmla="*/ 5664 w 5664"/>
              <a:gd name="p0y6" fmla="*/ 881 h 1070"/>
              <a:gd name="p0x7" fmla="*/ 5476 w 5664"/>
              <a:gd name="p0y7" fmla="*/ 1070 h 1070"/>
              <a:gd name="p0x8" fmla="*/ 5244 w 5664"/>
              <a:gd name="p0y8" fmla="*/ 1070 h 1070"/>
              <a:gd name="p0x9" fmla="*/ 420 w 5664"/>
              <a:gd name="p0y9" fmla="*/ 1070 h 1070"/>
              <a:gd name="p0x10" fmla="*/ 188 w 5664"/>
              <a:gd name="p0y10" fmla="*/ 1070 h 1070"/>
              <a:gd name="p0x11" fmla="*/ 0 w 5664"/>
              <a:gd name="p0y11" fmla="*/ 881 h 1070"/>
              <a:gd name="p0x12" fmla="*/ 0 w 5664"/>
              <a:gd name="p0y12" fmla="*/ 650 h 1070"/>
              <a:gd name="p0x13" fmla="*/ 0 w 5664"/>
              <a:gd name="p0y13" fmla="*/ 420 h 1070"/>
              <a:gd name="p0x14" fmla="*/ 0 w 5664"/>
              <a:gd name="p0y14" fmla="*/ 188 h 1070"/>
              <a:gd name="p0x15" fmla="*/ 188 w 5664"/>
              <a:gd name="p0y15" fmla="*/ 0 h 1070"/>
              <a:gd name="p0x16" fmla="*/ 420 w 5664"/>
              <a:gd name="p0y16" fmla="*/ 0 h 10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6" name="任意多边形 135"/>
          <p:cNvSpPr/>
          <p:nvPr>
            <p:custDataLst>
              <p:tags r:id="rId81"/>
            </p:custDataLst>
          </p:nvPr>
        </p:nvSpPr>
        <p:spPr>
          <a:xfrm>
            <a:off x="733425" y="475996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7" name="图片 136"/>
          <p:cNvPicPr>
            <a:picLocks noChangeAspect="1"/>
          </p:cNvPicPr>
          <p:nvPr>
            <p:custDataLst>
              <p:tags r:id="rId82"/>
            </p:custDataLst>
          </p:nvPr>
        </p:nvPicPr>
        <p:blipFill>
          <a:blip r:embed="rId83">
            <a:extLst>
              <a:ext uri="{96DAC541-7B7A-43D3-8B79-37D633B846F1}">
                <asvg:svgBlip xmlns:asvg="http://schemas.microsoft.com/office/drawing/2016/SVG/main" r:embed="rId84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800100" y="4821555"/>
            <a:ext cx="209550" cy="214630"/>
          </a:xfrm>
          <a:prstGeom prst="rect">
            <a:avLst/>
          </a:prstGeom>
        </p:spPr>
      </p:pic>
      <p:sp>
        <p:nvSpPr>
          <p:cNvPr id="138" name="文本框 137"/>
          <p:cNvSpPr txBox="1"/>
          <p:nvPr>
            <p:custDataLst>
              <p:tags r:id="rId85"/>
            </p:custDataLst>
          </p:nvPr>
        </p:nvSpPr>
        <p:spPr>
          <a:xfrm>
            <a:off x="1190625" y="4810684"/>
            <a:ext cx="857326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迭代日志</a:t>
            </a:r>
            <a:endParaRPr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任意多边形 138"/>
          <p:cNvSpPr/>
          <p:nvPr>
            <p:custDataLst>
              <p:tags r:id="rId86"/>
            </p:custDataLst>
          </p:nvPr>
        </p:nvSpPr>
        <p:spPr>
          <a:xfrm>
            <a:off x="4297045" y="4591685"/>
            <a:ext cx="3597275" cy="679450"/>
          </a:xfrm>
          <a:custGeom>
            <a:avLst/>
            <a:gdLst>
              <a:gd name="sw" fmla="*/ 1 w 5664"/>
              <a:gd name="sh" fmla="*/ 1 h 1070"/>
              <a:gd name="mins" fmla="min sw sh"/>
              <a:gd name="dsw" fmla="+- 0 sw mins"/>
              <a:gd name="dsh" fmla="+- 0 sh mins"/>
              <a:gd name="p0x0" fmla="*/ 420 w 5664"/>
              <a:gd name="p0y0" fmla="*/ 0 h 1070"/>
              <a:gd name="p0x1" fmla="*/ 5244 w 5664"/>
              <a:gd name="p0y1" fmla="*/ 0 h 1070"/>
              <a:gd name="p0x2" fmla="*/ 5476 w 5664"/>
              <a:gd name="p0y2" fmla="*/ 0 h 1070"/>
              <a:gd name="p0x3" fmla="*/ 5664 w 5664"/>
              <a:gd name="p0y3" fmla="*/ 188 h 1070"/>
              <a:gd name="p0x4" fmla="*/ 5664 w 5664"/>
              <a:gd name="p0y4" fmla="*/ 420 h 1070"/>
              <a:gd name="p0x5" fmla="*/ 5664 w 5664"/>
              <a:gd name="p0y5" fmla="*/ 650 h 1070"/>
              <a:gd name="p0x6" fmla="*/ 5664 w 5664"/>
              <a:gd name="p0y6" fmla="*/ 881 h 1070"/>
              <a:gd name="p0x7" fmla="*/ 5476 w 5664"/>
              <a:gd name="p0y7" fmla="*/ 1070 h 1070"/>
              <a:gd name="p0x8" fmla="*/ 5244 w 5664"/>
              <a:gd name="p0y8" fmla="*/ 1070 h 1070"/>
              <a:gd name="p0x9" fmla="*/ 420 w 5664"/>
              <a:gd name="p0y9" fmla="*/ 1070 h 1070"/>
              <a:gd name="p0x10" fmla="*/ 188 w 5664"/>
              <a:gd name="p0y10" fmla="*/ 1070 h 1070"/>
              <a:gd name="p0x11" fmla="*/ 0 w 5664"/>
              <a:gd name="p0y11" fmla="*/ 881 h 1070"/>
              <a:gd name="p0x12" fmla="*/ 0 w 5664"/>
              <a:gd name="p0y12" fmla="*/ 650 h 1070"/>
              <a:gd name="p0x13" fmla="*/ 0 w 5664"/>
              <a:gd name="p0y13" fmla="*/ 420 h 1070"/>
              <a:gd name="p0x14" fmla="*/ 0 w 5664"/>
              <a:gd name="p0y14" fmla="*/ 188 h 1070"/>
              <a:gd name="p0x15" fmla="*/ 188 w 5664"/>
              <a:gd name="p0y15" fmla="*/ 0 h 1070"/>
              <a:gd name="p0x16" fmla="*/ 420 w 5664"/>
              <a:gd name="p0y16" fmla="*/ 0 h 107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/>
          </a:solidFill>
          <a:ln w="9525" cmpd="sng">
            <a:solidFill>
              <a:srgbClr val="D4DBE5"/>
            </a:solidFill>
            <a:prstDash val="solid"/>
          </a:ln>
          <a:effectLst>
            <a:outerShdw blurRad="228600" dist="57150" dir="5399999" algn="ctr" rotWithShape="0">
              <a:srgbClr val="406996">
                <a:alpha val="7059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0" name="任意多边形 139"/>
          <p:cNvSpPr/>
          <p:nvPr>
            <p:custDataLst>
              <p:tags r:id="rId87"/>
            </p:custDataLst>
          </p:nvPr>
        </p:nvSpPr>
        <p:spPr>
          <a:xfrm>
            <a:off x="4453890" y="475996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270 w 540"/>
              <a:gd name="p0y0" fmla="*/ 0 h 540"/>
              <a:gd name="p0x1" fmla="*/ 419 w 540"/>
              <a:gd name="p0y1" fmla="*/ 0 h 540"/>
              <a:gd name="p0x2" fmla="*/ 540 w 540"/>
              <a:gd name="p0y2" fmla="*/ 120 h 540"/>
              <a:gd name="p0x3" fmla="*/ 540 w 540"/>
              <a:gd name="p0y3" fmla="*/ 270 h 540"/>
              <a:gd name="p0x4" fmla="*/ 540 w 540"/>
              <a:gd name="p0y4" fmla="*/ 419 h 540"/>
              <a:gd name="p0x5" fmla="*/ 419 w 540"/>
              <a:gd name="p0y5" fmla="*/ 540 h 540"/>
              <a:gd name="p0x6" fmla="*/ 270 w 540"/>
              <a:gd name="p0y6" fmla="*/ 540 h 540"/>
              <a:gd name="p0x7" fmla="*/ 120 w 540"/>
              <a:gd name="p0y7" fmla="*/ 540 h 540"/>
              <a:gd name="p0x8" fmla="*/ 0 w 540"/>
              <a:gd name="p0y8" fmla="*/ 419 h 540"/>
              <a:gd name="p0x9" fmla="*/ 0 w 540"/>
              <a:gd name="p0y9" fmla="*/ 270 h 540"/>
              <a:gd name="p0x10" fmla="*/ 0 w 540"/>
              <a:gd name="p0y10" fmla="*/ 120 h 540"/>
              <a:gd name="p0x11" fmla="*/ 120 w 540"/>
              <a:gd name="p0y11" fmla="*/ 0 h 540"/>
              <a:gd name="p0x12" fmla="*/ 270 w 540"/>
              <a:gd name="p0y12" fmla="*/ 0 h 54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1" name="图片 140"/>
          <p:cNvPicPr>
            <a:picLocks noChangeAspect="1"/>
          </p:cNvPicPr>
          <p:nvPr>
            <p:custDataLst>
              <p:tags r:id="rId88"/>
            </p:custDataLst>
          </p:nvPr>
        </p:nvPicPr>
        <p:blipFill>
          <a:blip r:embed="rId89">
            <a:extLst>
              <a:ext uri="{96DAC541-7B7A-43D3-8B79-37D633B846F1}">
                <asvg:svgBlip xmlns:asvg="http://schemas.microsoft.com/office/drawing/2016/SVG/main" r:embed="rId90"/>
              </a:ext>
            </a:extLst>
          </a:blip>
          <a:srcRect l="-2381" t="-3651" r="-2381" b="-3651"/>
          <a:stretch>
            <a:fillRect/>
          </a:stretch>
        </p:blipFill>
        <p:spPr>
          <a:xfrm>
            <a:off x="4520565" y="4821555"/>
            <a:ext cx="209550" cy="214630"/>
          </a:xfrm>
          <a:prstGeom prst="rect">
            <a:avLst/>
          </a:prstGeom>
        </p:spPr>
      </p:pic>
      <p:sp>
        <p:nvSpPr>
          <p:cNvPr id="142" name="文本框 141"/>
          <p:cNvSpPr txBox="1"/>
          <p:nvPr>
            <p:custDataLst>
              <p:tags r:id="rId91"/>
            </p:custDataLst>
          </p:nvPr>
        </p:nvSpPr>
        <p:spPr>
          <a:xfrm>
            <a:off x="4911699" y="4810684"/>
            <a:ext cx="1633090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handoff</a:t>
            </a:r>
            <a:r>
              <a:rPr lang="zh-CN" sz="135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文档</a:t>
            </a:r>
            <a:endParaRPr lang="zh-CN" sz="135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Arial" panose="020B0604020202020204" pitchFamily="34" charset="0"/>
              </a:rPr>
              <a:t>技术闭环</a:t>
            </a:r>
            <a:endParaRPr sz="3000" b="1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5945" y="1109345"/>
            <a:ext cx="11039475" cy="3609975"/>
          </a:xfrm>
          <a:custGeom>
            <a:avLst/>
            <a:gdLst>
              <a:gd name="sw" fmla="*/ 1 w 17385"/>
              <a:gd name="sh" fmla="*/ 1 h 5685"/>
              <a:gd name="mins" fmla="min sw sh"/>
              <a:gd name="dsw" fmla="+- 0 sw mins"/>
              <a:gd name="dsh" fmla="+- 0 sh mins"/>
              <a:gd name="p0x0" fmla="*/ 60 w 17385"/>
              <a:gd name="p0y0" fmla="*/ 0 h 5685"/>
              <a:gd name="p0x1" fmla="*/ 17325 w 17385"/>
              <a:gd name="p0y1" fmla="*/ 0 h 5685"/>
              <a:gd name="p0x2" fmla="*/ 17358 w 17385"/>
              <a:gd name="p0y2" fmla="*/ 0 h 5685"/>
              <a:gd name="p0x3" fmla="*/ 17385 w 17385"/>
              <a:gd name="p0y3" fmla="*/ 26 h 5685"/>
              <a:gd name="p0x4" fmla="*/ 17385 w 17385"/>
              <a:gd name="p0y4" fmla="*/ 60 h 5685"/>
              <a:gd name="p0x5" fmla="*/ 17385 w 17385"/>
              <a:gd name="p0y5" fmla="*/ 5625 h 5685"/>
              <a:gd name="p0x6" fmla="*/ 17385 w 17385"/>
              <a:gd name="p0y6" fmla="*/ 5658 h 5685"/>
              <a:gd name="p0x7" fmla="*/ 17358 w 17385"/>
              <a:gd name="p0y7" fmla="*/ 5685 h 5685"/>
              <a:gd name="p0x8" fmla="*/ 17325 w 17385"/>
              <a:gd name="p0y8" fmla="*/ 5685 h 5685"/>
              <a:gd name="p0x9" fmla="*/ 60 w 17385"/>
              <a:gd name="p0y9" fmla="*/ 5685 h 5685"/>
              <a:gd name="p0x10" fmla="*/ 26 w 17385"/>
              <a:gd name="p0y10" fmla="*/ 5685 h 5685"/>
              <a:gd name="p0x11" fmla="*/ 0 w 17385"/>
              <a:gd name="p0y11" fmla="*/ 5658 h 5685"/>
              <a:gd name="p0x12" fmla="*/ 0 w 17385"/>
              <a:gd name="p0y12" fmla="*/ 5625 h 5685"/>
              <a:gd name="p0x13" fmla="*/ 0 w 17385"/>
              <a:gd name="p0y13" fmla="*/ 60 h 5685"/>
              <a:gd name="p0x14" fmla="*/ 0 w 17385"/>
              <a:gd name="p0y14" fmla="*/ 26 h 5685"/>
              <a:gd name="p0x15" fmla="*/ 26 w 17385"/>
              <a:gd name="p0y15" fmla="*/ 0 h 5685"/>
              <a:gd name="p0x16" fmla="*/ 60 w 17385"/>
              <a:gd name="p0y16" fmla="*/ 0 h 568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任意多边形 1"/>
          <p:cNvSpPr/>
          <p:nvPr>
            <p:custDataLst>
              <p:tags r:id="rId3"/>
            </p:custDataLst>
          </p:nvPr>
        </p:nvSpPr>
        <p:spPr>
          <a:xfrm>
            <a:off x="1266825" y="18002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-6250" t="-7917" r="-6250" b="-7917"/>
          <a:stretch>
            <a:fillRect/>
          </a:stretch>
        </p:blipFill>
        <p:spPr>
          <a:xfrm>
            <a:off x="1352550" y="1880870"/>
            <a:ext cx="171450" cy="1765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7"/>
            </p:custDataLst>
          </p:nvPr>
        </p:nvSpPr>
        <p:spPr>
          <a:xfrm>
            <a:off x="618677" y="2219325"/>
            <a:ext cx="1639272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workload generation</a:t>
            </a:r>
            <a:endParaRPr sz="12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12222" t="-10000" r="-12222" b="-10000"/>
          <a:stretch>
            <a:fillRect/>
          </a:stretch>
        </p:blipFill>
        <p:spPr>
          <a:xfrm>
            <a:off x="2178685" y="2052320"/>
            <a:ext cx="71120" cy="114300"/>
          </a:xfrm>
          <a:prstGeom prst="rect">
            <a:avLst/>
          </a:prstGeom>
        </p:spPr>
      </p:pic>
      <p:sp>
        <p:nvSpPr>
          <p:cNvPr id="9" name="任意多边形 8"/>
          <p:cNvSpPr/>
          <p:nvPr>
            <p:custDataLst>
              <p:tags r:id="rId11"/>
            </p:custDataLst>
          </p:nvPr>
        </p:nvSpPr>
        <p:spPr>
          <a:xfrm>
            <a:off x="2819400" y="18002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-2941" t="-4510" r="-2941" b="-4510"/>
          <a:stretch>
            <a:fillRect/>
          </a:stretch>
        </p:blipFill>
        <p:spPr>
          <a:xfrm>
            <a:off x="2905125" y="1880870"/>
            <a:ext cx="171450" cy="17653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15"/>
            </p:custDataLst>
          </p:nvPr>
        </p:nvSpPr>
        <p:spPr>
          <a:xfrm>
            <a:off x="2381993" y="2219325"/>
            <a:ext cx="121771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lifecycle probe</a:t>
            </a:r>
            <a:endParaRPr sz="12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12222" t="-10000" r="-12222" b="-10000"/>
          <a:stretch>
            <a:fillRect/>
          </a:stretch>
        </p:blipFill>
        <p:spPr>
          <a:xfrm>
            <a:off x="3731260" y="2052320"/>
            <a:ext cx="71120" cy="114300"/>
          </a:xfrm>
          <a:prstGeom prst="rect">
            <a:avLst/>
          </a:prstGeom>
        </p:spPr>
      </p:pic>
      <p:sp>
        <p:nvSpPr>
          <p:cNvPr id="14" name="任意多边形 13"/>
          <p:cNvSpPr/>
          <p:nvPr>
            <p:custDataLst>
              <p:tags r:id="rId17"/>
            </p:custDataLst>
          </p:nvPr>
        </p:nvSpPr>
        <p:spPr>
          <a:xfrm>
            <a:off x="4371975" y="18002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rcRect l="-3333" t="-11778" r="-3333" b="-11778"/>
          <a:stretch>
            <a:fillRect/>
          </a:stretch>
        </p:blipFill>
        <p:spPr>
          <a:xfrm>
            <a:off x="4467225" y="1880870"/>
            <a:ext cx="152400" cy="17653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21"/>
            </p:custDataLst>
          </p:nvPr>
        </p:nvSpPr>
        <p:spPr>
          <a:xfrm>
            <a:off x="4115991" y="2219325"/>
            <a:ext cx="854869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side table</a:t>
            </a:r>
            <a:endParaRPr sz="12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12222" t="-10000" r="-12222" b="-10000"/>
          <a:stretch>
            <a:fillRect/>
          </a:stretch>
        </p:blipFill>
        <p:spPr>
          <a:xfrm>
            <a:off x="5283835" y="2052320"/>
            <a:ext cx="71120" cy="114300"/>
          </a:xfrm>
          <a:prstGeom prst="rect">
            <a:avLst/>
          </a:prstGeom>
        </p:spPr>
      </p:pic>
      <p:sp>
        <p:nvSpPr>
          <p:cNvPr id="18" name="任意多边形 17"/>
          <p:cNvSpPr/>
          <p:nvPr>
            <p:custDataLst>
              <p:tags r:id="rId23"/>
            </p:custDataLst>
          </p:nvPr>
        </p:nvSpPr>
        <p:spPr>
          <a:xfrm>
            <a:off x="5924550" y="18002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 l="-3333" t="-11778" r="-3333" b="-11778"/>
          <a:stretch>
            <a:fillRect/>
          </a:stretch>
        </p:blipFill>
        <p:spPr>
          <a:xfrm>
            <a:off x="6019800" y="1880870"/>
            <a:ext cx="152400" cy="17653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27"/>
            </p:custDataLst>
          </p:nvPr>
        </p:nvSpPr>
        <p:spPr>
          <a:xfrm>
            <a:off x="5653459" y="2219325"/>
            <a:ext cx="88500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admission</a:t>
            </a:r>
            <a:endParaRPr sz="12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12222" t="-10000" r="-12222" b="-10000"/>
          <a:stretch>
            <a:fillRect/>
          </a:stretch>
        </p:blipFill>
        <p:spPr>
          <a:xfrm>
            <a:off x="6836410" y="2052320"/>
            <a:ext cx="71120" cy="114300"/>
          </a:xfrm>
          <a:prstGeom prst="rect">
            <a:avLst/>
          </a:prstGeom>
        </p:spPr>
      </p:pic>
      <p:sp>
        <p:nvSpPr>
          <p:cNvPr id="22" name="任意多边形 21"/>
          <p:cNvSpPr/>
          <p:nvPr>
            <p:custDataLst>
              <p:tags r:id="rId29"/>
            </p:custDataLst>
          </p:nvPr>
        </p:nvSpPr>
        <p:spPr>
          <a:xfrm>
            <a:off x="7477125" y="18002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 l="-3492" t="-11778" r="-3492" b="-11778"/>
          <a:stretch>
            <a:fillRect/>
          </a:stretch>
        </p:blipFill>
        <p:spPr>
          <a:xfrm>
            <a:off x="7541260" y="1880870"/>
            <a:ext cx="213995" cy="17653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33"/>
            </p:custDataLst>
          </p:nvPr>
        </p:nvSpPr>
        <p:spPr>
          <a:xfrm>
            <a:off x="7293769" y="2219325"/>
            <a:ext cx="709613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eviction</a:t>
            </a:r>
            <a:endParaRPr sz="12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图片 24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12222" t="-10000" r="-12222" b="-10000"/>
          <a:stretch>
            <a:fillRect/>
          </a:stretch>
        </p:blipFill>
        <p:spPr>
          <a:xfrm>
            <a:off x="8388985" y="2052320"/>
            <a:ext cx="71120" cy="114300"/>
          </a:xfrm>
          <a:prstGeom prst="rect">
            <a:avLst/>
          </a:prstGeom>
        </p:spPr>
      </p:pic>
      <p:sp>
        <p:nvSpPr>
          <p:cNvPr id="26" name="任意多边形 25"/>
          <p:cNvSpPr/>
          <p:nvPr>
            <p:custDataLst>
              <p:tags r:id="rId35"/>
            </p:custDataLst>
          </p:nvPr>
        </p:nvSpPr>
        <p:spPr>
          <a:xfrm>
            <a:off x="9029700" y="18002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36"/>
            </p:custDataLst>
          </p:nvPr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rcRect l="-3860" t="-7917" r="-3860" b="-7917"/>
          <a:stretch>
            <a:fillRect/>
          </a:stretch>
        </p:blipFill>
        <p:spPr>
          <a:xfrm>
            <a:off x="9103360" y="1880870"/>
            <a:ext cx="194945" cy="176530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39"/>
            </p:custDataLst>
          </p:nvPr>
        </p:nvSpPr>
        <p:spPr>
          <a:xfrm>
            <a:off x="8770592" y="2219325"/>
            <a:ext cx="86111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scheduler</a:t>
            </a:r>
            <a:endParaRPr sz="12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12222" t="-10000" r="-12222" b="-10000"/>
          <a:stretch>
            <a:fillRect/>
          </a:stretch>
        </p:blipFill>
        <p:spPr>
          <a:xfrm>
            <a:off x="9941560" y="2052320"/>
            <a:ext cx="71120" cy="114300"/>
          </a:xfrm>
          <a:prstGeom prst="rect">
            <a:avLst/>
          </a:prstGeom>
        </p:spPr>
      </p:pic>
      <p:sp>
        <p:nvSpPr>
          <p:cNvPr id="30" name="任意多边形 29"/>
          <p:cNvSpPr/>
          <p:nvPr>
            <p:custDataLst>
              <p:tags r:id="rId41"/>
            </p:custDataLst>
          </p:nvPr>
        </p:nvSpPr>
        <p:spPr>
          <a:xfrm>
            <a:off x="10582275" y="18002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>
            <p:custDataLst>
              <p:tags r:id="rId42"/>
            </p:custDataLst>
          </p:nvPr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 l="-2051" t="-4510" r="-2051" b="-4510"/>
          <a:stretch>
            <a:fillRect/>
          </a:stretch>
        </p:blipFill>
        <p:spPr>
          <a:xfrm>
            <a:off x="10688955" y="1880870"/>
            <a:ext cx="128905" cy="176530"/>
          </a:xfrm>
          <a:prstGeom prst="rect">
            <a:avLst/>
          </a:prstGeom>
        </p:spPr>
      </p:pic>
      <p:sp>
        <p:nvSpPr>
          <p:cNvPr id="32" name="文本框 31"/>
          <p:cNvSpPr txBox="1"/>
          <p:nvPr>
            <p:custDataLst>
              <p:tags r:id="rId45"/>
            </p:custDataLst>
          </p:nvPr>
        </p:nvSpPr>
        <p:spPr>
          <a:xfrm>
            <a:off x="10422065" y="2219325"/>
            <a:ext cx="66325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JSONL</a:t>
            </a:r>
            <a:endParaRPr sz="12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46"/>
            </p:custDataLst>
          </p:nvPr>
        </p:nvSpPr>
        <p:spPr>
          <a:xfrm>
            <a:off x="1577340" y="34099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>
            <p:custDataLst>
              <p:tags r:id="rId47"/>
            </p:custDataLst>
          </p:nvPr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 l="-2941" t="-11778" r="-2941" b="-11778"/>
          <a:stretch>
            <a:fillRect/>
          </a:stretch>
        </p:blipFill>
        <p:spPr>
          <a:xfrm>
            <a:off x="1663065" y="3490595"/>
            <a:ext cx="171450" cy="176530"/>
          </a:xfrm>
          <a:prstGeom prst="rect">
            <a:avLst/>
          </a:prstGeom>
        </p:spPr>
      </p:pic>
      <p:sp>
        <p:nvSpPr>
          <p:cNvPr id="35" name="文本框 34"/>
          <p:cNvSpPr txBox="1"/>
          <p:nvPr>
            <p:custDataLst>
              <p:tags r:id="rId50"/>
            </p:custDataLst>
          </p:nvPr>
        </p:nvSpPr>
        <p:spPr>
          <a:xfrm>
            <a:off x="1234831" y="3829050"/>
            <a:ext cx="102795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Prometheus</a:t>
            </a:r>
            <a:endParaRPr sz="12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6" name="图片 35"/>
          <p:cNvPicPr>
            <a:picLocks noChangeAspect="1"/>
          </p:cNvPicPr>
          <p:nvPr>
            <p:custDataLst>
              <p:tags r:id="rId51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12222" t="-10000" r="-12222" b="-10000"/>
          <a:stretch>
            <a:fillRect/>
          </a:stretch>
        </p:blipFill>
        <p:spPr>
          <a:xfrm>
            <a:off x="2799715" y="3662045"/>
            <a:ext cx="71120" cy="114300"/>
          </a:xfrm>
          <a:prstGeom prst="rect">
            <a:avLst/>
          </a:prstGeom>
        </p:spPr>
      </p:pic>
      <p:sp>
        <p:nvSpPr>
          <p:cNvPr id="37" name="任意多边形 36"/>
          <p:cNvSpPr/>
          <p:nvPr>
            <p:custDataLst>
              <p:tags r:id="rId52"/>
            </p:custDataLst>
          </p:nvPr>
        </p:nvSpPr>
        <p:spPr>
          <a:xfrm>
            <a:off x="3750945" y="34099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 l="-2051" t="-4510" r="-2051" b="-4510"/>
          <a:stretch>
            <a:fillRect/>
          </a:stretch>
        </p:blipFill>
        <p:spPr>
          <a:xfrm>
            <a:off x="3857625" y="3490595"/>
            <a:ext cx="128905" cy="176530"/>
          </a:xfrm>
          <a:prstGeom prst="rect">
            <a:avLst/>
          </a:prstGeom>
        </p:spPr>
      </p:pic>
      <p:sp>
        <p:nvSpPr>
          <p:cNvPr id="39" name="文本框 38"/>
          <p:cNvSpPr txBox="1"/>
          <p:nvPr>
            <p:custDataLst>
              <p:tags r:id="rId56"/>
            </p:custDataLst>
          </p:nvPr>
        </p:nvSpPr>
        <p:spPr>
          <a:xfrm>
            <a:off x="3507734" y="3829050"/>
            <a:ext cx="829418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summary</a:t>
            </a:r>
            <a:endParaRPr sz="12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>
            <p:custDataLst>
              <p:tags r:id="rId57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12222" t="-10000" r="-12222" b="-10000"/>
          <a:stretch>
            <a:fillRect/>
          </a:stretch>
        </p:blipFill>
        <p:spPr>
          <a:xfrm>
            <a:off x="4973320" y="3662045"/>
            <a:ext cx="71120" cy="114300"/>
          </a:xfrm>
          <a:prstGeom prst="rect">
            <a:avLst/>
          </a:prstGeom>
        </p:spPr>
      </p:pic>
      <p:sp>
        <p:nvSpPr>
          <p:cNvPr id="41" name="任意多边形 40"/>
          <p:cNvSpPr/>
          <p:nvPr>
            <p:custDataLst>
              <p:tags r:id="rId58"/>
            </p:custDataLst>
          </p:nvPr>
        </p:nvSpPr>
        <p:spPr>
          <a:xfrm>
            <a:off x="5924550" y="34099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2" name="图片 41"/>
          <p:cNvPicPr>
            <a:picLocks noChangeAspect="1"/>
          </p:cNvPicPr>
          <p:nvPr>
            <p:custDataLst>
              <p:tags r:id="rId59"/>
            </p:custDataLst>
          </p:nvPr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rcRect l="-2941" t="-4510" r="-2941" b="-4510"/>
          <a:stretch>
            <a:fillRect/>
          </a:stretch>
        </p:blipFill>
        <p:spPr>
          <a:xfrm>
            <a:off x="6010275" y="3490595"/>
            <a:ext cx="171450" cy="176530"/>
          </a:xfrm>
          <a:prstGeom prst="rect">
            <a:avLst/>
          </a:prstGeom>
        </p:spPr>
      </p:pic>
      <p:sp>
        <p:nvSpPr>
          <p:cNvPr id="43" name="文本框 42"/>
          <p:cNvSpPr txBox="1"/>
          <p:nvPr>
            <p:custDataLst>
              <p:tags r:id="rId62"/>
            </p:custDataLst>
          </p:nvPr>
        </p:nvSpPr>
        <p:spPr>
          <a:xfrm>
            <a:off x="5434156" y="3829050"/>
            <a:ext cx="132375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A/B comparison</a:t>
            </a:r>
            <a:endParaRPr sz="12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4" name="图片 43"/>
          <p:cNvPicPr>
            <a:picLocks noChangeAspect="1"/>
          </p:cNvPicPr>
          <p:nvPr>
            <p:custDataLst>
              <p:tags r:id="rId63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-12222" t="-10000" r="-12222" b="-10000"/>
          <a:stretch>
            <a:fillRect/>
          </a:stretch>
        </p:blipFill>
        <p:spPr>
          <a:xfrm>
            <a:off x="7146925" y="3662045"/>
            <a:ext cx="71120" cy="114300"/>
          </a:xfrm>
          <a:prstGeom prst="rect">
            <a:avLst/>
          </a:prstGeom>
        </p:spPr>
      </p:pic>
      <p:sp>
        <p:nvSpPr>
          <p:cNvPr id="45" name="任意多边形 44"/>
          <p:cNvSpPr/>
          <p:nvPr>
            <p:custDataLst>
              <p:tags r:id="rId64"/>
            </p:custDataLst>
          </p:nvPr>
        </p:nvSpPr>
        <p:spPr>
          <a:xfrm>
            <a:off x="8098155" y="34099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6" name="图片 45"/>
          <p:cNvPicPr>
            <a:picLocks noChangeAspect="1"/>
          </p:cNvPicPr>
          <p:nvPr>
            <p:custDataLst>
              <p:tags r:id="rId65"/>
            </p:custDataLst>
          </p:nvPr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rcRect l="-6250" t="-11778" r="-6250" b="-11778"/>
          <a:stretch>
            <a:fillRect/>
          </a:stretch>
        </p:blipFill>
        <p:spPr>
          <a:xfrm>
            <a:off x="8183880" y="3490595"/>
            <a:ext cx="171450" cy="176530"/>
          </a:xfrm>
          <a:prstGeom prst="rect">
            <a:avLst/>
          </a:prstGeom>
        </p:spPr>
      </p:pic>
      <p:sp>
        <p:nvSpPr>
          <p:cNvPr id="47" name="文本框 46"/>
          <p:cNvSpPr txBox="1"/>
          <p:nvPr>
            <p:custDataLst>
              <p:tags r:id="rId68"/>
            </p:custDataLst>
          </p:nvPr>
        </p:nvSpPr>
        <p:spPr>
          <a:xfrm>
            <a:off x="7888633" y="3829050"/>
            <a:ext cx="7620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策略调整</a:t>
            </a:r>
            <a:endParaRPr sz="1200"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8" name="图片 47"/>
          <p:cNvPicPr>
            <a:picLocks noChangeAspect="1"/>
          </p:cNvPicPr>
          <p:nvPr>
            <p:custDataLst>
              <p:tags r:id="rId69"/>
            </p:custDataLst>
          </p:nvPr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rcRect/>
          <a:stretch>
            <a:fillRect/>
          </a:stretch>
        </p:blipFill>
        <p:spPr>
          <a:xfrm>
            <a:off x="9298940" y="3662045"/>
            <a:ext cx="114300" cy="114300"/>
          </a:xfrm>
          <a:prstGeom prst="rect">
            <a:avLst/>
          </a:prstGeom>
        </p:spPr>
      </p:pic>
      <p:sp>
        <p:nvSpPr>
          <p:cNvPr id="49" name="任意多边形 48"/>
          <p:cNvSpPr/>
          <p:nvPr>
            <p:custDataLst>
              <p:tags r:id="rId72"/>
            </p:custDataLst>
          </p:nvPr>
        </p:nvSpPr>
        <p:spPr>
          <a:xfrm>
            <a:off x="10271760" y="340995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0" name="图片 49"/>
          <p:cNvPicPr>
            <a:picLocks noChangeAspect="1"/>
          </p:cNvPicPr>
          <p:nvPr>
            <p:custDataLst>
              <p:tags r:id="rId73"/>
            </p:custDataLst>
          </p:nvPr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rcRect l="-6852" t="-4510" r="-6852" b="-4510"/>
          <a:stretch>
            <a:fillRect/>
          </a:stretch>
        </p:blipFill>
        <p:spPr>
          <a:xfrm>
            <a:off x="10345420" y="3490595"/>
            <a:ext cx="194945" cy="176530"/>
          </a:xfrm>
          <a:prstGeom prst="rect">
            <a:avLst/>
          </a:prstGeom>
        </p:spPr>
      </p:pic>
      <p:sp>
        <p:nvSpPr>
          <p:cNvPr id="51" name="文本框 50"/>
          <p:cNvSpPr txBox="1"/>
          <p:nvPr>
            <p:custDataLst>
              <p:tags r:id="rId76"/>
            </p:custDataLst>
          </p:nvPr>
        </p:nvSpPr>
        <p:spPr>
          <a:xfrm>
            <a:off x="9986077" y="3829050"/>
            <a:ext cx="9144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200" b="1">
                <a:solidFill>
                  <a:srgbClr val="4E62D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新一轮迭代</a:t>
            </a:r>
            <a:endParaRPr sz="1200" b="1">
              <a:solidFill>
                <a:srgbClr val="4E62D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任意多边形 51"/>
          <p:cNvSpPr/>
          <p:nvPr>
            <p:custDataLst>
              <p:tags r:id="rId77"/>
            </p:custDataLst>
          </p:nvPr>
        </p:nvSpPr>
        <p:spPr>
          <a:xfrm>
            <a:off x="575945" y="4919345"/>
            <a:ext cx="11039475" cy="1552575"/>
          </a:xfrm>
          <a:custGeom>
            <a:avLst/>
            <a:gdLst>
              <a:gd name="sw" fmla="*/ 1 w 17385"/>
              <a:gd name="sh" fmla="*/ 1 h 2445"/>
              <a:gd name="mins" fmla="min sw sh"/>
              <a:gd name="dsw" fmla="+- 0 sw mins"/>
              <a:gd name="dsh" fmla="+- 0 sh mins"/>
              <a:gd name="p0x0" fmla="*/ 60 w 17385"/>
              <a:gd name="p0y0" fmla="*/ 0 h 2445"/>
              <a:gd name="p0x1" fmla="*/ 17325 w 17385"/>
              <a:gd name="p0y1" fmla="*/ 0 h 2445"/>
              <a:gd name="p0x2" fmla="*/ 17358 w 17385"/>
              <a:gd name="p0y2" fmla="*/ 0 h 2445"/>
              <a:gd name="p0x3" fmla="*/ 17385 w 17385"/>
              <a:gd name="p0y3" fmla="*/ 26 h 2445"/>
              <a:gd name="p0x4" fmla="*/ 17385 w 17385"/>
              <a:gd name="p0y4" fmla="*/ 60 h 2445"/>
              <a:gd name="p0x5" fmla="*/ 17385 w 17385"/>
              <a:gd name="p0y5" fmla="*/ 2385 h 2445"/>
              <a:gd name="p0x6" fmla="*/ 17385 w 17385"/>
              <a:gd name="p0y6" fmla="*/ 2418 h 2445"/>
              <a:gd name="p0x7" fmla="*/ 17358 w 17385"/>
              <a:gd name="p0y7" fmla="*/ 2445 h 2445"/>
              <a:gd name="p0x8" fmla="*/ 17325 w 17385"/>
              <a:gd name="p0y8" fmla="*/ 2445 h 2445"/>
              <a:gd name="p0x9" fmla="*/ 60 w 17385"/>
              <a:gd name="p0y9" fmla="*/ 2445 h 2445"/>
              <a:gd name="p0x10" fmla="*/ 26 w 17385"/>
              <a:gd name="p0y10" fmla="*/ 2445 h 2445"/>
              <a:gd name="p0x11" fmla="*/ 0 w 17385"/>
              <a:gd name="p0y11" fmla="*/ 2418 h 2445"/>
              <a:gd name="p0x12" fmla="*/ 0 w 17385"/>
              <a:gd name="p0y12" fmla="*/ 2385 h 2445"/>
              <a:gd name="p0x13" fmla="*/ 0 w 17385"/>
              <a:gd name="p0y13" fmla="*/ 60 h 2445"/>
              <a:gd name="p0x14" fmla="*/ 0 w 17385"/>
              <a:gd name="p0y14" fmla="*/ 26 h 2445"/>
              <a:gd name="p0x15" fmla="*/ 26 w 17385"/>
              <a:gd name="p0y15" fmla="*/ 0 h 2445"/>
              <a:gd name="p0x16" fmla="*/ 60 w 17385"/>
              <a:gd name="p0y16" fmla="*/ 0 h 2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BFBFC"/>
          </a:solidFill>
          <a:ln w="9525" cmpd="sng">
            <a:solidFill>
              <a:srgbClr val="E6ECF7"/>
            </a:solidFill>
            <a:prstDash val="solid"/>
          </a:ln>
          <a:effectLst>
            <a:outerShdw blurRad="85725" dist="19050" dir="5399999" algn="ctr" rotWithShape="0">
              <a:srgbClr val="3A4E6E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>
            <p:custDataLst>
              <p:tags r:id="rId78"/>
            </p:custDataLst>
          </p:nvPr>
        </p:nvSpPr>
        <p:spPr>
          <a:xfrm>
            <a:off x="771525" y="5099685"/>
            <a:ext cx="10648950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闭环价值</a:t>
            </a:r>
            <a:endParaRPr b="1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任意多边形 53"/>
          <p:cNvSpPr/>
          <p:nvPr>
            <p:custDataLst>
              <p:tags r:id="rId79"/>
            </p:custDataLst>
          </p:nvPr>
        </p:nvSpPr>
        <p:spPr>
          <a:xfrm>
            <a:off x="771525" y="55340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5" name="图片 54"/>
          <p:cNvPicPr>
            <a:picLocks noChangeAspect="1"/>
          </p:cNvPicPr>
          <p:nvPr>
            <p:custDataLst>
              <p:tags r:id="rId80"/>
            </p:custDataLst>
          </p:nvPr>
        </p:nvPicPr>
        <p:blipFill>
          <a:blip r:embed="rId81">
            <a:extLst>
              <a:ext uri="{96DAC541-7B7A-43D3-8B79-37D633B846F1}">
                <asvg:svgBlip xmlns:asvg="http://schemas.microsoft.com/office/drawing/2016/SVG/main" r:embed="rId82"/>
              </a:ext>
            </a:extLst>
          </a:blip>
          <a:srcRect l="-3846" t="-5897" r="-3846" b="-5897"/>
          <a:stretch>
            <a:fillRect/>
          </a:stretch>
        </p:blipFill>
        <p:spPr>
          <a:xfrm>
            <a:off x="838200" y="5595620"/>
            <a:ext cx="133350" cy="138430"/>
          </a:xfrm>
          <a:prstGeom prst="rect">
            <a:avLst/>
          </a:prstGeom>
        </p:spPr>
      </p:pic>
      <p:sp>
        <p:nvSpPr>
          <p:cNvPr id="56" name="文本框 55"/>
          <p:cNvSpPr txBox="1"/>
          <p:nvPr>
            <p:custDataLst>
              <p:tags r:id="rId83"/>
            </p:custDataLst>
          </p:nvPr>
        </p:nvSpPr>
        <p:spPr>
          <a:xfrm>
            <a:off x="1114425" y="5499735"/>
            <a:ext cx="3196533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</a:t>
            </a:r>
            <a:r>
              <a:rPr sz="1350" b="1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证明策略是否真正进入</a:t>
            </a:r>
            <a:r>
              <a:rPr lang="en-US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</a:t>
            </a:r>
            <a:r>
              <a:rPr lang="zh-CN" altLang="en-US"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执行路径</a:t>
            </a:r>
            <a:endParaRPr lang="zh-CN" altLang="en-US" sz="1350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7" name="任意多边形 56"/>
          <p:cNvSpPr/>
          <p:nvPr>
            <p:custDataLst>
              <p:tags r:id="rId84"/>
            </p:custDataLst>
          </p:nvPr>
        </p:nvSpPr>
        <p:spPr>
          <a:xfrm>
            <a:off x="4384040" y="55340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8" name="图片 57"/>
          <p:cNvPicPr>
            <a:picLocks noChangeAspect="1"/>
          </p:cNvPicPr>
          <p:nvPr>
            <p:custDataLst>
              <p:tags r:id="rId85"/>
            </p:custDataLst>
          </p:nvPr>
        </p:nvPicPr>
        <p:blipFill>
          <a:blip r:embed="rId86"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rcRect l="-7143" t="-1905" r="-7143" b="-1905"/>
          <a:stretch>
            <a:fillRect/>
          </a:stretch>
        </p:blipFill>
        <p:spPr>
          <a:xfrm>
            <a:off x="4441190" y="5595620"/>
            <a:ext cx="152400" cy="138430"/>
          </a:xfrm>
          <a:prstGeom prst="rect">
            <a:avLst/>
          </a:prstGeom>
        </p:spPr>
      </p:pic>
      <p:sp>
        <p:nvSpPr>
          <p:cNvPr id="59" name="文本框 58"/>
          <p:cNvSpPr txBox="1"/>
          <p:nvPr>
            <p:custDataLst>
              <p:tags r:id="rId88"/>
            </p:custDataLst>
          </p:nvPr>
        </p:nvSpPr>
        <p:spPr>
          <a:xfrm>
            <a:off x="4727524" y="5499735"/>
            <a:ext cx="2400452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</a:t>
            </a:r>
            <a:r>
              <a:rPr sz="1350" b="1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解释吞吐或延迟变化的来源</a:t>
            </a:r>
            <a:endParaRPr sz="1350" b="1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任意多边形 59"/>
          <p:cNvSpPr/>
          <p:nvPr>
            <p:custDataLst>
              <p:tags r:id="rId89"/>
            </p:custDataLst>
          </p:nvPr>
        </p:nvSpPr>
        <p:spPr>
          <a:xfrm>
            <a:off x="7997190" y="553402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1" name="图片 60"/>
          <p:cNvPicPr>
            <a:picLocks noChangeAspect="1"/>
          </p:cNvPicPr>
          <p:nvPr>
            <p:custDataLst>
              <p:tags r:id="rId90"/>
            </p:custDataLst>
          </p:nvPr>
        </p:nvPicPr>
        <p:blipFill>
          <a:blip r:embed="rId91">
            <a:extLst>
              <a:ext uri="{96DAC541-7B7A-43D3-8B79-37D633B846F1}">
                <asvg:svgBlip xmlns:asvg="http://schemas.microsoft.com/office/drawing/2016/SVG/main" r:embed="rId92"/>
              </a:ext>
            </a:extLst>
          </a:blip>
          <a:srcRect l="-3846" t="-5897" r="-3846" b="-5897"/>
          <a:stretch>
            <a:fillRect/>
          </a:stretch>
        </p:blipFill>
        <p:spPr>
          <a:xfrm>
            <a:off x="8063865" y="5595620"/>
            <a:ext cx="133350" cy="138430"/>
          </a:xfrm>
          <a:prstGeom prst="rect">
            <a:avLst/>
          </a:prstGeom>
        </p:spPr>
      </p:pic>
      <p:sp>
        <p:nvSpPr>
          <p:cNvPr id="62" name="文本框 61"/>
          <p:cNvSpPr txBox="1"/>
          <p:nvPr>
            <p:custDataLst>
              <p:tags r:id="rId93"/>
            </p:custDataLst>
          </p:nvPr>
        </p:nvSpPr>
        <p:spPr>
          <a:xfrm>
            <a:off x="8340699" y="5499735"/>
            <a:ext cx="2229003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</a:t>
            </a:r>
            <a:r>
              <a:rPr sz="1350" b="1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区分策略收益和策略开销</a:t>
            </a:r>
            <a:endParaRPr sz="1350" b="1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任意多边形 62"/>
          <p:cNvSpPr/>
          <p:nvPr>
            <p:custDataLst>
              <p:tags r:id="rId94"/>
            </p:custDataLst>
          </p:nvPr>
        </p:nvSpPr>
        <p:spPr>
          <a:xfrm>
            <a:off x="771525" y="60102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4" name="图片 63"/>
          <p:cNvPicPr>
            <a:picLocks noChangeAspect="1"/>
          </p:cNvPicPr>
          <p:nvPr>
            <p:custDataLst>
              <p:tags r:id="rId95"/>
            </p:custDataLst>
          </p:nvPr>
        </p:nvPicPr>
        <p:blipFill>
          <a:blip r:embed="rId96"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rcRect l="-2333" t="-16061" r="-2333" b="-16061"/>
          <a:stretch>
            <a:fillRect/>
          </a:stretch>
        </p:blipFill>
        <p:spPr>
          <a:xfrm>
            <a:off x="854710" y="6071870"/>
            <a:ext cx="99695" cy="138430"/>
          </a:xfrm>
          <a:prstGeom prst="rect">
            <a:avLst/>
          </a:prstGeom>
        </p:spPr>
      </p:pic>
      <p:sp>
        <p:nvSpPr>
          <p:cNvPr id="65" name="文本框 64"/>
          <p:cNvSpPr txBox="1"/>
          <p:nvPr>
            <p:custDataLst>
              <p:tags r:id="rId98"/>
            </p:custDataLst>
          </p:nvPr>
        </p:nvSpPr>
        <p:spPr>
          <a:xfrm>
            <a:off x="1114425" y="5975985"/>
            <a:ext cx="2057552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</a:t>
            </a:r>
            <a:r>
              <a:rPr sz="1350" b="1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判断普通场景是否无害</a:t>
            </a:r>
            <a:endParaRPr sz="1350" b="1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任意多边形 65"/>
          <p:cNvSpPr/>
          <p:nvPr>
            <p:custDataLst>
              <p:tags r:id="rId99"/>
            </p:custDataLst>
          </p:nvPr>
        </p:nvSpPr>
        <p:spPr>
          <a:xfrm>
            <a:off x="4384040" y="60102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67" name="图片 66"/>
          <p:cNvPicPr>
            <a:picLocks noChangeAspect="1"/>
          </p:cNvPicPr>
          <p:nvPr>
            <p:custDataLst>
              <p:tags r:id="rId100"/>
            </p:custDataLst>
          </p:nvPr>
        </p:nvPicPr>
        <p:blipFill>
          <a:blip r:embed="rId101">
            <a:extLst>
              <a:ext uri="{96DAC541-7B7A-43D3-8B79-37D633B846F1}">
                <asvg:svgBlip xmlns:asvg="http://schemas.microsoft.com/office/drawing/2016/SVG/main" r:embed="rId102"/>
              </a:ext>
            </a:extLst>
          </a:blip>
          <a:srcRect l="-3846" t="-16061" r="-3846" b="-16061"/>
          <a:stretch>
            <a:fillRect/>
          </a:stretch>
        </p:blipFill>
        <p:spPr>
          <a:xfrm>
            <a:off x="4450715" y="6071870"/>
            <a:ext cx="133350" cy="138430"/>
          </a:xfrm>
          <a:prstGeom prst="rect">
            <a:avLst/>
          </a:prstGeom>
        </p:spPr>
      </p:pic>
      <p:sp>
        <p:nvSpPr>
          <p:cNvPr id="68" name="文本框 67"/>
          <p:cNvSpPr txBox="1"/>
          <p:nvPr>
            <p:custDataLst>
              <p:tags r:id="rId103"/>
            </p:custDataLst>
          </p:nvPr>
        </p:nvSpPr>
        <p:spPr>
          <a:xfrm>
            <a:off x="4727524" y="5975985"/>
            <a:ext cx="337713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</a:t>
            </a:r>
            <a:r>
              <a:rPr lang="zh-CN" sz="1350" b="1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筛选出</a:t>
            </a:r>
            <a:r>
              <a:rPr lang="en-US" altLang="zh-CN" sz="1350" b="1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KVFabric</a:t>
            </a:r>
            <a:r>
              <a:rPr lang="zh-CN" altLang="en-US" sz="1350" b="1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真正有效的</a:t>
            </a:r>
            <a:r>
              <a:rPr lang="en-US" altLang="zh-CN" sz="1350" b="1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workload</a:t>
            </a:r>
            <a:endParaRPr lang="en-US" altLang="zh-CN" sz="1350" b="1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9" name="任意多边形 68"/>
          <p:cNvSpPr/>
          <p:nvPr>
            <p:custDataLst>
              <p:tags r:id="rId104"/>
            </p:custDataLst>
          </p:nvPr>
        </p:nvSpPr>
        <p:spPr>
          <a:xfrm>
            <a:off x="7997190" y="60102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E0E6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0" name="图片 69"/>
          <p:cNvPicPr>
            <a:picLocks noChangeAspect="1"/>
          </p:cNvPicPr>
          <p:nvPr>
            <p:custDataLst>
              <p:tags r:id="rId105"/>
            </p:custDataLst>
          </p:nvPr>
        </p:nvPicPr>
        <p:blipFill>
          <a:blip r:embed="rId106">
            <a:extLst>
              <a:ext uri="{96DAC541-7B7A-43D3-8B79-37D633B846F1}">
                <asvg:svgBlip xmlns:asvg="http://schemas.microsoft.com/office/drawing/2016/SVG/main" r:embed="rId107"/>
              </a:ext>
            </a:extLst>
          </a:blip>
          <a:srcRect l="-14286" t="-16061" r="-14286" b="-16061"/>
          <a:stretch>
            <a:fillRect/>
          </a:stretch>
        </p:blipFill>
        <p:spPr>
          <a:xfrm>
            <a:off x="8087995" y="6071870"/>
            <a:ext cx="85725" cy="138430"/>
          </a:xfrm>
          <a:prstGeom prst="rect">
            <a:avLst/>
          </a:prstGeom>
        </p:spPr>
      </p:pic>
      <p:sp>
        <p:nvSpPr>
          <p:cNvPr id="71" name="文本框 70"/>
          <p:cNvSpPr txBox="1"/>
          <p:nvPr>
            <p:custDataLst>
              <p:tags r:id="rId108"/>
            </p:custDataLst>
          </p:nvPr>
        </p:nvSpPr>
        <p:spPr>
          <a:xfrm>
            <a:off x="8340699" y="5975985"/>
            <a:ext cx="2743353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</a:t>
            </a:r>
            <a:r>
              <a:rPr sz="1350" b="1">
                <a:solidFill>
                  <a:srgbClr val="56607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支撑后续大模型长压测继续扩展</a:t>
            </a:r>
            <a:endParaRPr sz="1350" b="1">
              <a:solidFill>
                <a:srgbClr val="56607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140677" y="285920"/>
            <a:ext cx="1538696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fld id="{4FAB73BC-B049-4115-A692-8D63A059BFB8}" type="slidenum">
              <a:rPr lang="en-US" smtClean="0"/>
            </a:fld>
            <a:endParaRPr lang="en-US" dirty="0"/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4048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sz="24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</a:t>
            </a:r>
            <a:r>
              <a:rPr sz="240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主线</a:t>
            </a:r>
            <a:endParaRPr sz="240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762000" y="912495"/>
            <a:ext cx="38100" cy="228600"/>
          </a:xfrm>
          <a:custGeom>
            <a:avLst/>
            <a:gdLst>
              <a:gd name="sw" fmla="*/ 1 w 60"/>
              <a:gd name="sh" fmla="*/ 1 h 360"/>
              <a:gd name="mins" fmla="min sw sh"/>
              <a:gd name="dsw" fmla="+- 0 sw mins"/>
              <a:gd name="dsh" fmla="+- 0 sh mins"/>
              <a:gd name="p0x0" fmla="*/ 30 w 60"/>
              <a:gd name="p0y0" fmla="*/ 0 h 360"/>
              <a:gd name="p0x1" fmla="*/ 46 w 60"/>
              <a:gd name="p0y1" fmla="*/ 0 h 360"/>
              <a:gd name="p0x2" fmla="*/ 60 w 60"/>
              <a:gd name="p0y2" fmla="*/ 13 h 360"/>
              <a:gd name="p0x3" fmla="*/ 60 w 60"/>
              <a:gd name="p0y3" fmla="*/ 30 h 360"/>
              <a:gd name="p0x4" fmla="*/ 60 w 60"/>
              <a:gd name="p0y4" fmla="*/ 330 h 360"/>
              <a:gd name="p0x5" fmla="*/ 60 w 60"/>
              <a:gd name="p0y5" fmla="*/ 346 h 360"/>
              <a:gd name="p0x6" fmla="*/ 46 w 60"/>
              <a:gd name="p0y6" fmla="*/ 360 h 360"/>
              <a:gd name="p0x7" fmla="*/ 30 w 60"/>
              <a:gd name="p0y7" fmla="*/ 360 h 360"/>
              <a:gd name="p0x8" fmla="*/ 13 w 60"/>
              <a:gd name="p0y8" fmla="*/ 360 h 360"/>
              <a:gd name="p0x9" fmla="*/ 0 w 60"/>
              <a:gd name="p0y9" fmla="*/ 346 h 360"/>
              <a:gd name="p0x10" fmla="*/ 0 w 60"/>
              <a:gd name="p0y10" fmla="*/ 330 h 360"/>
              <a:gd name="p0x11" fmla="*/ 0 w 60"/>
              <a:gd name="p0y11" fmla="*/ 30 h 360"/>
              <a:gd name="p0x12" fmla="*/ 0 w 60"/>
              <a:gd name="p0y12" fmla="*/ 13 h 360"/>
              <a:gd name="p0x13" fmla="*/ 13 w 60"/>
              <a:gd name="p0y13" fmla="*/ 0 h 360"/>
              <a:gd name="p0x14" fmla="*/ 30 w 60"/>
              <a:gd name="p0y14" fmla="*/ 0 h 3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876300" y="939305"/>
            <a:ext cx="153263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50" b="1" spc="63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前期基础</a:t>
            </a:r>
            <a:r>
              <a:rPr lang="en-US" altLang="zh-CN" sz="1050" b="1" spc="63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· </a:t>
            </a:r>
            <a:r>
              <a:rPr lang="zh-CN" altLang="en-US" sz="1050" b="1" spc="63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步骤</a:t>
            </a:r>
            <a:r>
              <a:rPr lang="en-US" altLang="zh-CN" sz="1050" b="1" spc="63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1-4</a:t>
            </a:r>
            <a:endParaRPr lang="en-US" altLang="zh-CN" sz="1050" b="1" spc="63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1835785" y="155892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1879997" y="1623324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05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sz="105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1327623" y="1889547"/>
            <a:ext cx="1321375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92000"/>
              </a:lnSpc>
            </a:pPr>
            <a:r>
              <a:rPr lang="zh-CN" altLang="en-US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打通</a:t>
            </a:r>
            <a:r>
              <a:rPr lang="en-US" altLang="zh-CN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 baseline</a:t>
            </a:r>
            <a:endParaRPr lang="en-US" altLang="zh-CN"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1588218" y="2078599"/>
            <a:ext cx="800176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建立基准线</a:t>
            </a:r>
            <a:endParaRPr sz="105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3252788" y="1765751"/>
            <a:ext cx="419100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endParaRPr sz="1650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9"/>
            </p:custDataLst>
          </p:nvPr>
        </p:nvSpPr>
        <p:spPr>
          <a:xfrm>
            <a:off x="4573905" y="155892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4618434" y="1623324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05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sz="105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3993280" y="1889547"/>
            <a:ext cx="1466926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92000"/>
              </a:lnSpc>
            </a:pPr>
            <a:r>
              <a:rPr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补指标，不急着改策略</a:t>
            </a:r>
            <a:endParaRPr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4259980" y="2078599"/>
            <a:ext cx="933526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完善监控体系</a:t>
            </a:r>
            <a:endParaRPr sz="105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3"/>
            </p:custDataLst>
          </p:nvPr>
        </p:nvSpPr>
        <p:spPr>
          <a:xfrm>
            <a:off x="5991225" y="1765751"/>
            <a:ext cx="419100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endParaRPr sz="1650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4"/>
            </p:custDataLst>
          </p:nvPr>
        </p:nvSpPr>
        <p:spPr>
          <a:xfrm>
            <a:off x="7312660" y="155892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5"/>
            </p:custDataLst>
          </p:nvPr>
        </p:nvSpPr>
        <p:spPr>
          <a:xfrm>
            <a:off x="7356872" y="1623324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05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sz="105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6"/>
            </p:custDataLst>
          </p:nvPr>
        </p:nvSpPr>
        <p:spPr>
          <a:xfrm>
            <a:off x="6689227" y="1889547"/>
            <a:ext cx="1551984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92000"/>
              </a:lnSpc>
            </a:pPr>
            <a:r>
              <a:rPr lang="zh-CN" altLang="en-US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纯</a:t>
            </a:r>
            <a:r>
              <a:rPr lang="en-US" altLang="zh-CN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Python</a:t>
            </a:r>
            <a:r>
              <a:rPr lang="zh-CN" altLang="en-US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验证</a:t>
            </a:r>
            <a:r>
              <a:rPr lang="en-US" altLang="zh-CN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KVFabric</a:t>
            </a:r>
            <a:endParaRPr lang="en-US" altLang="zh-CN"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17"/>
            </p:custDataLst>
          </p:nvPr>
        </p:nvSpPr>
        <p:spPr>
          <a:xfrm>
            <a:off x="6998418" y="2078599"/>
            <a:ext cx="933526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最小闭环验证</a:t>
            </a:r>
            <a:endParaRPr sz="105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8"/>
            </p:custDataLst>
          </p:nvPr>
        </p:nvSpPr>
        <p:spPr>
          <a:xfrm>
            <a:off x="8729663" y="1765751"/>
            <a:ext cx="419100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endParaRPr sz="1650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19"/>
            </p:custDataLst>
          </p:nvPr>
        </p:nvSpPr>
        <p:spPr>
          <a:xfrm>
            <a:off x="10050780" y="155892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  <a:effectLst>
            <a:outerShdw blurRad="400050" algn="ctr" rotWithShape="0">
              <a:srgbClr val="3C99FF">
                <a:alpha val="1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0"/>
            </p:custDataLst>
          </p:nvPr>
        </p:nvSpPr>
        <p:spPr>
          <a:xfrm>
            <a:off x="10095309" y="1623324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1"/>
            </p:custDataLst>
          </p:nvPr>
        </p:nvSpPr>
        <p:spPr>
          <a:xfrm>
            <a:off x="9693993" y="1889547"/>
            <a:ext cx="1019251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92000"/>
              </a:lnSpc>
            </a:pPr>
            <a:r>
              <a:rPr lang="zh-CN" altLang="en-US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接入真实</a:t>
            </a:r>
            <a:r>
              <a:rPr lang="en-US" altLang="zh-CN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vLLM</a:t>
            </a:r>
            <a:endParaRPr lang="en-US" altLang="zh-CN"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2"/>
            </p:custDataLst>
          </p:nvPr>
        </p:nvSpPr>
        <p:spPr>
          <a:xfrm>
            <a:off x="9678000" y="2078599"/>
            <a:ext cx="1051246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插</a:t>
            </a:r>
            <a:r>
              <a:rPr lang="en-US" altLang="zh-CN"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lifecycle</a:t>
            </a:r>
            <a:r>
              <a:rPr lang="zh-CN" altLang="en-US"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探针</a:t>
            </a:r>
            <a:endParaRPr lang="zh-CN" altLang="en-US" sz="105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23"/>
            </p:custDataLst>
          </p:nvPr>
        </p:nvSpPr>
        <p:spPr>
          <a:xfrm>
            <a:off x="762000" y="2670175"/>
            <a:ext cx="38100" cy="228600"/>
          </a:xfrm>
          <a:custGeom>
            <a:avLst/>
            <a:gdLst>
              <a:gd name="sw" fmla="*/ 1 w 60"/>
              <a:gd name="sh" fmla="*/ 1 h 360"/>
              <a:gd name="mins" fmla="min sw sh"/>
              <a:gd name="dsw" fmla="+- 0 sw mins"/>
              <a:gd name="dsh" fmla="+- 0 sh mins"/>
              <a:gd name="p0x0" fmla="*/ 30 w 60"/>
              <a:gd name="p0y0" fmla="*/ 0 h 360"/>
              <a:gd name="p0x1" fmla="*/ 46 w 60"/>
              <a:gd name="p0y1" fmla="*/ 0 h 360"/>
              <a:gd name="p0x2" fmla="*/ 60 w 60"/>
              <a:gd name="p0y2" fmla="*/ 13 h 360"/>
              <a:gd name="p0x3" fmla="*/ 60 w 60"/>
              <a:gd name="p0y3" fmla="*/ 30 h 360"/>
              <a:gd name="p0x4" fmla="*/ 60 w 60"/>
              <a:gd name="p0y4" fmla="*/ 330 h 360"/>
              <a:gd name="p0x5" fmla="*/ 60 w 60"/>
              <a:gd name="p0y5" fmla="*/ 346 h 360"/>
              <a:gd name="p0x6" fmla="*/ 46 w 60"/>
              <a:gd name="p0y6" fmla="*/ 360 h 360"/>
              <a:gd name="p0x7" fmla="*/ 30 w 60"/>
              <a:gd name="p0y7" fmla="*/ 360 h 360"/>
              <a:gd name="p0x8" fmla="*/ 13 w 60"/>
              <a:gd name="p0y8" fmla="*/ 360 h 360"/>
              <a:gd name="p0x9" fmla="*/ 0 w 60"/>
              <a:gd name="p0y9" fmla="*/ 346 h 360"/>
              <a:gd name="p0x10" fmla="*/ 0 w 60"/>
              <a:gd name="p0y10" fmla="*/ 330 h 360"/>
              <a:gd name="p0x11" fmla="*/ 0 w 60"/>
              <a:gd name="p0y11" fmla="*/ 30 h 360"/>
              <a:gd name="p0x12" fmla="*/ 0 w 60"/>
              <a:gd name="p0y12" fmla="*/ 13 h 360"/>
              <a:gd name="p0x13" fmla="*/ 13 w 60"/>
              <a:gd name="p0y13" fmla="*/ 0 h 360"/>
              <a:gd name="p0x14" fmla="*/ 30 w 60"/>
              <a:gd name="p0y14" fmla="*/ 0 h 3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3758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24"/>
            </p:custDataLst>
          </p:nvPr>
        </p:nvSpPr>
        <p:spPr>
          <a:xfrm>
            <a:off x="876300" y="2696962"/>
            <a:ext cx="1623860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50" b="1" spc="63">
                <a:solidFill>
                  <a:srgbClr val="3758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策略迭代</a:t>
            </a:r>
            <a:r>
              <a:rPr lang="en-US" altLang="zh-CN" sz="1050" b="1" spc="63">
                <a:solidFill>
                  <a:srgbClr val="3758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· </a:t>
            </a:r>
            <a:r>
              <a:rPr lang="zh-CN" altLang="en-US" sz="1050" b="1" spc="63">
                <a:solidFill>
                  <a:srgbClr val="3758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步骤</a:t>
            </a:r>
            <a:r>
              <a:rPr lang="en-US" altLang="zh-CN" sz="1050" b="1" spc="63">
                <a:solidFill>
                  <a:srgbClr val="3758F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5-11</a:t>
            </a:r>
            <a:endParaRPr lang="en-US" altLang="zh-CN" sz="1050" b="1" spc="63">
              <a:solidFill>
                <a:srgbClr val="3758F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25"/>
            </p:custDataLst>
          </p:nvPr>
        </p:nvSpPr>
        <p:spPr>
          <a:xfrm>
            <a:off x="1249045" y="331660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6"/>
            </p:custDataLst>
          </p:nvPr>
        </p:nvSpPr>
        <p:spPr>
          <a:xfrm>
            <a:off x="1293171" y="3380981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05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sz="105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27"/>
            </p:custDataLst>
          </p:nvPr>
        </p:nvSpPr>
        <p:spPr>
          <a:xfrm>
            <a:off x="920648" y="3647205"/>
            <a:ext cx="961730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92000"/>
              </a:lnSpc>
            </a:pPr>
            <a:r>
              <a:rPr lang="zh-CN" altLang="en-US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封装</a:t>
            </a:r>
            <a:r>
              <a:rPr lang="en-US" altLang="zh-CN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KV block</a:t>
            </a:r>
            <a:endParaRPr lang="en-US" altLang="zh-CN"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28"/>
            </p:custDataLst>
          </p:nvPr>
        </p:nvSpPr>
        <p:spPr>
          <a:xfrm>
            <a:off x="759695" y="3836257"/>
            <a:ext cx="1283646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OS-style resource</a:t>
            </a:r>
            <a:endParaRPr sz="105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29"/>
            </p:custDataLst>
          </p:nvPr>
        </p:nvSpPr>
        <p:spPr>
          <a:xfrm>
            <a:off x="2079203" y="3523409"/>
            <a:ext cx="419100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endParaRPr sz="1650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30"/>
            </p:custDataLst>
          </p:nvPr>
        </p:nvSpPr>
        <p:spPr>
          <a:xfrm>
            <a:off x="2813685" y="331660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1"/>
            </p:custDataLst>
          </p:nvPr>
        </p:nvSpPr>
        <p:spPr>
          <a:xfrm>
            <a:off x="2858024" y="3380981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05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sz="105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2"/>
            </p:custDataLst>
          </p:nvPr>
        </p:nvSpPr>
        <p:spPr>
          <a:xfrm>
            <a:off x="2385794" y="3647205"/>
            <a:ext cx="1161155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92000"/>
              </a:lnSpc>
            </a:pPr>
            <a:r>
              <a:rPr lang="zh-CN" altLang="en-US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加</a:t>
            </a:r>
            <a:r>
              <a:rPr lang="en-US" altLang="zh-CN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shared-aware</a:t>
            </a:r>
            <a:endParaRPr lang="en-US" altLang="zh-CN"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33"/>
            </p:custDataLst>
          </p:nvPr>
        </p:nvSpPr>
        <p:spPr>
          <a:xfrm>
            <a:off x="2566321" y="3836257"/>
            <a:ext cx="800176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发现负优化</a:t>
            </a:r>
            <a:endParaRPr sz="105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文本框 37"/>
          <p:cNvSpPr txBox="1"/>
          <p:nvPr>
            <p:custDataLst>
              <p:tags r:id="rId34"/>
            </p:custDataLst>
          </p:nvPr>
        </p:nvSpPr>
        <p:spPr>
          <a:xfrm>
            <a:off x="3644055" y="3523409"/>
            <a:ext cx="419100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endParaRPr sz="1650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35"/>
            </p:custDataLst>
          </p:nvPr>
        </p:nvSpPr>
        <p:spPr>
          <a:xfrm>
            <a:off x="4378325" y="331660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36"/>
            </p:custDataLst>
          </p:nvPr>
        </p:nvSpPr>
        <p:spPr>
          <a:xfrm>
            <a:off x="4422877" y="3380981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05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sz="105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37"/>
            </p:custDataLst>
          </p:nvPr>
        </p:nvSpPr>
        <p:spPr>
          <a:xfrm>
            <a:off x="4115467" y="3647205"/>
            <a:ext cx="831580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92000"/>
              </a:lnSpc>
            </a:pPr>
            <a:r>
              <a:rPr lang="zh-CN" altLang="en-US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加</a:t>
            </a:r>
            <a:r>
              <a:rPr lang="en-US" altLang="zh-CN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fast path</a:t>
            </a:r>
            <a:endParaRPr lang="en-US" altLang="zh-CN"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38"/>
            </p:custDataLst>
          </p:nvPr>
        </p:nvSpPr>
        <p:spPr>
          <a:xfrm>
            <a:off x="3997823" y="3836257"/>
            <a:ext cx="1066876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解决无压力开销</a:t>
            </a:r>
            <a:endParaRPr sz="105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39"/>
            </p:custDataLst>
          </p:nvPr>
        </p:nvSpPr>
        <p:spPr>
          <a:xfrm>
            <a:off x="5208908" y="3523409"/>
            <a:ext cx="419100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endParaRPr sz="1650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40"/>
            </p:custDataLst>
          </p:nvPr>
        </p:nvSpPr>
        <p:spPr>
          <a:xfrm>
            <a:off x="5943600" y="324294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  <a:effectLst>
            <a:outerShdw blurRad="400050" algn="ctr" rotWithShape="0">
              <a:srgbClr val="3C99FF">
                <a:alpha val="1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>
            <p:custDataLst>
              <p:tags r:id="rId41"/>
            </p:custDataLst>
          </p:nvPr>
        </p:nvSpPr>
        <p:spPr>
          <a:xfrm>
            <a:off x="5987729" y="3307677"/>
            <a:ext cx="216617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42"/>
            </p:custDataLst>
          </p:nvPr>
        </p:nvSpPr>
        <p:spPr>
          <a:xfrm>
            <a:off x="5686196" y="3573901"/>
            <a:ext cx="819750" cy="30954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92000"/>
              </a:lnSpc>
            </a:pPr>
            <a:r>
              <a:rPr lang="zh-CN" altLang="en-US" sz="1050" b="1" spc="-24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构造</a:t>
            </a:r>
            <a:r>
              <a:rPr lang="en-US" altLang="zh-CN" sz="1050" b="1" spc="-24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pressure workload</a:t>
            </a:r>
            <a:endParaRPr lang="en-US" altLang="zh-CN" sz="1050" b="1" spc="-24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43"/>
            </p:custDataLst>
          </p:nvPr>
        </p:nvSpPr>
        <p:spPr>
          <a:xfrm>
            <a:off x="5629351" y="3909628"/>
            <a:ext cx="933526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暴露真实问题</a:t>
            </a:r>
            <a:endParaRPr sz="105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44"/>
            </p:custDataLst>
          </p:nvPr>
        </p:nvSpPr>
        <p:spPr>
          <a:xfrm>
            <a:off x="6773761" y="3523409"/>
            <a:ext cx="419100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endParaRPr sz="1650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任意多边形 48"/>
          <p:cNvSpPr/>
          <p:nvPr>
            <p:custDataLst>
              <p:tags r:id="rId45"/>
            </p:custDataLst>
          </p:nvPr>
        </p:nvSpPr>
        <p:spPr>
          <a:xfrm>
            <a:off x="7508240" y="331660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>
            <p:custDataLst>
              <p:tags r:id="rId46"/>
            </p:custDataLst>
          </p:nvPr>
        </p:nvSpPr>
        <p:spPr>
          <a:xfrm>
            <a:off x="7552582" y="3380981"/>
            <a:ext cx="216617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05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endParaRPr sz="105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47"/>
            </p:custDataLst>
          </p:nvPr>
        </p:nvSpPr>
        <p:spPr>
          <a:xfrm>
            <a:off x="7151484" y="3647205"/>
            <a:ext cx="1018956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92000"/>
              </a:lnSpc>
            </a:pPr>
            <a:r>
              <a:rPr lang="zh-CN" altLang="en-US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修</a:t>
            </a:r>
            <a:r>
              <a:rPr lang="en-US" altLang="zh-CN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retain score</a:t>
            </a:r>
            <a:endParaRPr lang="en-US" altLang="zh-CN"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48"/>
            </p:custDataLst>
          </p:nvPr>
        </p:nvSpPr>
        <p:spPr>
          <a:xfrm>
            <a:off x="7012705" y="3836257"/>
            <a:ext cx="1296438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引入</a:t>
            </a:r>
            <a:r>
              <a:rPr lang="en-US" altLang="zh-CN"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family-protect</a:t>
            </a:r>
            <a:endParaRPr lang="en-US" altLang="zh-CN" sz="105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49"/>
            </p:custDataLst>
          </p:nvPr>
        </p:nvSpPr>
        <p:spPr>
          <a:xfrm>
            <a:off x="8338614" y="3523409"/>
            <a:ext cx="419100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endParaRPr sz="1650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任意多边形 53"/>
          <p:cNvSpPr/>
          <p:nvPr>
            <p:custDataLst>
              <p:tags r:id="rId50"/>
            </p:custDataLst>
          </p:nvPr>
        </p:nvSpPr>
        <p:spPr>
          <a:xfrm>
            <a:off x="9072880" y="324294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  <a:effectLst>
            <a:outerShdw blurRad="400050" algn="ctr" rotWithShape="0">
              <a:srgbClr val="3C99FF">
                <a:alpha val="1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>
            <p:custDataLst>
              <p:tags r:id="rId51"/>
            </p:custDataLst>
          </p:nvPr>
        </p:nvSpPr>
        <p:spPr>
          <a:xfrm>
            <a:off x="9075839" y="3307677"/>
            <a:ext cx="2998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52"/>
            </p:custDataLst>
          </p:nvPr>
        </p:nvSpPr>
        <p:spPr>
          <a:xfrm>
            <a:off x="8665664" y="3573901"/>
            <a:ext cx="1120302" cy="30954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92000"/>
              </a:lnSpc>
            </a:pPr>
            <a:r>
              <a:rPr lang="zh-CN" altLang="en-US" sz="1050" b="1" spc="-4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加</a:t>
            </a:r>
            <a:r>
              <a:rPr lang="en-US" altLang="zh-CN" sz="1050" b="1" spc="-40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request/length-aware</a:t>
            </a:r>
            <a:endParaRPr lang="en-US" altLang="zh-CN" sz="1050" b="1" spc="-40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53"/>
            </p:custDataLst>
          </p:nvPr>
        </p:nvSpPr>
        <p:spPr>
          <a:xfrm>
            <a:off x="8705250" y="3909628"/>
            <a:ext cx="1041130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en-US"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admission</a:t>
            </a:r>
            <a:r>
              <a:rPr lang="zh-CN"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控制</a:t>
            </a:r>
            <a:endParaRPr lang="zh-CN" sz="105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54"/>
            </p:custDataLst>
          </p:nvPr>
        </p:nvSpPr>
        <p:spPr>
          <a:xfrm>
            <a:off x="9903466" y="3523409"/>
            <a:ext cx="419100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endParaRPr sz="1650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任意多边形 58"/>
          <p:cNvSpPr/>
          <p:nvPr>
            <p:custDataLst>
              <p:tags r:id="rId55"/>
            </p:custDataLst>
          </p:nvPr>
        </p:nvSpPr>
        <p:spPr>
          <a:xfrm>
            <a:off x="10638155" y="331660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文本框 59"/>
          <p:cNvSpPr txBox="1"/>
          <p:nvPr>
            <p:custDataLst>
              <p:tags r:id="rId56"/>
            </p:custDataLst>
          </p:nvPr>
        </p:nvSpPr>
        <p:spPr>
          <a:xfrm>
            <a:off x="10640692" y="3380981"/>
            <a:ext cx="2998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05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sz="105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57"/>
            </p:custDataLst>
          </p:nvPr>
        </p:nvSpPr>
        <p:spPr>
          <a:xfrm>
            <a:off x="10207523" y="3647205"/>
            <a:ext cx="1166222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92000"/>
              </a:lnSpc>
            </a:pPr>
            <a:r>
              <a:rPr lang="zh-CN" altLang="en-US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接回</a:t>
            </a:r>
            <a:r>
              <a:rPr lang="en-US" altLang="zh-CN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Prometheus</a:t>
            </a:r>
            <a:endParaRPr lang="en-US" altLang="zh-CN"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2" name="文本框 61"/>
          <p:cNvSpPr txBox="1"/>
          <p:nvPr>
            <p:custDataLst>
              <p:tags r:id="rId58"/>
            </p:custDataLst>
          </p:nvPr>
        </p:nvSpPr>
        <p:spPr>
          <a:xfrm>
            <a:off x="10332986" y="3836257"/>
            <a:ext cx="915372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en-US"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A-B</a:t>
            </a:r>
            <a:r>
              <a:rPr lang="zh-CN"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指标验证</a:t>
            </a:r>
            <a:endParaRPr lang="zh-CN" sz="105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3" name="任意多边形 62"/>
          <p:cNvSpPr/>
          <p:nvPr>
            <p:custDataLst>
              <p:tags r:id="rId59"/>
            </p:custDataLst>
          </p:nvPr>
        </p:nvSpPr>
        <p:spPr>
          <a:xfrm>
            <a:off x="762000" y="4427855"/>
            <a:ext cx="38100" cy="228600"/>
          </a:xfrm>
          <a:custGeom>
            <a:avLst/>
            <a:gdLst>
              <a:gd name="sw" fmla="*/ 1 w 60"/>
              <a:gd name="sh" fmla="*/ 1 h 360"/>
              <a:gd name="mins" fmla="min sw sh"/>
              <a:gd name="dsw" fmla="+- 0 sw mins"/>
              <a:gd name="dsh" fmla="+- 0 sh mins"/>
              <a:gd name="p0x0" fmla="*/ 30 w 60"/>
              <a:gd name="p0y0" fmla="*/ 0 h 360"/>
              <a:gd name="p0x1" fmla="*/ 46 w 60"/>
              <a:gd name="p0y1" fmla="*/ 0 h 360"/>
              <a:gd name="p0x2" fmla="*/ 60 w 60"/>
              <a:gd name="p0y2" fmla="*/ 13 h 360"/>
              <a:gd name="p0x3" fmla="*/ 60 w 60"/>
              <a:gd name="p0y3" fmla="*/ 30 h 360"/>
              <a:gd name="p0x4" fmla="*/ 60 w 60"/>
              <a:gd name="p0y4" fmla="*/ 330 h 360"/>
              <a:gd name="p0x5" fmla="*/ 60 w 60"/>
              <a:gd name="p0y5" fmla="*/ 346 h 360"/>
              <a:gd name="p0x6" fmla="*/ 46 w 60"/>
              <a:gd name="p0y6" fmla="*/ 360 h 360"/>
              <a:gd name="p0x7" fmla="*/ 30 w 60"/>
              <a:gd name="p0y7" fmla="*/ 360 h 360"/>
              <a:gd name="p0x8" fmla="*/ 13 w 60"/>
              <a:gd name="p0y8" fmla="*/ 360 h 360"/>
              <a:gd name="p0x9" fmla="*/ 0 w 60"/>
              <a:gd name="p0y9" fmla="*/ 346 h 360"/>
              <a:gd name="p0x10" fmla="*/ 0 w 60"/>
              <a:gd name="p0y10" fmla="*/ 330 h 360"/>
              <a:gd name="p0x11" fmla="*/ 0 w 60"/>
              <a:gd name="p0y11" fmla="*/ 30 h 360"/>
              <a:gd name="p0x12" fmla="*/ 0 w 60"/>
              <a:gd name="p0y12" fmla="*/ 13 h 360"/>
              <a:gd name="p0x13" fmla="*/ 13 w 60"/>
              <a:gd name="p0y13" fmla="*/ 0 h 360"/>
              <a:gd name="p0x14" fmla="*/ 30 w 60"/>
              <a:gd name="p0y14" fmla="*/ 0 h 3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lnTo>
                  <a:pt x="p0x4" y="p0y4"/>
                </a:lnTo>
                <a:cubicBezTo>
                  <a:pt x="p0x5" y="p0y5"/>
                  <a:pt x="p0x6" y="p0y6"/>
                  <a:pt x="p0x7" y="p0y7"/>
                </a:cubicBezTo>
                <a:cubicBezTo>
                  <a:pt x="p0x8" y="p0y8"/>
                  <a:pt x="p0x9" y="p0y9"/>
                  <a:pt x="p0x10" y="p0y10"/>
                </a:cubicBezTo>
                <a:lnTo>
                  <a:pt x="p0x11" y="p0y11"/>
                </a:ln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6542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4" name="文本框 63"/>
          <p:cNvSpPr txBox="1"/>
          <p:nvPr>
            <p:custDataLst>
              <p:tags r:id="rId60"/>
            </p:custDataLst>
          </p:nvPr>
        </p:nvSpPr>
        <p:spPr>
          <a:xfrm>
            <a:off x="876300" y="4454630"/>
            <a:ext cx="1715024" cy="176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050" b="1" spc="63">
                <a:solidFill>
                  <a:srgbClr val="6542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验证交接</a:t>
            </a:r>
            <a:r>
              <a:rPr lang="en-US" altLang="zh-CN" sz="1050" b="1" spc="63">
                <a:solidFill>
                  <a:srgbClr val="6542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· </a:t>
            </a:r>
            <a:r>
              <a:rPr lang="zh-CN" altLang="en-US" sz="1050" b="1" spc="63">
                <a:solidFill>
                  <a:srgbClr val="6542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步骤</a:t>
            </a:r>
            <a:r>
              <a:rPr lang="en-US" altLang="zh-CN" sz="1050" b="1" spc="63">
                <a:solidFill>
                  <a:srgbClr val="6542F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12-14</a:t>
            </a:r>
            <a:endParaRPr lang="en-US" altLang="zh-CN" sz="1050" b="1" spc="63">
              <a:solidFill>
                <a:srgbClr val="6542F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5" name="任意多边形 64"/>
          <p:cNvSpPr/>
          <p:nvPr>
            <p:custDataLst>
              <p:tags r:id="rId61"/>
            </p:custDataLst>
          </p:nvPr>
        </p:nvSpPr>
        <p:spPr>
          <a:xfrm>
            <a:off x="2291715" y="507428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文本框 65"/>
          <p:cNvSpPr txBox="1"/>
          <p:nvPr>
            <p:custDataLst>
              <p:tags r:id="rId62"/>
            </p:custDataLst>
          </p:nvPr>
        </p:nvSpPr>
        <p:spPr>
          <a:xfrm>
            <a:off x="2294782" y="5138649"/>
            <a:ext cx="2998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05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endParaRPr sz="105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>
            <p:custDataLst>
              <p:tags r:id="rId63"/>
            </p:custDataLst>
          </p:nvPr>
        </p:nvSpPr>
        <p:spPr>
          <a:xfrm>
            <a:off x="1394889" y="5404872"/>
            <a:ext cx="2099672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92000"/>
              </a:lnSpc>
            </a:pPr>
            <a:r>
              <a:rPr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phased/ambiguous/template</a:t>
            </a:r>
            <a:endParaRPr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文本框 67"/>
          <p:cNvSpPr txBox="1"/>
          <p:nvPr>
            <p:custDataLst>
              <p:tags r:id="rId64"/>
            </p:custDataLst>
          </p:nvPr>
        </p:nvSpPr>
        <p:spPr>
          <a:xfrm>
            <a:off x="1820761" y="5593924"/>
            <a:ext cx="1247927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en-US"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workload</a:t>
            </a:r>
            <a:r>
              <a:rPr lang="zh-CN"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版本迭代</a:t>
            </a:r>
            <a:endParaRPr lang="zh-CN" sz="105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9" name="文本框 68"/>
          <p:cNvSpPr txBox="1"/>
          <p:nvPr>
            <p:custDataLst>
              <p:tags r:id="rId65"/>
            </p:custDataLst>
          </p:nvPr>
        </p:nvSpPr>
        <p:spPr>
          <a:xfrm>
            <a:off x="4165626" y="5281076"/>
            <a:ext cx="419100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endParaRPr sz="1650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任意多边形 69"/>
          <p:cNvSpPr/>
          <p:nvPr>
            <p:custDataLst>
              <p:tags r:id="rId66"/>
            </p:custDataLst>
          </p:nvPr>
        </p:nvSpPr>
        <p:spPr>
          <a:xfrm>
            <a:off x="5943600" y="507428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DCEBF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1" name="文本框 70"/>
          <p:cNvSpPr txBox="1"/>
          <p:nvPr>
            <p:custDataLst>
              <p:tags r:id="rId67"/>
            </p:custDataLst>
          </p:nvPr>
        </p:nvSpPr>
        <p:spPr>
          <a:xfrm>
            <a:off x="5946058" y="5138649"/>
            <a:ext cx="2998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050" b="1">
                <a:solidFill>
                  <a:srgbClr val="00448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13</a:t>
            </a:r>
            <a:endParaRPr sz="1050" b="1">
              <a:solidFill>
                <a:srgbClr val="00448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68"/>
            </p:custDataLst>
          </p:nvPr>
        </p:nvSpPr>
        <p:spPr>
          <a:xfrm>
            <a:off x="5562600" y="5404872"/>
            <a:ext cx="1066876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92000"/>
              </a:lnSpc>
            </a:pPr>
            <a:r>
              <a:rPr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总结场景有效性</a:t>
            </a:r>
            <a:endParaRPr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文本框 72"/>
          <p:cNvSpPr txBox="1"/>
          <p:nvPr>
            <p:custDataLst>
              <p:tags r:id="rId69"/>
            </p:custDataLst>
          </p:nvPr>
        </p:nvSpPr>
        <p:spPr>
          <a:xfrm>
            <a:off x="5429250" y="5593924"/>
            <a:ext cx="1333576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普通无害</a:t>
            </a:r>
            <a:r>
              <a:rPr lang="en-US" altLang="zh-CN"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·</a:t>
            </a:r>
            <a:r>
              <a:rPr lang="zh-CN" altLang="en-US"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模板有效</a:t>
            </a:r>
            <a:endParaRPr lang="zh-CN" altLang="en-US" sz="105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4" name="文本框 73"/>
          <p:cNvSpPr txBox="1"/>
          <p:nvPr>
            <p:custDataLst>
              <p:tags r:id="rId70"/>
            </p:custDataLst>
          </p:nvPr>
        </p:nvSpPr>
        <p:spPr>
          <a:xfrm>
            <a:off x="7816901" y="5281076"/>
            <a:ext cx="419100" cy="280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650">
                <a:solidFill>
                  <a:srgbClr val="0272E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→</a:t>
            </a:r>
            <a:endParaRPr sz="1650">
              <a:solidFill>
                <a:srgbClr val="0272E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任意多边形 74"/>
          <p:cNvSpPr/>
          <p:nvPr>
            <p:custDataLst>
              <p:tags r:id="rId71"/>
            </p:custDataLst>
          </p:nvPr>
        </p:nvSpPr>
        <p:spPr>
          <a:xfrm>
            <a:off x="9594850" y="5074285"/>
            <a:ext cx="304800" cy="304800"/>
          </a:xfrm>
          <a:custGeom>
            <a:avLst/>
            <a:gdLst>
              <a:gd name="sw" fmla="*/ 1 w 480"/>
              <a:gd name="sh" fmla="*/ 1 h 480"/>
              <a:gd name="mins" fmla="min sw sh"/>
              <a:gd name="dsw" fmla="+- 0 sw mins"/>
              <a:gd name="dsh" fmla="+- 0 sh mins"/>
              <a:gd name="p0x0" fmla="*/ 240 w 480"/>
              <a:gd name="p0y0" fmla="*/ 0 h 480"/>
              <a:gd name="p0x1" fmla="*/ 372 w 480"/>
              <a:gd name="p0y1" fmla="*/ 0 h 480"/>
              <a:gd name="p0x2" fmla="*/ 480 w 480"/>
              <a:gd name="p0y2" fmla="*/ 107 h 480"/>
              <a:gd name="p0x3" fmla="*/ 480 w 480"/>
              <a:gd name="p0y3" fmla="*/ 240 h 480"/>
              <a:gd name="p0x4" fmla="*/ 480 w 480"/>
              <a:gd name="p0y4" fmla="*/ 372 h 480"/>
              <a:gd name="p0x5" fmla="*/ 372 w 480"/>
              <a:gd name="p0y5" fmla="*/ 480 h 480"/>
              <a:gd name="p0x6" fmla="*/ 240 w 480"/>
              <a:gd name="p0y6" fmla="*/ 480 h 480"/>
              <a:gd name="p0x7" fmla="*/ 107 w 480"/>
              <a:gd name="p0y7" fmla="*/ 480 h 480"/>
              <a:gd name="p0x8" fmla="*/ 0 w 480"/>
              <a:gd name="p0y8" fmla="*/ 372 h 480"/>
              <a:gd name="p0x9" fmla="*/ 0 w 480"/>
              <a:gd name="p0y9" fmla="*/ 240 h 480"/>
              <a:gd name="p0x10" fmla="*/ 0 w 480"/>
              <a:gd name="p0y10" fmla="*/ 107 h 480"/>
              <a:gd name="p0x11" fmla="*/ 107 w 480"/>
              <a:gd name="p0y11" fmla="*/ 0 h 480"/>
              <a:gd name="p0x12" fmla="*/ 240 w 480"/>
              <a:gd name="p0y12" fmla="*/ 0 h 48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0272EC"/>
          </a:solidFill>
          <a:ln>
            <a:noFill/>
          </a:ln>
          <a:effectLst>
            <a:outerShdw blurRad="400050" algn="ctr" rotWithShape="0">
              <a:srgbClr val="3C99FF">
                <a:alpha val="16078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文本框 75"/>
          <p:cNvSpPr txBox="1"/>
          <p:nvPr>
            <p:custDataLst>
              <p:tags r:id="rId72"/>
            </p:custDataLst>
          </p:nvPr>
        </p:nvSpPr>
        <p:spPr>
          <a:xfrm>
            <a:off x="9597333" y="5138649"/>
            <a:ext cx="2998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ctr"/>
            <a:r>
              <a:rPr sz="10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</a:t>
            </a:r>
            <a:endParaRPr sz="10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文本框 76"/>
          <p:cNvSpPr txBox="1"/>
          <p:nvPr>
            <p:custDataLst>
              <p:tags r:id="rId73"/>
            </p:custDataLst>
          </p:nvPr>
        </p:nvSpPr>
        <p:spPr>
          <a:xfrm>
            <a:off x="9127931" y="5404872"/>
            <a:ext cx="1238698" cy="16287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92000"/>
              </a:lnSpc>
            </a:pPr>
            <a:r>
              <a:rPr lang="zh-CN" altLang="en-US" sz="1050" b="1">
                <a:solidFill>
                  <a:srgbClr val="2929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交接长测</a:t>
            </a:r>
            <a:endParaRPr lang="zh-CN" altLang="en-US" sz="1050" b="1">
              <a:solidFill>
                <a:srgbClr val="29292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8" name="文本框 77"/>
          <p:cNvSpPr txBox="1"/>
          <p:nvPr>
            <p:custDataLst>
              <p:tags r:id="rId74"/>
            </p:custDataLst>
          </p:nvPr>
        </p:nvSpPr>
        <p:spPr>
          <a:xfrm>
            <a:off x="9280551" y="5593924"/>
            <a:ext cx="933526" cy="1828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1050">
                <a:solidFill>
                  <a:srgbClr val="A8A8A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生产环境验证</a:t>
            </a:r>
            <a:endParaRPr sz="1050">
              <a:solidFill>
                <a:srgbClr val="A8A8A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3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4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5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8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9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30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3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3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34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35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36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7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8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39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40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41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2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3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44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45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46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47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4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9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6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9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70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7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7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7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74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7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7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7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7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79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80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81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8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8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8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8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8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8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8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8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9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9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9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9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9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9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9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9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9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9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00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10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0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0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0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05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10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0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0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0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10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11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1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1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1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15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11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1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1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1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20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121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22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23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24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125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126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x"/>
  <p:tag name="KSO_WM_UNIT_INDEX" val="13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x"/>
  <p:tag name="KSO_WM_UNIT_INDEX" val="14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x"/>
  <p:tag name="KSO_WM_UNIT_INDEX" val="15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x"/>
  <p:tag name="KSO_WM_UNIT_INDEX" val="16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i"/>
  <p:tag name="KSO_WM_UNIT_INDEX" val="70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x"/>
  <p:tag name="KSO_WM_UNIT_INDEX" val="17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i"/>
  <p:tag name="KSO_WM_UNIT_INDEX" val="72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i"/>
  <p:tag name="KSO_WM_UNIT_INDEX" val="74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x"/>
  <p:tag name="KSO_WM_UNIT_INDEX" val="18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f"/>
  <p:tag name="KSO_WM_UNIT_INDEX" val="35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f"/>
  <p:tag name="KSO_WM_UNIT_INDEX" val="36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i"/>
  <p:tag name="KSO_WM_UNIT_INDEX" val="76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i"/>
  <p:tag name="KSO_WM_UNIT_INDEX" val="78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x"/>
  <p:tag name="KSO_WM_UNIT_INDEX" val="19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f"/>
  <p:tag name="KSO_WM_UNIT_INDEX" val="37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f"/>
  <p:tag name="KSO_WM_UNIT_INDEX" val="38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i"/>
  <p:tag name="KSO_WM_UNIT_INDEX" val="80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i"/>
  <p:tag name="KSO_WM_UNIT_INDEX" val="82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x"/>
  <p:tag name="KSO_WM_UNIT_INDEX" val="20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f"/>
  <p:tag name="KSO_WM_UNIT_INDEX" val="39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f"/>
  <p:tag name="KSO_WM_UNIT_INDEX" val="40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i"/>
  <p:tag name="KSO_WM_UNIT_INDEX" val="84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i"/>
  <p:tag name="KSO_WM_UNIT_INDEX" val="86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x"/>
  <p:tag name="KSO_WM_UNIT_INDEX" val="21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f"/>
  <p:tag name="KSO_WM_UNIT_INDEX" val="41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f"/>
  <p:tag name="KSO_WM_UNIT_INDEX" val="42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i"/>
  <p:tag name="KSO_WM_UNIT_INDEX" val="88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i"/>
  <p:tag name="KSO_WM_UNIT_INDEX" val="90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x"/>
  <p:tag name="KSO_WM_UNIT_INDEX" val="22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f"/>
  <p:tag name="KSO_WM_UNIT_INDEX" val="43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f"/>
  <p:tag name="KSO_WM_UNIT_INDEX" val="44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i"/>
  <p:tag name="KSO_WM_UNIT_INDEX" val="92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i"/>
  <p:tag name="KSO_WM_UNIT_INDEX" val="94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x"/>
  <p:tag name="KSO_WM_UNIT_INDEX" val="23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f"/>
  <p:tag name="KSO_WM_UNIT_INDEX" val="45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f"/>
  <p:tag name="KSO_WM_UNIT_INDEX" val="46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i"/>
  <p:tag name="KSO_WM_UNIT_INDEX" val="96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i"/>
  <p:tag name="KSO_WM_UNIT_INDEX" val="98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x"/>
  <p:tag name="KSO_WM_UNIT_INDEX" val="24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f"/>
  <p:tag name="KSO_WM_UNIT_INDEX" val="47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f"/>
  <p:tag name="KSO_WM_UNIT_INDEX" val="48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09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311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x"/>
  <p:tag name="KSO_WM_UNIT_INDEX" val="13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x"/>
  <p:tag name="KSO_WM_UNIT_INDEX" val="14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</p:tagLst>
</file>

<file path=ppt/tags/tag324.xml><?xml version="1.0" encoding="utf-8"?>
<p:tagLst xmlns:p="http://schemas.openxmlformats.org/presentationml/2006/main">
  <p:tag name="KSO_WM_UNIT_TYPE" val="x"/>
  <p:tag name="KSO_WM_UNIT_INDEX" val="15"/>
  <p:tag name="KSO_WM_BEAUTIFY_FLAG" val="#wm#"/>
  <p:tag name="KSO_WM_TAG_VERSION" val="3.0"/>
</p:tagLst>
</file>

<file path=ppt/tags/tag325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2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2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2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3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31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33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3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34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335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33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3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38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34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34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342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343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344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345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34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4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48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4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5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5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5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56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5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5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5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60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6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6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6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64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36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6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6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68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36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70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71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72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37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7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7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7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7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7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7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80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8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8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8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8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85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8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8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8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8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90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9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9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9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9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95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9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9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9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9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00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40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0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03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0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05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40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0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08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09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10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41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12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41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1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1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1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17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  <p:tag name="TABLE_ENDDRAG_ORIGIN_RECT" val="864*374"/>
  <p:tag name="TABLE_ENDDRAG_RECT" val="45*95*864*374"/>
</p:tagLst>
</file>

<file path=ppt/tags/tag41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1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2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21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2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2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24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2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2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27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42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2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3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31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43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3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34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43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3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37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43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3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4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41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44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4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44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44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4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47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44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4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5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51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45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53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54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45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56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57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45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5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6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6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62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46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6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6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66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46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6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69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47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7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7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73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47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7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7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77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47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7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8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8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82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48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8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85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48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8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88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489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90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91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49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493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94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49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49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97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498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499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500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501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0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0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0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0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06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50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0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0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1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11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51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1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1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1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1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1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1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1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2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2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2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23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52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2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2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2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52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52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530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531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532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533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53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535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536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537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538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539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54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541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542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543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544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545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546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547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548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549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550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551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552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553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554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555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556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557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558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559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560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561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562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563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564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565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</p:tagLst>
</file>

<file path=ppt/tags/tag566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</p:tagLst>
</file>

<file path=ppt/tags/tag567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568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569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570.xml><?xml version="1.0" encoding="utf-8"?>
<p:tagLst xmlns:p="http://schemas.openxmlformats.org/presentationml/2006/main">
  <p:tag name="KSO_WM_UNIT_TYPE" val="i"/>
  <p:tag name="KSO_WM_UNIT_INDEX" val="66"/>
  <p:tag name="KSO_WM_BEAUTIFY_FLAG" val="#wm#"/>
  <p:tag name="KSO_WM_TAG_VERSION" val="3.0"/>
</p:tagLst>
</file>

<file path=ppt/tags/tag571.xml><?xml version="1.0" encoding="utf-8"?>
<p:tagLst xmlns:p="http://schemas.openxmlformats.org/presentationml/2006/main">
  <p:tag name="KSO_WM_UNIT_TYPE" val="i"/>
  <p:tag name="KSO_WM_UNIT_INDEX" val="68"/>
  <p:tag name="KSO_WM_BEAUTIFY_FLAG" val="#wm#"/>
  <p:tag name="KSO_WM_TAG_VERSION" val="3.0"/>
</p:tagLst>
</file>

<file path=ppt/tags/tag572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573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574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57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7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7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78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57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8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81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58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8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84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58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8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87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58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8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90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59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9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9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9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9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596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59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9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59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600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60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02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603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604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60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0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60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60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60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1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611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61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13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614.xml><?xml version="1.0" encoding="utf-8"?>
<p:tagLst xmlns:p="http://schemas.openxmlformats.org/presentationml/2006/main">
  <p:tag name="KSO_WM_UNIT_TYPE" val="i"/>
  <p:tag name="KSO_WM_UNIT_INDEX" val="21"/>
  <p:tag name="KSO_WM_BEAUTIFY_FLAG" val="#wm#"/>
  <p:tag name="KSO_WM_TAG_VERSION" val="3.0"/>
</p:tagLst>
</file>

<file path=ppt/tags/tag61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61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1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61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1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20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62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2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2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2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25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62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2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2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2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30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63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3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3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3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3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63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3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3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39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4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64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4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4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644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64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64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4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64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649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650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65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5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53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65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5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5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5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58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65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6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6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6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63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66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6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6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66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6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66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67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7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7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7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7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7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7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67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67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7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68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681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68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8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8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68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686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68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8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689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69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69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69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693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69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69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69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69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69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699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700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70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702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703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70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705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706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70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708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709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71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71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71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71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71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71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71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71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71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71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72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72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72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72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72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725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72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727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72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72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73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73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73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73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73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735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73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73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73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73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740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741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742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743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744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74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746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747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748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749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750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751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752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753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754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755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756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757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758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759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760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761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762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763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764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765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766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76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76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76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770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77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77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77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77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775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77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77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77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77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78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78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78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78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78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78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78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78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78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789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79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79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79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79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79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79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79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79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79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79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80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80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80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80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804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80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80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80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80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809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81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81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812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813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81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815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816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817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81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81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820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821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822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823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82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825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82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827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828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829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830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831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832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833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834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835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836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837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83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83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84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84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84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843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844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84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84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84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84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84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85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85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85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85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854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85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85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85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85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85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86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86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86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86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86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86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86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86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86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86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87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87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87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87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87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87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87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87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87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87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88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88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88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883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884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88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88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88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88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889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89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891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89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893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894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89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896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89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89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899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900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901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902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903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904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90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90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90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90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90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91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91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91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91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91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91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916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91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91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91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92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921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92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92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92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92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926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92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92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92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93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93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932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93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93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935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93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93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93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939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94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94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94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94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944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94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94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94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94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94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950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95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95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95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954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95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95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95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958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959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96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961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962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96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964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965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966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96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968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969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970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97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972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973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974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97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976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977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97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979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98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98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98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98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98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98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98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98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98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98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99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99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992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99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99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99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99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99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99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99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000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100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00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003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00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005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00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00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00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00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01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01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01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013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101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01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016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01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01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01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02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02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02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02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02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02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02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02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02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02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03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03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032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033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03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03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03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03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03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03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04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04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04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043.xml><?xml version="1.0" encoding="utf-8"?>
<p:tagLst xmlns:p="http://schemas.openxmlformats.org/presentationml/2006/main">
  <p:tag name="KSO_WM_UNIT_TYPE" val="i"/>
  <p:tag name="KSO_WM_UNIT_INDEX" val="23"/>
  <p:tag name="KSO_WM_BEAUTIFY_FLAG" val="#wm#"/>
  <p:tag name="KSO_WM_TAG_VERSION" val="3.0"/>
</p:tagLst>
</file>

<file path=ppt/tags/tag104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045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046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04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048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049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050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051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052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053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1054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1055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1056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1057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05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05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06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061.xml><?xml version="1.0" encoding="utf-8"?>
<p:tagLst xmlns:p="http://schemas.openxmlformats.org/presentationml/2006/main">
  <p:tag name="KSO_WM_UNIT_TYPE" val="β"/>
  <p:tag name="KSO_WM_UNIT_INDEX" val="1"/>
  <p:tag name="KSO_WM_BEAUTIFY_FLAG" val="#wm#"/>
  <p:tag name="KSO_WM_TAG_VERSION" val="3.0"/>
</p:tagLst>
</file>

<file path=ppt/tags/tag1062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</p:tagLst>
</file>

<file path=ppt/tags/tag106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06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06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06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067.xml><?xml version="1.0" encoding="utf-8"?>
<p:tagLst xmlns:p="http://schemas.openxmlformats.org/presentationml/2006/main">
  <p:tag name="KSO_WM_UNIT_TYPE" val="β"/>
  <p:tag name="KSO_WM_UNIT_INDEX" val="2"/>
  <p:tag name="KSO_WM_BEAUTIFY_FLAG" val="#wm#"/>
  <p:tag name="KSO_WM_TAG_VERSION" val="3.0"/>
</p:tagLst>
</file>

<file path=ppt/tags/tag106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06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070.xml><?xml version="1.0" encoding="utf-8"?>
<p:tagLst xmlns:p="http://schemas.openxmlformats.org/presentationml/2006/main">
  <p:tag name="KSO_WM_UNIT_TYPE" val="β"/>
  <p:tag name="KSO_WM_UNIT_INDEX" val="3"/>
  <p:tag name="KSO_WM_BEAUTIFY_FLAG" val="#wm#"/>
  <p:tag name="KSO_WM_TAG_VERSION" val="3.0"/>
</p:tagLst>
</file>

<file path=ppt/tags/tag107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072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</p:tagLst>
</file>

<file path=ppt/tags/tag1073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074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</p:tagLst>
</file>

<file path=ppt/tags/tag1075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076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</p:tagLst>
</file>

<file path=ppt/tags/tag1077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07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07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080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08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08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08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084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08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08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08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088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08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09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09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092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109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09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09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096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109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09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09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100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1101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102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103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104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110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10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107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108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110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110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111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1112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111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114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1115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1116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111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118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1119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</p:tagLst>
</file>

<file path=ppt/tags/tag1120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112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122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</p:tagLst>
</file>

<file path=ppt/tags/tag1123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</p:tagLst>
</file>

<file path=ppt/tags/tag1124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1125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126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</p:tagLst>
</file>

<file path=ppt/tags/tag1127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</p:tagLst>
</file>

<file path=ppt/tags/tag1128.xml><?xml version="1.0" encoding="utf-8"?>
<p:tagLst xmlns:p="http://schemas.openxmlformats.org/presentationml/2006/main">
  <p:tag name="KSO_WM_UNIT_TYPE" val="x"/>
  <p:tag name="KSO_WM_UNIT_INDEX" val="13"/>
  <p:tag name="KSO_WM_BEAUTIFY_FLAG" val="#wm#"/>
  <p:tag name="KSO_WM_TAG_VERSION" val="3.0"/>
</p:tagLst>
</file>

<file path=ppt/tags/tag1129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130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</p:tagLst>
</file>

<file path=ppt/tags/tag1131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</p:tagLst>
</file>

<file path=ppt/tags/tag1132.xml><?xml version="1.0" encoding="utf-8"?>
<p:tagLst xmlns:p="http://schemas.openxmlformats.org/presentationml/2006/main">
  <p:tag name="KSO_WM_UNIT_TYPE" val="x"/>
  <p:tag name="KSO_WM_UNIT_INDEX" val="14"/>
  <p:tag name="KSO_WM_BEAUTIFY_FLAG" val="#wm#"/>
  <p:tag name="KSO_WM_TAG_VERSION" val="3.0"/>
</p:tagLst>
</file>

<file path=ppt/tags/tag1133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13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13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13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137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113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139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114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141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114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143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114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145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114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147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114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149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1150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151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115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153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115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155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</p:tagLst>
</file>

<file path=ppt/tags/tag115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157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</p:tagLst>
</file>

<file path=ppt/tags/tag115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159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</p:tagLst>
</file>

<file path=ppt/tags/tag116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161.xml><?xml version="1.0" encoding="utf-8"?>
<p:tagLst xmlns:p="http://schemas.openxmlformats.org/presentationml/2006/main">
  <p:tag name="KSO_WM_UNIT_TYPE" val="x"/>
  <p:tag name="KSO_WM_UNIT_INDEX" val="13"/>
  <p:tag name="KSO_WM_BEAUTIFY_FLAG" val="#wm#"/>
  <p:tag name="KSO_WM_TAG_VERSION" val="3.0"/>
</p:tagLst>
</file>

<file path=ppt/tags/tag116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16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164.xml><?xml version="1.0" encoding="utf-8"?>
<p:tagLst xmlns:p="http://schemas.openxmlformats.org/presentationml/2006/main">
  <p:tag name="KSO_WM_UNIT_TYPE" val="x"/>
  <p:tag name="KSO_WM_UNIT_INDEX" val="14"/>
  <p:tag name="KSO_WM_BEAUTIFY_FLAG" val="#wm#"/>
  <p:tag name="KSO_WM_TAG_VERSION" val="3.0"/>
</p:tagLst>
</file>

<file path=ppt/tags/tag116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166.xml><?xml version="1.0" encoding="utf-8"?>
<p:tagLst xmlns:p="http://schemas.openxmlformats.org/presentationml/2006/main">
  <p:tag name="KSO_WM_UNIT_TYPE" val="x"/>
  <p:tag name="KSO_WM_UNIT_INDEX" val="15"/>
  <p:tag name="KSO_WM_BEAUTIFY_FLAG" val="#wm#"/>
  <p:tag name="KSO_WM_TAG_VERSION" val="3.0"/>
</p:tagLst>
</file>

<file path=ppt/tags/tag1167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168.xml><?xml version="1.0" encoding="utf-8"?>
<p:tagLst xmlns:p="http://schemas.openxmlformats.org/presentationml/2006/main">
  <p:tag name="KSO_WM_UNIT_TYPE" val="x"/>
  <p:tag name="KSO_WM_UNIT_INDEX" val="16"/>
  <p:tag name="KSO_WM_BEAUTIFY_FLAG" val="#wm#"/>
  <p:tag name="KSO_WM_TAG_VERSION" val="3.0"/>
</p:tagLst>
</file>

<file path=ppt/tags/tag116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170.xml><?xml version="1.0" encoding="utf-8"?>
<p:tagLst xmlns:p="http://schemas.openxmlformats.org/presentationml/2006/main">
  <p:tag name="KSO_WM_UNIT_TYPE" val="x"/>
  <p:tag name="KSO_WM_UNIT_INDEX" val="17"/>
  <p:tag name="KSO_WM_BEAUTIFY_FLAG" val="#wm#"/>
  <p:tag name="KSO_WM_TAG_VERSION" val="3.0"/>
</p:tagLst>
</file>

<file path=ppt/tags/tag117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172.xml><?xml version="1.0" encoding="utf-8"?>
<p:tagLst xmlns:p="http://schemas.openxmlformats.org/presentationml/2006/main">
  <p:tag name="KSO_WM_UNIT_TYPE" val="x"/>
  <p:tag name="KSO_WM_UNIT_INDEX" val="18"/>
  <p:tag name="KSO_WM_BEAUTIFY_FLAG" val="#wm#"/>
  <p:tag name="KSO_WM_TAG_VERSION" val="3.0"/>
</p:tagLst>
</file>

<file path=ppt/tags/tag117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174.xml><?xml version="1.0" encoding="utf-8"?>
<p:tagLst xmlns:p="http://schemas.openxmlformats.org/presentationml/2006/main">
  <p:tag name="KSO_WM_UNIT_TYPE" val="x"/>
  <p:tag name="KSO_WM_UNIT_INDEX" val="19"/>
  <p:tag name="KSO_WM_BEAUTIFY_FLAG" val="#wm#"/>
  <p:tag name="KSO_WM_TAG_VERSION" val="3.0"/>
</p:tagLst>
</file>

<file path=ppt/tags/tag117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176.xml><?xml version="1.0" encoding="utf-8"?>
<p:tagLst xmlns:p="http://schemas.openxmlformats.org/presentationml/2006/main">
  <p:tag name="KSO_WM_UNIT_TYPE" val="x"/>
  <p:tag name="KSO_WM_UNIT_INDEX" val="20"/>
  <p:tag name="KSO_WM_BEAUTIFY_FLAG" val="#wm#"/>
  <p:tag name="KSO_WM_TAG_VERSION" val="3.0"/>
</p:tagLst>
</file>

<file path=ppt/tags/tag117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178.xml><?xml version="1.0" encoding="utf-8"?>
<p:tagLst xmlns:p="http://schemas.openxmlformats.org/presentationml/2006/main">
  <p:tag name="KSO_WM_UNIT_TYPE" val="x"/>
  <p:tag name="KSO_WM_UNIT_INDEX" val="21"/>
  <p:tag name="KSO_WM_BEAUTIFY_FLAG" val="#wm#"/>
  <p:tag name="KSO_WM_TAG_VERSION" val="3.0"/>
</p:tagLst>
</file>

<file path=ppt/tags/tag117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180.xml><?xml version="1.0" encoding="utf-8"?>
<p:tagLst xmlns:p="http://schemas.openxmlformats.org/presentationml/2006/main">
  <p:tag name="KSO_WM_UNIT_TYPE" val="x"/>
  <p:tag name="KSO_WM_UNIT_INDEX" val="22"/>
  <p:tag name="KSO_WM_BEAUTIFY_FLAG" val="#wm#"/>
  <p:tag name="KSO_WM_TAG_VERSION" val="3.0"/>
</p:tagLst>
</file>

<file path=ppt/tags/tag1181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182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18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18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185.xml><?xml version="1.0" encoding="utf-8"?>
<p:tagLst xmlns:p="http://schemas.openxmlformats.org/presentationml/2006/main">
  <p:tag name="KSO_WM_UNIT_TYPE" val="x"/>
  <p:tag name="KSO_WM_UNIT_INDEX" val="23"/>
  <p:tag name="KSO_WM_BEAUTIFY_FLAG" val="#wm#"/>
  <p:tag name="KSO_WM_TAG_VERSION" val="3.0"/>
</p:tagLst>
</file>

<file path=ppt/tags/tag1186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187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188.xml><?xml version="1.0" encoding="utf-8"?>
<p:tagLst xmlns:p="http://schemas.openxmlformats.org/presentationml/2006/main">
  <p:tag name="KSO_WM_UNIT_TYPE" val="x"/>
  <p:tag name="KSO_WM_UNIT_INDEX" val="24"/>
  <p:tag name="KSO_WM_BEAUTIFY_FLAG" val="#wm#"/>
  <p:tag name="KSO_WM_TAG_VERSION" val="3.0"/>
</p:tagLst>
</file>

<file path=ppt/tags/tag1189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190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191.xml><?xml version="1.0" encoding="utf-8"?>
<p:tagLst xmlns:p="http://schemas.openxmlformats.org/presentationml/2006/main">
  <p:tag name="KSO_WM_UNIT_TYPE" val="x"/>
  <p:tag name="KSO_WM_UNIT_INDEX" val="25"/>
  <p:tag name="KSO_WM_BEAUTIFY_FLAG" val="#wm#"/>
  <p:tag name="KSO_WM_TAG_VERSION" val="3.0"/>
</p:tagLst>
</file>

<file path=ppt/tags/tag1192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193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1194.xml><?xml version="1.0" encoding="utf-8"?>
<p:tagLst xmlns:p="http://schemas.openxmlformats.org/presentationml/2006/main">
  <p:tag name="KSO_WM_UNIT_TYPE" val="x"/>
  <p:tag name="KSO_WM_UNIT_INDEX" val="26"/>
  <p:tag name="KSO_WM_BEAUTIFY_FLAG" val="#wm#"/>
  <p:tag name="KSO_WM_TAG_VERSION" val="3.0"/>
</p:tagLst>
</file>

<file path=ppt/tags/tag1195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196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1197.xml><?xml version="1.0" encoding="utf-8"?>
<p:tagLst xmlns:p="http://schemas.openxmlformats.org/presentationml/2006/main">
  <p:tag name="KSO_WM_UNIT_TYPE" val="x"/>
  <p:tag name="KSO_WM_UNIT_INDEX" val="27"/>
  <p:tag name="KSO_WM_BEAUTIFY_FLAG" val="#wm#"/>
  <p:tag name="KSO_WM_TAG_VERSION" val="3.0"/>
</p:tagLst>
</file>

<file path=ppt/tags/tag1198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199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1200.xml><?xml version="1.0" encoding="utf-8"?>
<p:tagLst xmlns:p="http://schemas.openxmlformats.org/presentationml/2006/main">
  <p:tag name="KSO_WM_UNIT_TYPE" val="x"/>
  <p:tag name="KSO_WM_UNIT_INDEX" val="28"/>
  <p:tag name="KSO_WM_BEAUTIFY_FLAG" val="#wm#"/>
  <p:tag name="KSO_WM_TAG_VERSION" val="3.0"/>
</p:tagLst>
</file>

<file path=ppt/tags/tag1201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20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20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20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20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20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207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208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20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21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21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21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21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21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21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21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21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218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219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22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22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222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223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22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225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22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227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228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229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230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123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232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1233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1234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1235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123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237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1238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1239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1240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124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242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1243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1244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1245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124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247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1248.xml><?xml version="1.0" encoding="utf-8"?>
<p:tagLst xmlns:p="http://schemas.openxmlformats.org/presentationml/2006/main">
  <p:tag name="KSO_WM_UNIT_TYPE" val="f"/>
  <p:tag name="KSO_WM_UNIT_INDEX" val="35"/>
  <p:tag name="KSO_WM_BEAUTIFY_FLAG" val="#wm#"/>
  <p:tag name="KSO_WM_TAG_VERSION" val="3.0"/>
</p:tagLst>
</file>

<file path=ppt/tags/tag1249.xml><?xml version="1.0" encoding="utf-8"?>
<p:tagLst xmlns:p="http://schemas.openxmlformats.org/presentationml/2006/main">
  <p:tag name="KSO_WM_UNIT_TYPE" val="f"/>
  <p:tag name="KSO_WM_UNIT_INDEX" val="36"/>
  <p:tag name="KSO_WM_BEAUTIFY_FLAG" val="#wm#"/>
  <p:tag name="KSO_WM_TAG_VERSION" val="3.0"/>
</p:tagLst>
</file>

<file path=ppt/tags/tag1250.xml><?xml version="1.0" encoding="utf-8"?>
<p:tagLst xmlns:p="http://schemas.openxmlformats.org/presentationml/2006/main">
  <p:tag name="KSO_WM_UNIT_TYPE" val="f"/>
  <p:tag name="KSO_WM_UNIT_INDEX" val="37"/>
  <p:tag name="KSO_WM_BEAUTIFY_FLAG" val="#wm#"/>
  <p:tag name="KSO_WM_TAG_VERSION" val="3.0"/>
</p:tagLst>
</file>

<file path=ppt/tags/tag125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252.xml><?xml version="1.0" encoding="utf-8"?>
<p:tagLst xmlns:p="http://schemas.openxmlformats.org/presentationml/2006/main">
  <p:tag name="KSO_WM_UNIT_TYPE" val="f"/>
  <p:tag name="KSO_WM_UNIT_INDEX" val="38"/>
  <p:tag name="KSO_WM_BEAUTIFY_FLAG" val="#wm#"/>
  <p:tag name="KSO_WM_TAG_VERSION" val="3.0"/>
</p:tagLst>
</file>

<file path=ppt/tags/tag1253.xml><?xml version="1.0" encoding="utf-8"?>
<p:tagLst xmlns:p="http://schemas.openxmlformats.org/presentationml/2006/main">
  <p:tag name="KSO_WM_UNIT_TYPE" val="f"/>
  <p:tag name="KSO_WM_UNIT_INDEX" val="39"/>
  <p:tag name="KSO_WM_BEAUTIFY_FLAG" val="#wm#"/>
  <p:tag name="KSO_WM_TAG_VERSION" val="3.0"/>
</p:tagLst>
</file>

<file path=ppt/tags/tag1254.xml><?xml version="1.0" encoding="utf-8"?>
<p:tagLst xmlns:p="http://schemas.openxmlformats.org/presentationml/2006/main">
  <p:tag name="KSO_WM_UNIT_TYPE" val="f"/>
  <p:tag name="KSO_WM_UNIT_INDEX" val="40"/>
  <p:tag name="KSO_WM_BEAUTIFY_FLAG" val="#wm#"/>
  <p:tag name="KSO_WM_TAG_VERSION" val="3.0"/>
</p:tagLst>
</file>

<file path=ppt/tags/tag1255.xml><?xml version="1.0" encoding="utf-8"?>
<p:tagLst xmlns:p="http://schemas.openxmlformats.org/presentationml/2006/main">
  <p:tag name="KSO_WM_UNIT_TYPE" val="f"/>
  <p:tag name="KSO_WM_UNIT_INDEX" val="41"/>
  <p:tag name="KSO_WM_BEAUTIFY_FLAG" val="#wm#"/>
  <p:tag name="KSO_WM_TAG_VERSION" val="3.0"/>
</p:tagLst>
</file>

<file path=ppt/tags/tag1256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257.xml><?xml version="1.0" encoding="utf-8"?>
<p:tagLst xmlns:p="http://schemas.openxmlformats.org/presentationml/2006/main">
  <p:tag name="KSO_WM_UNIT_TYPE" val="f"/>
  <p:tag name="KSO_WM_UNIT_INDEX" val="42"/>
  <p:tag name="KSO_WM_BEAUTIFY_FLAG" val="#wm#"/>
  <p:tag name="KSO_WM_TAG_VERSION" val="3.0"/>
</p:tagLst>
</file>

<file path=ppt/tags/tag1258.xml><?xml version="1.0" encoding="utf-8"?>
<p:tagLst xmlns:p="http://schemas.openxmlformats.org/presentationml/2006/main">
  <p:tag name="KSO_WM_UNIT_TYPE" val="f"/>
  <p:tag name="KSO_WM_UNIT_INDEX" val="43"/>
  <p:tag name="KSO_WM_BEAUTIFY_FLAG" val="#wm#"/>
  <p:tag name="KSO_WM_TAG_VERSION" val="3.0"/>
</p:tagLst>
</file>

<file path=ppt/tags/tag1259.xml><?xml version="1.0" encoding="utf-8"?>
<p:tagLst xmlns:p="http://schemas.openxmlformats.org/presentationml/2006/main">
  <p:tag name="KSO_WM_UNIT_TYPE" val="f"/>
  <p:tag name="KSO_WM_UNIT_INDEX" val="44"/>
  <p:tag name="KSO_WM_BEAUTIFY_FLAG" val="#wm#"/>
  <p:tag name="KSO_WM_TAG_VERSION" val="3.0"/>
</p:tagLst>
</file>

<file path=ppt/tags/tag126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261.xml><?xml version="1.0" encoding="utf-8"?>
<p:tagLst xmlns:p="http://schemas.openxmlformats.org/presentationml/2006/main">
  <p:tag name="KSO_WM_UNIT_TYPE" val="f"/>
  <p:tag name="KSO_WM_UNIT_INDEX" val="45"/>
  <p:tag name="KSO_WM_BEAUTIFY_FLAG" val="#wm#"/>
  <p:tag name="KSO_WM_TAG_VERSION" val="3.0"/>
</p:tagLst>
</file>

<file path=ppt/tags/tag1262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263.xml><?xml version="1.0" encoding="utf-8"?>
<p:tagLst xmlns:p="http://schemas.openxmlformats.org/presentationml/2006/main">
  <p:tag name="KSO_WM_UNIT_TYPE" val="f"/>
  <p:tag name="KSO_WM_UNIT_INDEX" val="46"/>
  <p:tag name="KSO_WM_BEAUTIFY_FLAG" val="#wm#"/>
  <p:tag name="KSO_WM_TAG_VERSION" val="3.0"/>
</p:tagLst>
</file>

<file path=ppt/tags/tag1264.xml><?xml version="1.0" encoding="utf-8"?>
<p:tagLst xmlns:p="http://schemas.openxmlformats.org/presentationml/2006/main">
  <p:tag name="KSO_WM_UNIT_TYPE" val="f"/>
  <p:tag name="KSO_WM_UNIT_INDEX" val="47"/>
  <p:tag name="KSO_WM_BEAUTIFY_FLAG" val="#wm#"/>
  <p:tag name="KSO_WM_TAG_VERSION" val="3.0"/>
</p:tagLst>
</file>

<file path=ppt/tags/tag1265.xml><?xml version="1.0" encoding="utf-8"?>
<p:tagLst xmlns:p="http://schemas.openxmlformats.org/presentationml/2006/main">
  <p:tag name="KSO_WM_UNIT_TYPE" val="f"/>
  <p:tag name="KSO_WM_UNIT_INDEX" val="48"/>
  <p:tag name="KSO_WM_BEAUTIFY_FLAG" val="#wm#"/>
  <p:tag name="KSO_WM_TAG_VERSION" val="3.0"/>
</p:tagLst>
</file>

<file path=ppt/tags/tag1266.xml><?xml version="1.0" encoding="utf-8"?>
<p:tagLst xmlns:p="http://schemas.openxmlformats.org/presentationml/2006/main">
  <p:tag name="KSO_WM_UNIT_TYPE" val="f"/>
  <p:tag name="KSO_WM_UNIT_INDEX" val="49"/>
  <p:tag name="KSO_WM_BEAUTIFY_FLAG" val="#wm#"/>
  <p:tag name="KSO_WM_TAG_VERSION" val="3.0"/>
</p:tagLst>
</file>

<file path=ppt/tags/tag1267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268.xml><?xml version="1.0" encoding="utf-8"?>
<p:tagLst xmlns:p="http://schemas.openxmlformats.org/presentationml/2006/main">
  <p:tag name="KSO_WM_UNIT_TYPE" val="f"/>
  <p:tag name="KSO_WM_UNIT_INDEX" val="50"/>
  <p:tag name="KSO_WM_BEAUTIFY_FLAG" val="#wm#"/>
  <p:tag name="KSO_WM_TAG_VERSION" val="3.0"/>
</p:tagLst>
</file>

<file path=ppt/tags/tag1269.xml><?xml version="1.0" encoding="utf-8"?>
<p:tagLst xmlns:p="http://schemas.openxmlformats.org/presentationml/2006/main">
  <p:tag name="KSO_WM_UNIT_TYPE" val="f"/>
  <p:tag name="KSO_WM_UNIT_INDEX" val="51"/>
  <p:tag name="KSO_WM_BEAUTIFY_FLAG" val="#wm#"/>
  <p:tag name="KSO_WM_TAG_VERSION" val="3.0"/>
</p:tagLst>
</file>

<file path=ppt/tags/tag1270.xml><?xml version="1.0" encoding="utf-8"?>
<p:tagLst xmlns:p="http://schemas.openxmlformats.org/presentationml/2006/main">
  <p:tag name="KSO_WM_UNIT_TYPE" val="f"/>
  <p:tag name="KSO_WM_UNIT_INDEX" val="52"/>
  <p:tag name="KSO_WM_BEAUTIFY_FLAG" val="#wm#"/>
  <p:tag name="KSO_WM_TAG_VERSION" val="3.0"/>
</p:tagLst>
</file>

<file path=ppt/tags/tag1271.xml><?xml version="1.0" encoding="utf-8"?>
<p:tagLst xmlns:p="http://schemas.openxmlformats.org/presentationml/2006/main">
  <p:tag name="KSO_WM_UNIT_TYPE" val="f"/>
  <p:tag name="KSO_WM_UNIT_INDEX" val="53"/>
  <p:tag name="KSO_WM_BEAUTIFY_FLAG" val="#wm#"/>
  <p:tag name="KSO_WM_TAG_VERSION" val="3.0"/>
</p:tagLst>
</file>

<file path=ppt/tags/tag1272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273.xml><?xml version="1.0" encoding="utf-8"?>
<p:tagLst xmlns:p="http://schemas.openxmlformats.org/presentationml/2006/main">
  <p:tag name="KSO_WM_UNIT_TYPE" val="f"/>
  <p:tag name="KSO_WM_UNIT_INDEX" val="54"/>
  <p:tag name="KSO_WM_BEAUTIFY_FLAG" val="#wm#"/>
  <p:tag name="KSO_WM_TAG_VERSION" val="3.0"/>
</p:tagLst>
</file>

<file path=ppt/tags/tag1274.xml><?xml version="1.0" encoding="utf-8"?>
<p:tagLst xmlns:p="http://schemas.openxmlformats.org/presentationml/2006/main">
  <p:tag name="KSO_WM_UNIT_TYPE" val="f"/>
  <p:tag name="KSO_WM_UNIT_INDEX" val="55"/>
  <p:tag name="KSO_WM_BEAUTIFY_FLAG" val="#wm#"/>
  <p:tag name="KSO_WM_TAG_VERSION" val="3.0"/>
</p:tagLst>
</file>

<file path=ppt/tags/tag1275.xml><?xml version="1.0" encoding="utf-8"?>
<p:tagLst xmlns:p="http://schemas.openxmlformats.org/presentationml/2006/main">
  <p:tag name="KSO_WM_UNIT_TYPE" val="f"/>
  <p:tag name="KSO_WM_UNIT_INDEX" val="56"/>
  <p:tag name="KSO_WM_BEAUTIFY_FLAG" val="#wm#"/>
  <p:tag name="KSO_WM_TAG_VERSION" val="3.0"/>
</p:tagLst>
</file>

<file path=ppt/theme/theme1.xml><?xml version="1.0" encoding="utf-8"?>
<a:theme xmlns:a="http://schemas.openxmlformats.org/drawingml/2006/main" name="View">
  <a:themeElements>
    <a:clrScheme name="自定义 1">
      <a:dk1>
        <a:srgbClr val="3F3F3F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">
      <a:majorFont>
        <a:latin typeface="微软雅黑 bold"/>
        <a:ea typeface="微软雅黑 bold"/>
        <a:cs typeface=""/>
      </a:majorFont>
      <a:minorFont>
        <a:latin typeface="微软雅黑"/>
        <a:ea typeface="微软雅黑"/>
        <a:cs typeface="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11266</Words>
  <Application>WPS 演示</Application>
  <PresentationFormat>宽屏</PresentationFormat>
  <Paragraphs>1477</Paragraphs>
  <Slides>34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5" baseType="lpstr">
      <vt:lpstr>Arial</vt:lpstr>
      <vt:lpstr>宋体</vt:lpstr>
      <vt:lpstr>Wingdings</vt:lpstr>
      <vt:lpstr>Wingdings 2</vt:lpstr>
      <vt:lpstr>微软雅黑</vt:lpstr>
      <vt:lpstr>微软雅黑 bold</vt:lpstr>
      <vt:lpstr>黑体</vt:lpstr>
      <vt:lpstr>Arial Unicode MS</vt:lpstr>
      <vt:lpstr>等线</vt:lpstr>
      <vt:lpstr>江城圆体 400W</vt:lpstr>
      <vt:lpstr>View</vt:lpstr>
      <vt:lpstr>封装与前期迭代 </vt:lpstr>
      <vt:lpstr>目录</vt:lpstr>
      <vt:lpstr>开发阶段总览</vt:lpstr>
      <vt:lpstr>PowerPoint 演示文稿</vt:lpstr>
      <vt:lpstr>开发流程演进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工作交接与总结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教务处PPT模板002</dc:title>
  <dc:creator>现代教育技术中心</dc:creator>
  <cp:lastModifiedBy>梦之秋云</cp:lastModifiedBy>
  <cp:revision>156</cp:revision>
  <dcterms:created xsi:type="dcterms:W3CDTF">2019-09-09T14:12:00Z</dcterms:created>
  <dcterms:modified xsi:type="dcterms:W3CDTF">2026-07-01T02:51:13Z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461771AB1FA9449BA92CD54EC7387315_12</vt:lpwstr>
  </property>
  <property fmtid="{D5CDD505-2E9C-101B-9397-08002B2CF9AE}" pid="3" name="KSOProductBuildVer">
    <vt:lpwstr>2052-12.1.0.26895</vt:lpwstr>
  </property>
</Properties>
</file>